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2979b5c7c54bef" /><Relationship Type="http://schemas.openxmlformats.org/officeDocument/2006/relationships/extended-properties" Target="/docProps/app.xml" Id="R436c7369bbca4845" /><Relationship Type="http://schemas.openxmlformats.org/officeDocument/2006/relationships/officeDocument" Target="/ppt/presentation.xml" Id="Rb9225008a41b427b" /></Relationships>
</file>

<file path=ppt/presentation.xml><?xml version="1.0" encoding="utf-8"?>
<p:presentation xmlns:p="http://schemas.openxmlformats.org/presentationml/2006/main">
  <p:sldMasterIdLst>
    <p:sldMasterId xmlns:r="http://schemas.openxmlformats.org/officeDocument/2006/relationships" id="2147483648" r:id="Rc0e772873a2a482d"/>
  </p:sldMasterIdLst>
  <p:notesMasterIdLst>
    <p:notesMasterId xmlns:r="http://schemas.openxmlformats.org/officeDocument/2006/relationships" r:id="R844c7fb511234870"/>
  </p:notesMasterIdLst>
  <p:sldIdLst>
    <p:sldId xmlns:r="http://schemas.openxmlformats.org/officeDocument/2006/relationships" id="256" r:id="R31f2b35e17b541a5"/>
    <p:sldId xmlns:r="http://schemas.openxmlformats.org/officeDocument/2006/relationships" id="257" r:id="Rc934c6623361485b"/>
    <p:sldId xmlns:r="http://schemas.openxmlformats.org/officeDocument/2006/relationships" id="258" r:id="Re64c086646ca4cb2"/>
    <p:sldId xmlns:r="http://schemas.openxmlformats.org/officeDocument/2006/relationships" id="259" r:id="Rc530e4be82ce4a2b"/>
    <p:sldId xmlns:r="http://schemas.openxmlformats.org/officeDocument/2006/relationships" id="260" r:id="Ra15f68e135774f80"/>
    <p:sldId xmlns:r="http://schemas.openxmlformats.org/officeDocument/2006/relationships" id="261" r:id="R9d11bc1ff7f34bd5"/>
    <p:sldId xmlns:r="http://schemas.openxmlformats.org/officeDocument/2006/relationships" id="262" r:id="R88f41e8f1bc34054"/>
    <p:sldId xmlns:r="http://schemas.openxmlformats.org/officeDocument/2006/relationships" id="263" r:id="Rfd4b4ea23c304316"/>
    <p:sldId xmlns:r="http://schemas.openxmlformats.org/officeDocument/2006/relationships" id="264" r:id="Rb3d1471bbe524bfd"/>
    <p:sldId xmlns:r="http://schemas.openxmlformats.org/officeDocument/2006/relationships" id="265" r:id="R62b5946c9b714214"/>
    <p:sldId xmlns:r="http://schemas.openxmlformats.org/officeDocument/2006/relationships" id="266" r:id="R93f5eb2899304fde"/>
    <p:sldId xmlns:r="http://schemas.openxmlformats.org/officeDocument/2006/relationships" id="267" r:id="Ra054186ffff44aaa"/>
    <p:sldId xmlns:r="http://schemas.openxmlformats.org/officeDocument/2006/relationships" id="268" r:id="R39bef503843c4f5f"/>
    <p:sldId xmlns:r="http://schemas.openxmlformats.org/officeDocument/2006/relationships" id="269" r:id="R2559c7ea75424b8d"/>
    <p:sldId xmlns:r="http://schemas.openxmlformats.org/officeDocument/2006/relationships" id="270" r:id="Ra673a26017f446b9"/>
    <p:sldId xmlns:r="http://schemas.openxmlformats.org/officeDocument/2006/relationships" id="271" r:id="R4b48c30ddc2b438a"/>
    <p:sldId xmlns:r="http://schemas.openxmlformats.org/officeDocument/2006/relationships" id="272" r:id="R21a5986c05f54b78"/>
    <p:sldId xmlns:r="http://schemas.openxmlformats.org/officeDocument/2006/relationships" id="273" r:id="R6c353601fcbd4ff1"/>
    <p:sldId xmlns:r="http://schemas.openxmlformats.org/officeDocument/2006/relationships" id="274" r:id="R2f4d521ec7004260"/>
    <p:sldId xmlns:r="http://schemas.openxmlformats.org/officeDocument/2006/relationships" id="275" r:id="R42d439bcc7664225"/>
    <p:sldId xmlns:r="http://schemas.openxmlformats.org/officeDocument/2006/relationships" id="276" r:id="R6a2c247416574897"/>
    <p:sldId xmlns:r="http://schemas.openxmlformats.org/officeDocument/2006/relationships" id="277" r:id="R2d95e3c009f8489c"/>
    <p:sldId xmlns:r="http://schemas.openxmlformats.org/officeDocument/2006/relationships" id="278" r:id="R202b1b4324b84246"/>
    <p:sldId xmlns:r="http://schemas.openxmlformats.org/officeDocument/2006/relationships" id="279" r:id="R3cb7b1c12a23471c"/>
    <p:sldId xmlns:r="http://schemas.openxmlformats.org/officeDocument/2006/relationships" id="280" r:id="Rda8a0393ee414200"/>
    <p:sldId xmlns:r="http://schemas.openxmlformats.org/officeDocument/2006/relationships" id="281" r:id="Rf60c93b3d1584d31"/>
    <p:sldId xmlns:r="http://schemas.openxmlformats.org/officeDocument/2006/relationships" id="282" r:id="R1c93eae813ac47b4"/>
    <p:sldId xmlns:r="http://schemas.openxmlformats.org/officeDocument/2006/relationships" id="283" r:id="Ra7e43cfd929649fa"/>
    <p:sldId xmlns:r="http://schemas.openxmlformats.org/officeDocument/2006/relationships" id="284" r:id="Rdf7bbbb616814853"/>
    <p:sldId xmlns:r="http://schemas.openxmlformats.org/officeDocument/2006/relationships" id="285" r:id="R2a64127feb4f406f"/>
    <p:sldId xmlns:r="http://schemas.openxmlformats.org/officeDocument/2006/relationships" id="286" r:id="R6eb4088511d14e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54ca6620d44a59" /><Relationship Type="http://schemas.openxmlformats.org/officeDocument/2006/relationships/slideMaster" Target="/ppt/slideMasters/slideMaster1.xml" Id="Rc0e772873a2a482d" /><Relationship Type="http://schemas.openxmlformats.org/officeDocument/2006/relationships/notesMaster" Target="/ppt/notesMasters/notesMaster1.xml" Id="R844c7fb511234870" /><Relationship Type="http://schemas.openxmlformats.org/officeDocument/2006/relationships/presProps" Target="/ppt/presProps.xml" Id="Rdfe947575e8d428f" /><Relationship Type="http://schemas.openxmlformats.org/officeDocument/2006/relationships/tableStyles" Target="/ppt/tableStyles.xml" Id="Rf044e1c249014d1d" /><Relationship Type="http://schemas.openxmlformats.org/officeDocument/2006/relationships/slide" Target="/ppt/slides/slide1.xml" Id="R31f2b35e17b541a5" /><Relationship Type="http://schemas.openxmlformats.org/officeDocument/2006/relationships/slide" Target="/ppt/slides/slide2.xml" Id="Rc934c6623361485b" /><Relationship Type="http://schemas.openxmlformats.org/officeDocument/2006/relationships/slide" Target="/ppt/slides/slide3.xml" Id="Re64c086646ca4cb2" /><Relationship Type="http://schemas.openxmlformats.org/officeDocument/2006/relationships/slide" Target="/ppt/slides/slide4.xml" Id="Rc530e4be82ce4a2b" /><Relationship Type="http://schemas.openxmlformats.org/officeDocument/2006/relationships/slide" Target="/ppt/slides/slide5.xml" Id="Ra15f68e135774f80" /><Relationship Type="http://schemas.openxmlformats.org/officeDocument/2006/relationships/slide" Target="/ppt/slides/slide6.xml" Id="R9d11bc1ff7f34bd5" /><Relationship Type="http://schemas.openxmlformats.org/officeDocument/2006/relationships/slide" Target="/ppt/slides/slide7.xml" Id="R88f41e8f1bc34054" /><Relationship Type="http://schemas.openxmlformats.org/officeDocument/2006/relationships/slide" Target="/ppt/slides/slide8.xml" Id="Rfd4b4ea23c304316" /><Relationship Type="http://schemas.openxmlformats.org/officeDocument/2006/relationships/slide" Target="/ppt/slides/slide9.xml" Id="Rb3d1471bbe524bfd" /><Relationship Type="http://schemas.openxmlformats.org/officeDocument/2006/relationships/slide" Target="/ppt/slides/slide10.xml" Id="R62b5946c9b714214" /><Relationship Type="http://schemas.openxmlformats.org/officeDocument/2006/relationships/slide" Target="/ppt/slides/slide11.xml" Id="R93f5eb2899304fde" /><Relationship Type="http://schemas.openxmlformats.org/officeDocument/2006/relationships/slide" Target="/ppt/slides/slide12.xml" Id="Ra054186ffff44aaa" /><Relationship Type="http://schemas.openxmlformats.org/officeDocument/2006/relationships/slide" Target="/ppt/slides/slide13.xml" Id="R39bef503843c4f5f" /><Relationship Type="http://schemas.openxmlformats.org/officeDocument/2006/relationships/slide" Target="/ppt/slides/slide14.xml" Id="R2559c7ea75424b8d" /><Relationship Type="http://schemas.openxmlformats.org/officeDocument/2006/relationships/slide" Target="/ppt/slides/slide15.xml" Id="Ra673a26017f446b9" /><Relationship Type="http://schemas.openxmlformats.org/officeDocument/2006/relationships/slide" Target="/ppt/slides/slide16.xml" Id="R4b48c30ddc2b438a" /><Relationship Type="http://schemas.openxmlformats.org/officeDocument/2006/relationships/slide" Target="/ppt/slides/slide17.xml" Id="R21a5986c05f54b78" /><Relationship Type="http://schemas.openxmlformats.org/officeDocument/2006/relationships/slide" Target="/ppt/slides/slide18.xml" Id="R6c353601fcbd4ff1" /><Relationship Type="http://schemas.openxmlformats.org/officeDocument/2006/relationships/slide" Target="/ppt/slides/slide19.xml" Id="R2f4d521ec7004260" /><Relationship Type="http://schemas.openxmlformats.org/officeDocument/2006/relationships/slide" Target="/ppt/slides/slide20.xml" Id="R42d439bcc7664225" /><Relationship Type="http://schemas.openxmlformats.org/officeDocument/2006/relationships/slide" Target="/ppt/slides/slide21.xml" Id="R6a2c247416574897" /><Relationship Type="http://schemas.openxmlformats.org/officeDocument/2006/relationships/slide" Target="/ppt/slides/slide22.xml" Id="R2d95e3c009f8489c" /><Relationship Type="http://schemas.openxmlformats.org/officeDocument/2006/relationships/slide" Target="/ppt/slides/slide23.xml" Id="R202b1b4324b84246" /><Relationship Type="http://schemas.openxmlformats.org/officeDocument/2006/relationships/slide" Target="/ppt/slides/slide24.xml" Id="R3cb7b1c12a23471c" /><Relationship Type="http://schemas.openxmlformats.org/officeDocument/2006/relationships/slide" Target="/ppt/slides/slide25.xml" Id="Rda8a0393ee414200" /><Relationship Type="http://schemas.openxmlformats.org/officeDocument/2006/relationships/slide" Target="/ppt/slides/slide26.xml" Id="Rf60c93b3d1584d31" /><Relationship Type="http://schemas.openxmlformats.org/officeDocument/2006/relationships/slide" Target="/ppt/slides/slide27.xml" Id="R1c93eae813ac47b4" /><Relationship Type="http://schemas.openxmlformats.org/officeDocument/2006/relationships/slide" Target="/ppt/slides/slide28.xml" Id="Ra7e43cfd929649fa" /><Relationship Type="http://schemas.openxmlformats.org/officeDocument/2006/relationships/slide" Target="/ppt/slides/slide29.xml" Id="Rdf7bbbb616814853" /><Relationship Type="http://schemas.openxmlformats.org/officeDocument/2006/relationships/slide" Target="/ppt/slides/slide30.xml" Id="R2a64127feb4f406f" /><Relationship Type="http://schemas.openxmlformats.org/officeDocument/2006/relationships/slide" Target="/ppt/slides/slide31.xml" Id="R6eb4088511d14e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1a606191c04c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8485f3c75d4754" /><Relationship Type="http://schemas.openxmlformats.org/officeDocument/2006/relationships/notesMaster" Target="/ppt/notesMasters/notesMaster1.xml" Id="R87dd08de02164c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5c7f7141a94bf8" /><Relationship Type="http://schemas.openxmlformats.org/officeDocument/2006/relationships/notesMaster" Target="/ppt/notesMasters/notesMaster1.xml" Id="R0c66657ec3b34f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a450fd673b4467" /><Relationship Type="http://schemas.openxmlformats.org/officeDocument/2006/relationships/notesMaster" Target="/ppt/notesMasters/notesMaster1.xml" Id="R0571660774ca42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ff141ea57b46d6" /><Relationship Type="http://schemas.openxmlformats.org/officeDocument/2006/relationships/notesMaster" Target="/ppt/notesMasters/notesMaster1.xml" Id="Rf9caad51fbb746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198e767e674158" /><Relationship Type="http://schemas.openxmlformats.org/officeDocument/2006/relationships/notesMaster" Target="/ppt/notesMasters/notesMaster1.xml" Id="Rb84b05f4e35b46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666d62e6ea4bfd" /><Relationship Type="http://schemas.openxmlformats.org/officeDocument/2006/relationships/notesMaster" Target="/ppt/notesMasters/notesMaster1.xml" Id="Rfe08bb276e9649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39389384804d16" /><Relationship Type="http://schemas.openxmlformats.org/officeDocument/2006/relationships/notesMaster" Target="/ppt/notesMasters/notesMaster1.xml" Id="R8600515404da42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3f1c8f0bca45f7" /><Relationship Type="http://schemas.openxmlformats.org/officeDocument/2006/relationships/notesMaster" Target="/ppt/notesMasters/notesMaster1.xml" Id="R8365475a3b5740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1069271ea94f93" /><Relationship Type="http://schemas.openxmlformats.org/officeDocument/2006/relationships/notesMaster" Target="/ppt/notesMasters/notesMaster1.xml" Id="Ra766466bafbf40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37b1f1ec6c46b1" /><Relationship Type="http://schemas.openxmlformats.org/officeDocument/2006/relationships/notesMaster" Target="/ppt/notesMasters/notesMaster1.xml" Id="Rd8be1388c31d48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2485f6dda04f2a" /><Relationship Type="http://schemas.openxmlformats.org/officeDocument/2006/relationships/notesMaster" Target="/ppt/notesMasters/notesMaster1.xml" Id="R00bd24ef465d4e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68806b86334fce" /><Relationship Type="http://schemas.openxmlformats.org/officeDocument/2006/relationships/notesMaster" Target="/ppt/notesMasters/notesMaster1.xml" Id="Rf03b3c1b0cda42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476cc952634a66" /><Relationship Type="http://schemas.openxmlformats.org/officeDocument/2006/relationships/notesMaster" Target="/ppt/notesMasters/notesMaster1.xml" Id="Rc6166d21c5b84c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3dea4b28cf409e" /><Relationship Type="http://schemas.openxmlformats.org/officeDocument/2006/relationships/notesMaster" Target="/ppt/notesMasters/notesMaster1.xml" Id="Rc9597099381f44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d3495b3a7b04653" /><Relationship Type="http://schemas.openxmlformats.org/officeDocument/2006/relationships/notesMaster" Target="/ppt/notesMasters/notesMaster1.xml" Id="R3681134b24c941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3bb57c647e4072" /><Relationship Type="http://schemas.openxmlformats.org/officeDocument/2006/relationships/notesMaster" Target="/ppt/notesMasters/notesMaster1.xml" Id="R977c3a2a651b4ec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d0a95762f2496d" /><Relationship Type="http://schemas.openxmlformats.org/officeDocument/2006/relationships/notesMaster" Target="/ppt/notesMasters/notesMaster1.xml" Id="R621381ad4de342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f9817ea2f743b0" /><Relationship Type="http://schemas.openxmlformats.org/officeDocument/2006/relationships/notesMaster" Target="/ppt/notesMasters/notesMaster1.xml" Id="R954ee986836a47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6db02c17f44ed3" /><Relationship Type="http://schemas.openxmlformats.org/officeDocument/2006/relationships/notesMaster" Target="/ppt/notesMasters/notesMaster1.xml" Id="Rdb570f6c5fa549f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b95ee1a93945eb" /><Relationship Type="http://schemas.openxmlformats.org/officeDocument/2006/relationships/notesMaster" Target="/ppt/notesMasters/notesMaster1.xml" Id="Rf9857dfa77e74e1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53047ec53341a5" /><Relationship Type="http://schemas.openxmlformats.org/officeDocument/2006/relationships/notesMaster" Target="/ppt/notesMasters/notesMaster1.xml" Id="Rd8c7753553284d8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d2c975d10f846e9" /><Relationship Type="http://schemas.openxmlformats.org/officeDocument/2006/relationships/notesMaster" Target="/ppt/notesMasters/notesMaster1.xml" Id="Rb9457bd74e144b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e8e5a40302457f" /><Relationship Type="http://schemas.openxmlformats.org/officeDocument/2006/relationships/notesMaster" Target="/ppt/notesMasters/notesMaster1.xml" Id="Rdd1e554fc03a4b5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3b2f12b48074d84" /><Relationship Type="http://schemas.openxmlformats.org/officeDocument/2006/relationships/notesMaster" Target="/ppt/notesMasters/notesMaster1.xml" Id="R7c5accc9d68940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df9dce4d2514b3d" /><Relationship Type="http://schemas.openxmlformats.org/officeDocument/2006/relationships/notesMaster" Target="/ppt/notesMasters/notesMaster1.xml" Id="Rcdc28333658741a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343e358b61a4d78" /><Relationship Type="http://schemas.openxmlformats.org/officeDocument/2006/relationships/notesMaster" Target="/ppt/notesMasters/notesMaster1.xml" Id="R8ede3e35420e40c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1a2233f2ed464a" /><Relationship Type="http://schemas.openxmlformats.org/officeDocument/2006/relationships/notesMaster" Target="/ppt/notesMasters/notesMaster1.xml" Id="Rf7c91ad346f748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0e03ab0be445d3" /><Relationship Type="http://schemas.openxmlformats.org/officeDocument/2006/relationships/notesMaster" Target="/ppt/notesMasters/notesMaster1.xml" Id="Rea064f5cc36d4d8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0b792619ecf41e7" /><Relationship Type="http://schemas.openxmlformats.org/officeDocument/2006/relationships/notesMaster" Target="/ppt/notesMasters/notesMaster1.xml" Id="Rce21891bdaf4496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5c0a1c3cbfd40d7" /><Relationship Type="http://schemas.openxmlformats.org/officeDocument/2006/relationships/notesMaster" Target="/ppt/notesMasters/notesMaster1.xml" Id="R723e68c6bc5c46a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c7882a0f6d44958" /><Relationship Type="http://schemas.openxmlformats.org/officeDocument/2006/relationships/notesMaster" Target="/ppt/notesMasters/notesMaster1.xml" Id="R9577c5e1915e48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PRD Orchestrator is a governed multi-agent system that transforms fragmented stakeholder evidence into a validated PRD, delivery hierarchy, and story-sizing guidance—while preserving human approval and source traceability.</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Internal project evidence: https://vjra.us/prd-genie-vp.html#q3-build-architecture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Product teams currently spend substantial time reconciling fragmented evidence into consistent PRDs and delivery backlogs.</a:t>
            </a:r>
            <a:endParaRPr/>
          </a:p>
          <a:p xmlns:a="http://schemas.openxmlformats.org/drawingml/2006/main">
            <a:pPr marL="0" lvl="0" indent="0" algn="l">
              <a:spcBef>
                <a:spcPts val="0"/>
              </a:spcBef>
              <a:spcAft>
                <a:spcPts val="0"/>
              </a:spcAft>
              <a:buNone/>
            </a:pPr>
            <a:r>
              <a:rPr sz="1200"/>
              <a:t>PRD Orchestrator replaces that manual translation path with nine coordinated workflows while preserving human approval and source lineage.</a:t>
            </a:r>
            <a:endParaRPr/>
          </a:p>
          <a:p xmlns:a="http://schemas.openxmlformats.org/drawingml/2006/main">
            <a:pPr marL="0" lvl="0" indent="0" algn="l">
              <a:spcBef>
                <a:spcPts val="0"/>
              </a:spcBef>
              <a:spcAft>
                <a:spcPts val="0"/>
              </a:spcAft>
              <a:buNone/>
            </a:pPr>
            <a:r>
              <a:rPr sz="1200"/>
              <a:t>The accepted v0.3.8 candidate produced a corrected PRD, a dynamic 3/7/11 delivery hierarchy, complete story sizing, zero orphaned governed records, and seven validated artifacts.</a:t>
            </a:r>
            <a:endParaRPr/>
          </a:p>
          <a:p xmlns:a="http://schemas.openxmlformats.org/drawingml/2006/main">
            <a:pPr marL="0" lvl="0" indent="0" algn="l">
              <a:spcBef>
                <a:spcPts val="0"/>
              </a:spcBef>
              <a:spcAft>
                <a:spcPts val="0"/>
              </a:spcAft>
              <a:buNone/>
            </a:pPr>
            <a:r>
              <a:rPr sz="1200"/>
              <a:t>The Agreement Gate authorized release only after the evidence contracts reconciled.</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PRD Orchestrator v0.3.8 accepted-run evidence and Q3 submission content: https://vjra.us/prd-genie-vp.html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NeuronForge's product-documentation process begins with fragmented evidence spread across interviews, briefs, notes, and stakeholder decisions.</a:t>
            </a:r>
            <a:endParaRPr/>
          </a:p>
          <a:p xmlns:a="http://schemas.openxmlformats.org/drawingml/2006/main">
            <a:pPr marL="0" lvl="0" indent="0" algn="l">
              <a:spcBef>
                <a:spcPts val="0"/>
              </a:spcBef>
              <a:spcAft>
                <a:spcPts val="0"/>
              </a:spcAft>
              <a:buNone/>
            </a:pPr>
            <a:r>
              <a:rPr sz="1200"/>
              <a:t>Product managers manually reconcile and interpret that material before drafting the PRD and delivery backlog.</a:t>
            </a:r>
            <a:endParaRPr/>
          </a:p>
          <a:p xmlns:a="http://schemas.openxmlformats.org/drawingml/2006/main">
            <a:pPr marL="0" lvl="0" indent="0" algn="l">
              <a:spcBef>
                <a:spcPts val="0"/>
              </a:spcBef>
              <a:spcAft>
                <a:spcPts val="0"/>
              </a:spcAft>
              <a:buNone/>
            </a:pPr>
            <a:r>
              <a:rPr sz="1200"/>
              <a:t>The process creates repeated clarification, inconsistent interpretation, and weak lineage between sources, requirements, and stories.</a:t>
            </a:r>
            <a:endParaRPr/>
          </a:p>
          <a:p xmlns:a="http://schemas.openxmlformats.org/drawingml/2006/main">
            <a:pPr marL="0" lvl="0" indent="0" algn="l">
              <a:spcBef>
                <a:spcPts val="0"/>
              </a:spcBef>
              <a:spcAft>
                <a:spcPts val="0"/>
              </a:spcAft>
              <a:buNone/>
            </a:pPr>
            <a:r>
              <a:rPr sz="1200"/>
              <a:t>The business consequence is slower planning, more rework, unsupported scope, and lower confidence for engineering and delivery teams.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Q1 Ideation and problem-statement content, PRD Orchestrator submission package.</a:t>
            </a:r>
            <a:endParaRPr/>
          </a:p>
          <a:p xmlns:a="http://schemas.openxmlformats.org/drawingml/2006/main">
            <a:pPr marL="0" lvl="0" indent="0" algn="l">
              <a:spcBef>
                <a:spcPts val="0"/>
              </a:spcBef>
              <a:spcAft>
                <a:spcPts val="0"/>
              </a:spcAft>
              <a:buNone/>
            </a:pPr>
            <a:r>
              <a:rPr sz="1200"/>
              <a:t>- PRD Orchestrator overview: https://vjra.us/prd-genie-vp.html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This mapping shows that each manual pain point has a specific governed capability rather than a single unrestricted generation step.</a:t>
            </a:r>
            <a:endParaRPr/>
          </a:p>
          <a:p xmlns:a="http://schemas.openxmlformats.org/drawingml/2006/main">
            <a:pPr marL="0" lvl="0" indent="0" algn="l">
              <a:spcBef>
                <a:spcPts val="0"/>
              </a:spcBef>
              <a:spcAft>
                <a:spcPts val="0"/>
              </a:spcAft>
              <a:buNone/>
            </a:pPr>
            <a:r>
              <a:rPr sz="1200"/>
              <a:t>Drive intake establishes the evidence boundary. Extraction and gap analysis preserve citations and expose uncertainty. Human approval determines which evidence may proceed.</a:t>
            </a:r>
            <a:endParaRPr/>
          </a:p>
          <a:p xmlns:a="http://schemas.openxmlformats.org/drawingml/2006/main">
            <a:pPr marL="0" lvl="0" indent="0" algn="l">
              <a:spcBef>
                <a:spcPts val="0"/>
              </a:spcBef>
              <a:spcAft>
                <a:spcPts val="0"/>
              </a:spcAft>
              <a:buNone/>
            </a:pPr>
            <a:r>
              <a:rPr sz="1200"/>
              <a:t>The PRD and story agents generate planning artifacts from approved evidence, while the final validator reconciles IDs and acceptance criteria before export.</a:t>
            </a:r>
            <a:endParaRPr/>
          </a:p>
          <a:p xmlns:a="http://schemas.openxmlformats.org/drawingml/2006/main">
            <a:pPr marL="0" lvl="0" indent="0" algn="l">
              <a:spcBef>
                <a:spcPts val="0"/>
              </a:spcBef>
              <a:spcAft>
                <a:spcPts val="0"/>
              </a:spcAft>
              <a:buNone/>
            </a:pPr>
            <a:r>
              <a:rPr sz="1200"/>
              <a:t>Sizing remains a post-story, non-blocking planning aid. The central principle is that automation accelerates the work, but governance determines what may be delivered.</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Q1 Ideation: manual-step-to-agent-solution mapping, PRD Orchestrator submission package.</a:t>
            </a:r>
            <a:endParaRPr/>
          </a:p>
          <a:p xmlns:a="http://schemas.openxmlformats.org/drawingml/2006/main">
            <a:pPr marL="0" lvl="0" indent="0" algn="l">
              <a:spcBef>
                <a:spcPts val="0"/>
              </a:spcBef>
              <a:spcAft>
                <a:spcPts val="0"/>
              </a:spcAft>
              <a:buNone/>
            </a:pPr>
            <a:r>
              <a:rPr sz="1200"/>
              <a:t>- PRD Orchestrator v0.3.8 architecture and workflow inventory: https://vjra.us/prd-genie-vp.html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charter positions PRD Orchestrator as a controlled product-documentation program, not an autonomous decision maker.</a:t>
            </a:r>
            <a:endParaRPr/>
          </a:p>
          <a:p xmlns:a="http://schemas.openxmlformats.org/drawingml/2006/main">
            <a:pPr marL="0" lvl="0" indent="0" algn="l">
              <a:spcBef>
                <a:spcPts val="0"/>
              </a:spcBef>
              <a:spcAft>
                <a:spcPts val="0"/>
              </a:spcAft>
              <a:buNone/>
            </a:pPr>
            <a:r>
              <a:rPr sz="1200"/>
              <a:t>Its vision is to transform fragmented evidence into trusted planning artifacts while retaining visible human control.</a:t>
            </a:r>
            <a:endParaRPr/>
          </a:p>
          <a:p xmlns:a="http://schemas.openxmlformats.org/drawingml/2006/main">
            <a:pPr marL="0" lvl="0" indent="0" algn="l">
              <a:spcBef>
                <a:spcPts val="0"/>
              </a:spcBef>
              <a:spcAft>
                <a:spcPts val="0"/>
              </a:spcAft>
              <a:buNone/>
            </a:pPr>
            <a:r>
              <a:rPr sz="1200"/>
              <a:t>The three objectives are to reduce translation effort, preserve decision lineage, and increase delivery confidence through governed release controls.</a:t>
            </a:r>
            <a:endParaRPr/>
          </a:p>
          <a:p xmlns:a="http://schemas.openxmlformats.org/drawingml/2006/main">
            <a:pPr marL="0" lvl="0" indent="0" algn="l">
              <a:spcBef>
                <a:spcPts val="0"/>
              </a:spcBef>
              <a:spcAft>
                <a:spcPts val="0"/>
              </a:spcAft>
              <a:buNone/>
            </a:pPr>
            <a:r>
              <a:rPr sz="1200"/>
              <a:t>Success is measurable through complete ID reconciliation, zero orphaned delivery records, sizing coverage for all eleven stories, and three validated planning artifacts.</a:t>
            </a:r>
            <a:endParaRPr/>
          </a:p>
          <a:p xmlns:a="http://schemas.openxmlformats.org/drawingml/2006/main">
            <a:pPr marL="0" lvl="0" indent="0" algn="l">
              <a:spcBef>
                <a:spcPts val="0"/>
              </a:spcBef>
              <a:spcAft>
                <a:spcPts val="0"/>
              </a:spcAft>
              <a:buNone/>
            </a:pPr>
            <a:r>
              <a:rPr sz="1200"/>
              <a:t>The scope boundary is intentional: the system supports evidence processing and planning documentation, but it does not replace product ownership, make autonomous scope decisions, or convert sizing into delivery commitments.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Q2 Program Charter, PRD Orchestrator submission package.</a:t>
            </a:r>
            <a:endParaRPr/>
          </a:p>
          <a:p xmlns:a="http://schemas.openxmlformats.org/drawingml/2006/main">
            <a:pPr marL="0" lvl="0" indent="0" algn="l">
              <a:spcBef>
                <a:spcPts val="0"/>
              </a:spcBef>
              <a:spcAft>
                <a:spcPts val="0"/>
              </a:spcAft>
              <a:buNone/>
            </a:pPr>
            <a:r>
              <a:rPr sz="1200"/>
              <a:t>- Accepted v0.3.8 run evidence: https://vjra.us/prd-genie-vp.html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rollout plan is staged so governance grows with capability.</a:t>
            </a:r>
            <a:endParaRPr/>
          </a:p>
          <a:p xmlns:a="http://schemas.openxmlformats.org/drawingml/2006/main">
            <a:pPr marL="0" lvl="0" indent="0" algn="l">
              <a:spcBef>
                <a:spcPts val="0"/>
              </a:spcBef>
              <a:spcAft>
                <a:spcPts val="0"/>
              </a:spcAft>
              <a:buNone/>
            </a:pPr>
            <a:r>
              <a:rPr sz="1200"/>
              <a:t>Discovery establishes the evidence boundary and measurable outcomes. Build creates the specialized agents and their contracts. Validation uses T1 through T12, Langfuse evaluators, traceability checks, and controlled canaries.</a:t>
            </a:r>
            <a:endParaRPr/>
          </a:p>
          <a:p xmlns:a="http://schemas.openxmlformats.org/drawingml/2006/main">
            <a:pPr marL="0" lvl="0" indent="0" algn="l">
              <a:spcBef>
                <a:spcPts val="0"/>
              </a:spcBef>
              <a:spcAft>
                <a:spcPts val="0"/>
              </a:spcAft>
              <a:buNone/>
            </a:pPr>
            <a:r>
              <a:rPr sz="1200"/>
              <a:t>Operation begins with a manual production trigger and monitored promotion rather than unattended automation.</a:t>
            </a:r>
            <a:endParaRPr/>
          </a:p>
          <a:p xmlns:a="http://schemas.openxmlformats.org/drawingml/2006/main">
            <a:pPr marL="0" lvl="0" indent="0" algn="l">
              <a:spcBef>
                <a:spcPts val="0"/>
              </a:spcBef>
              <a:spcAft>
                <a:spcPts val="0"/>
              </a:spcAft>
              <a:buNone/>
            </a:pPr>
            <a:r>
              <a:rPr sz="1200"/>
              <a:t>Accountability remains distributed: the product owner controls scope and release; SMEs validate evidence; engineering tests artifact usability; and the workflow owner manages credentials, monitoring, and rollback.</a:t>
            </a:r>
            <a:endParaRPr/>
          </a:p>
          <a:p xmlns:a="http://schemas.openxmlformats.org/drawingml/2006/main">
            <a:pPr marL="0" lvl="0" indent="0" algn="l">
              <a:spcBef>
                <a:spcPts val="0"/>
              </a:spcBef>
              <a:spcAft>
                <a:spcPts val="0"/>
              </a:spcAft>
              <a:buNone/>
            </a:pPr>
            <a:r>
              <a:rPr sz="1200"/>
              <a:t>The primary risks—unsupported requirements, automation bias, regression, and evaluator cost—each have explicit controls.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Q2 Program Charter: timeline, stakeholders, risk register, and rollout plan.</a:t>
            </a:r>
            <a:endParaRPr/>
          </a:p>
          <a:p xmlns:a="http://schemas.openxmlformats.org/drawingml/2006/main">
            <a:pPr marL="0" lvl="0" indent="0" algn="l">
              <a:spcBef>
                <a:spcPts val="0"/>
              </a:spcBef>
              <a:spcAft>
                <a:spcPts val="0"/>
              </a:spcAft>
              <a:buNone/>
            </a:pPr>
            <a:r>
              <a:rPr sz="1200"/>
              <a:t>- PRD Orchestrator v0.3.8 operating evidence: https://vjra.us/prd-genie-vp.html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This is the audience-facing view of the v0.3.8 architecture.</a:t>
            </a:r>
            <a:endParaRPr/>
          </a:p>
          <a:p xmlns:a="http://schemas.openxmlformats.org/drawingml/2006/main">
            <a:pPr marL="0" lvl="0" indent="0" algn="l">
              <a:spcBef>
                <a:spcPts val="0"/>
              </a:spcBef>
              <a:spcAft>
                <a:spcPts val="0"/>
              </a:spcAft>
              <a:buNone/>
            </a:pPr>
            <a:r>
              <a:rPr sz="1200"/>
              <a:t>Google Drive is the runtime source and output boundary. A manually triggered parent creates one run identity and dynamically invokes the governed workflow set by ID.</a:t>
            </a:r>
            <a:endParaRPr/>
          </a:p>
          <a:p xmlns:a="http://schemas.openxmlformats.org/drawingml/2006/main">
            <a:pPr marL="0" lvl="0" indent="0" algn="l">
              <a:spcBef>
                <a:spcPts val="0"/>
              </a:spcBef>
              <a:spcAft>
                <a:spcPts val="0"/>
              </a:spcAft>
              <a:buNone/>
            </a:pPr>
            <a:r>
              <a:rPr sz="1200"/>
              <a:t>The execution path moves through intake, extraction, gap analysis, human approval, PRD generation, story breakdown, and final validation and export. Story sizing follows Stage 7 as a non-blocking planning aid.</a:t>
            </a:r>
            <a:endParaRPr/>
          </a:p>
          <a:p xmlns:a="http://schemas.openxmlformats.org/drawingml/2006/main">
            <a:pPr marL="0" lvl="0" indent="0" algn="l">
              <a:spcBef>
                <a:spcPts val="0"/>
              </a:spcBef>
              <a:spcAft>
                <a:spcPts val="0"/>
              </a:spcAft>
              <a:buNone/>
            </a:pPr>
            <a:r>
              <a:rPr sz="1200"/>
              <a:t>GPT-5.6 Terra is the principal intelligence model for the reasoning-intensive stages. It was selected because this is a low-volume, high-consequence workflow that must reconcile evidence across documents, preserve uncertainty, and generate grounded planning artifacts.</a:t>
            </a:r>
            <a:endParaRPr/>
          </a:p>
          <a:p xmlns:a="http://schemas.openxmlformats.org/drawingml/2006/main">
            <a:pPr marL="0" lvl="0" indent="0" algn="l">
              <a:spcBef>
                <a:spcPts val="0"/>
              </a:spcBef>
              <a:spcAft>
                <a:spcPts val="0"/>
              </a:spcAft>
              <a:buNone/>
            </a:pPr>
            <a:r>
              <a:rPr sz="1200"/>
              <a:t>Langfuse supplies traces and evaluator evidence, while governance controls enforce citations, approval, reconciliation, release authorization, and rollback.</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Capstone Project Playbook, section 2.2: smarter models for complex reasoning and PRD generation.</a:t>
            </a:r>
            <a:endParaRPr/>
          </a:p>
          <a:p xmlns:a="http://schemas.openxmlformats.org/drawingml/2006/main">
            <a:pPr marL="0" lvl="0" indent="0" algn="l">
              <a:spcBef>
                <a:spcPts val="0"/>
              </a:spcBef>
              <a:spcAft>
                <a:spcPts val="0"/>
              </a:spcAft>
              <a:buNone/>
            </a:pPr>
            <a:r>
              <a:rPr sz="1200"/>
              <a:t>- PRD Orchestrator v0.3.8 system architecture: https://vjra.us/prd-genie-vp.html#architecture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This slide makes the responsibility boundary explicit across all nine workflows.</a:t>
            </a:r>
            <a:endParaRPr/>
          </a:p>
          <a:p xmlns:a="http://schemas.openxmlformats.org/drawingml/2006/main">
            <a:pPr marL="0" lvl="0" indent="0" algn="l">
              <a:spcBef>
                <a:spcPts val="0"/>
              </a:spcBef>
              <a:spcAft>
                <a:spcPts val="0"/>
              </a:spcAft>
              <a:buNone/>
            </a:pPr>
            <a:r>
              <a:rPr sz="1200"/>
              <a:t>GPT-5.6 Terra is used where semantic reasoning is material: requirement extraction, gap and conflict analysis, grounded PRD generation, story decomposition, and advisory sizing.</a:t>
            </a:r>
            <a:endParaRPr/>
          </a:p>
          <a:p xmlns:a="http://schemas.openxmlformats.org/drawingml/2006/main">
            <a:pPr marL="0" lvl="0" indent="0" algn="l">
              <a:spcBef>
                <a:spcPts val="0"/>
              </a:spcBef>
              <a:spcAft>
                <a:spcPts val="0"/>
              </a:spcAft>
              <a:buNone/>
            </a:pPr>
            <a:r>
              <a:rPr sz="1200"/>
              <a:t>The choice is deliberate. These stages must integrate evidence across six files, distinguish facts from ambiguity, preserve citations, and generate structured delivery content without unsupported invention.</a:t>
            </a:r>
            <a:endParaRPr/>
          </a:p>
          <a:p xmlns:a="http://schemas.openxmlformats.org/drawingml/2006/main">
            <a:pPr marL="0" lvl="0" indent="0" algn="l">
              <a:spcBef>
                <a:spcPts val="0"/>
              </a:spcBef>
              <a:spcAft>
                <a:spcPts val="0"/>
              </a:spcAft>
              <a:buNone/>
            </a:pPr>
            <a:r>
              <a:rPr sz="1200"/>
              <a:t>The model does not control release. n8n coordinates the run, deterministic code validates contracts, Human Approval authorizes business scope, and the Agreement Gate controls delivery.</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Capstone Project Playbook, section 2.2: model-selection rationale for complex reasoning and PRD generation.</a:t>
            </a:r>
            <a:endParaRPr/>
          </a:p>
          <a:p xmlns:a="http://schemas.openxmlformats.org/drawingml/2006/main">
            <a:pPr marL="0" lvl="0" indent="0" algn="l">
              <a:spcBef>
                <a:spcPts val="0"/>
              </a:spcBef>
              <a:spcAft>
                <a:spcPts val="0"/>
              </a:spcAft>
              <a:buNone/>
            </a:pPr>
            <a:r>
              <a:rPr sz="1200"/>
              <a:t>- PRD Orchestrator v0.3.8 workflow inventory and agent contracts.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This slide shows the fail-closed assurance path that prevents unsupported requirements from reaching delivery.</a:t>
            </a:r>
            <a:endParaRPr/>
          </a:p>
          <a:p xmlns:a="http://schemas.openxmlformats.org/drawingml/2006/main">
            <a:pPr marL="0" lvl="0" indent="0" algn="l">
              <a:spcBef>
                <a:spcPts val="0"/>
              </a:spcBef>
              <a:spcAft>
                <a:spcPts val="0"/>
              </a:spcAft>
              <a:buNone/>
            </a:pPr>
            <a:r>
              <a:rPr sz="1200"/>
              <a:t>Every requirement begins with an authoritative source record and an exact citation. The Gap Analyzer exposes ambiguity, conflicts, and missing information instead of resolving them silently.</a:t>
            </a:r>
            <a:endParaRPr/>
          </a:p>
          <a:p xmlns:a="http://schemas.openxmlformats.org/drawingml/2006/main">
            <a:pPr marL="0" lvl="0" indent="0" algn="l">
              <a:spcBef>
                <a:spcPts val="0"/>
              </a:spcBef>
              <a:spcAft>
                <a:spcPts val="0"/>
              </a:spcAft>
              <a:buNone/>
            </a:pPr>
            <a:r>
              <a:rPr sz="1200"/>
              <a:t>Human Approval determines the authorized scope before PRD or story generation. Generated planning elements then carry stable identifiers and mapped acceptance criteria.</a:t>
            </a:r>
            <a:endParaRPr/>
          </a:p>
          <a:p xmlns:a="http://schemas.openxmlformats.org/drawingml/2006/main">
            <a:pPr marL="0" lvl="0" indent="0" algn="l">
              <a:spcBef>
                <a:spcPts val="0"/>
              </a:spcBef>
              <a:spcAft>
                <a:spcPts val="0"/>
              </a:spcAft>
              <a:buNone/>
            </a:pPr>
            <a:r>
              <a:rPr sz="1200"/>
              <a:t>The Agreement Gate checks set equality and orphan prevention before export. If the evidence, approval, or reconciliation contract fails, delivery does not proceed.</a:t>
            </a:r>
            <a:endParaRPr/>
          </a:p>
          <a:p xmlns:a="http://schemas.openxmlformats.org/drawingml/2006/main">
            <a:pPr marL="0" lvl="0" indent="0" algn="l">
              <a:spcBef>
                <a:spcPts val="0"/>
              </a:spcBef>
              <a:spcAft>
                <a:spcPts val="0"/>
              </a:spcAft>
              <a:buNone/>
            </a:pPr>
            <a:r>
              <a:rPr sz="1200"/>
              <a:t>For the accepted v0.3.8 evidence, all 145 citation dispositions reconciled, governed IDs matched completely, zero orphaned records remained, and the Agreement Gate authorized release.</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PRD Orchestrator v0.3.8 governance, traceability, and accepted-run evidence: https://vjra.us/prd-genie-vp.html#q3-build-architecture</a:t>
            </a:r>
            <a:endParaRPr/>
          </a:p>
          <a:p xmlns:a="http://schemas.openxmlformats.org/drawingml/2006/main">
            <a:pPr marL="0" lvl="0" indent="0" algn="l">
              <a:spcBef>
                <a:spcPts val="0"/>
              </a:spcBef>
              <a:spcAft>
                <a:spcPts val="0"/>
              </a:spcAft>
              <a:buNone/>
            </a:pPr>
            <a:r>
              <a:rPr sz="1200"/>
              <a:t>- Source-to-delivery citation reconciliation matrix and final validator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pipeline produces three primary planning-ready documents.</a:t>
            </a:r>
            <a:endParaRPr/>
          </a:p>
          <a:p xmlns:a="http://schemas.openxmlformats.org/drawingml/2006/main">
            <a:pPr marL="0" lvl="0" indent="0" algn="l">
              <a:spcBef>
                <a:spcPts val="0"/>
              </a:spcBef>
              <a:spcAft>
                <a:spcPts val="0"/>
              </a:spcAft>
              <a:buNone/>
            </a:pPr>
            <a:r>
              <a:rPr sz="1200"/>
              <a:t>The corrected PRD follows the required ten-section structure and places acceptance criteria at the feature level, where Epics and Stories do not yet exist.</a:t>
            </a:r>
            <a:endParaRPr/>
          </a:p>
          <a:p xmlns:a="http://schemas.openxmlformats.org/drawingml/2006/main">
            <a:pPr marL="0" lvl="0" indent="0" algn="l">
              <a:spcBef>
                <a:spcPts val="0"/>
              </a:spcBef>
              <a:spcAft>
                <a:spcPts val="0"/>
              </a:spcAft>
              <a:buNone/>
            </a:pPr>
            <a:r>
              <a:rPr sz="1200"/>
              <a:t>The delivery document creates a dynamic hierarchy of three Epics, seven Features, and eleven User Stories, with source mapping and acceptance criteria for every story.</a:t>
            </a:r>
            <a:endParaRPr/>
          </a:p>
          <a:p xmlns:a="http://schemas.openxmlformats.org/drawingml/2006/main">
            <a:pPr marL="0" lvl="0" indent="0" algn="l">
              <a:spcBef>
                <a:spcPts val="0"/>
              </a:spcBef>
              <a:spcAft>
                <a:spcPts val="0"/>
              </a:spcAft>
              <a:buNone/>
            </a:pPr>
            <a:r>
              <a:rPr sz="1200"/>
              <a:t>The sizing document covers all eleven stories and reports proposed size, confidence, rationale, and items requiring refinement. It remains advisory and non-blocking.</a:t>
            </a:r>
            <a:endParaRPr/>
          </a:p>
          <a:p xmlns:a="http://schemas.openxmlformats.org/drawingml/2006/main">
            <a:pPr marL="0" lvl="0" indent="0" algn="l">
              <a:spcBef>
                <a:spcPts val="0"/>
              </a:spcBef>
              <a:spcAft>
                <a:spcPts val="0"/>
              </a:spcAft>
              <a:buNone/>
            </a:pPr>
            <a:r>
              <a:rPr sz="1200"/>
              <a:t>These three Markdown documents are accompanied by structured summary and lineage artifacts, producing seven validated run-specific delivery files.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Accepted v0.3.8 PRD, Epic/Feature/User Story, and T-shirt Sizing artifacts.</a:t>
            </a:r>
            <a:endParaRPr/>
          </a:p>
          <a:p xmlns:a="http://schemas.openxmlformats.org/drawingml/2006/main">
            <a:pPr marL="0" lvl="0" indent="0" algn="l">
              <a:spcBef>
                <a:spcPts val="0"/>
              </a:spcBef>
              <a:spcAft>
                <a:spcPts val="0"/>
              </a:spcAft>
              <a:buNone/>
            </a:pPr>
            <a:r>
              <a:rPr sz="1200"/>
              <a:t>- PRD Orchestrator delivery and Q3 evidence: https://vjra.us/prd-genie-vp.html#q3-build-architecture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baseline contains twelve prescribed scenarios and all twelve are approved.</a:t>
            </a:r>
            <a:endParaRPr/>
          </a:p>
          <a:p xmlns:a="http://schemas.openxmlformats.org/drawingml/2006/main">
            <a:pPr marL="0" lvl="0" indent="0" algn="l">
              <a:spcBef>
                <a:spcPts val="0"/>
              </a:spcBef>
              <a:spcAft>
                <a:spcPts val="0"/>
              </a:spcAft>
              <a:buNone/>
            </a:pPr>
            <a:r>
              <a:rPr sz="1200"/>
              <a:t>T1 through T10 exercise requirement extraction across clear, vague, contradictory, incomplete, persona-specific, technical, dependency, and empty-input conditions.</a:t>
            </a:r>
            <a:endParaRPr/>
          </a:p>
          <a:p xmlns:a="http://schemas.openxmlformats.org/drawingml/2006/main">
            <a:pPr marL="0" lvl="0" indent="0" algn="l">
              <a:spcBef>
                <a:spcPts val="0"/>
              </a:spcBef>
              <a:spcAft>
                <a:spcPts val="0"/>
              </a:spcAft>
              <a:buNone/>
            </a:pPr>
            <a:r>
              <a:rPr sz="1200"/>
              <a:t>T11 verifies that an approved evidence package becomes a grounded ten-section PRD.</a:t>
            </a:r>
            <a:endParaRPr/>
          </a:p>
          <a:p xmlns:a="http://schemas.openxmlformats.org/drawingml/2006/main">
            <a:pPr marL="0" lvl="0" indent="0" algn="l">
              <a:spcBef>
                <a:spcPts val="0"/>
              </a:spcBef>
              <a:spcAft>
                <a:spcPts val="0"/>
              </a:spcAft>
              <a:buNone/>
            </a:pPr>
            <a:r>
              <a:rPr sz="1200"/>
              <a:t>T12 verifies that the approved PRD decomposes into Epic, Feature, User Story, and acceptance-criteria structures.</a:t>
            </a:r>
            <a:endParaRPr/>
          </a:p>
          <a:p xmlns:a="http://schemas.openxmlformats.org/drawingml/2006/main">
            <a:pPr marL="0" lvl="0" indent="0" algn="l">
              <a:spcBef>
                <a:spcPts val="0"/>
              </a:spcBef>
              <a:spcAft>
                <a:spcPts val="0"/>
              </a:spcAft>
              <a:buNone/>
            </a:pPr>
            <a:r>
              <a:rPr sz="1200"/>
              <a:t>The purpose is not simply to count passes. The baseline demonstrates preservation of exact values, visible treatment of ambiguity, no unsupported invention, and evidence capture through n8n, Langfuse, and result files.</a:t>
            </a:r>
            <a:endParaRPr/>
          </a:p>
          <a:p xmlns:a="http://schemas.openxmlformats.org/drawingml/2006/main">
            <a:pPr marL="0" lvl="0" indent="0" algn="l">
              <a:spcBef>
                <a:spcPts val="0"/>
              </a:spcBef>
              <a:spcAft>
                <a:spcPts val="0"/>
              </a:spcAft>
              <a:buNone/>
            </a:pPr>
            <a:r>
              <a:rPr sz="1200"/>
              <a:t>The complete scenario-by-scenario matrix remains in Appendix A5 so the main presentation stays readable.</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PRD Orchestrator v0.3.8 Q3 baseline-testing evidence: https://vjra.us/prd-genie-vp.html#q3-build-architecture</a:t>
            </a:r>
            <a:endParaRPr/>
          </a:p>
          <a:p xmlns:a="http://schemas.openxmlformats.org/drawingml/2006/main">
            <a:pPr marL="0" lvl="0" indent="0" algn="l">
              <a:spcBef>
                <a:spcPts val="0"/>
              </a:spcBef>
              <a:spcAft>
                <a:spcPts val="0"/>
              </a:spcAft>
              <a:buNone/>
            </a:pPr>
            <a:r>
              <a:rPr sz="1200"/>
              <a:t>- Accepted T1–T12 ground-truth datasets and documented output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evaluation design separates exact assurance from contextual judgment.</a:t>
            </a:r>
            <a:endParaRPr/>
          </a:p>
          <a:p xmlns:a="http://schemas.openxmlformats.org/drawingml/2006/main">
            <a:pPr marL="0" lvl="0" indent="0" algn="l">
              <a:spcBef>
                <a:spcPts val="0"/>
              </a:spcBef>
              <a:spcAft>
                <a:spcPts val="0"/>
              </a:spcAft>
              <a:buNone/>
            </a:pPr>
            <a:r>
              <a:rPr sz="1200"/>
              <a:t>Deterministic controls verify schema, fields, counts, set equality, identifier validity, orphan prevention, and export rules.</a:t>
            </a:r>
            <a:endParaRPr/>
          </a:p>
          <a:p xmlns:a="http://schemas.openxmlformats.org/drawingml/2006/main">
            <a:pPr marL="0" lvl="0" indent="0" algn="l">
              <a:spcBef>
                <a:spcPts val="0"/>
              </a:spcBef>
              <a:spcAft>
                <a:spcPts val="0"/>
              </a:spcAft>
              <a:buNone/>
            </a:pPr>
            <a:r>
              <a:rPr sz="1200"/>
              <a:t>GPT-5.6 Terra evaluates semantic qualities that code cannot reliably judge: evidence faithfulness, unsupported invention, and sizing reasonableness across the full document context.</a:t>
            </a:r>
            <a:endParaRPr/>
          </a:p>
          <a:p xmlns:a="http://schemas.openxmlformats.org/drawingml/2006/main">
            <a:pPr marL="0" lvl="0" indent="0" algn="l">
              <a:spcBef>
                <a:spcPts val="0"/>
              </a:spcBef>
              <a:spcAft>
                <a:spcPts val="0"/>
              </a:spcAft>
              <a:buNone/>
            </a:pPr>
            <a:r>
              <a:rPr sz="1200"/>
              <a:t>This stronger model tier is appropriate because evaluator errors could incorrectly authorize or reject a release. Its judgment is therefore combined with deterministic controls rather than used alone.</a:t>
            </a:r>
            <a:endParaRPr/>
          </a:p>
          <a:p xmlns:a="http://schemas.openxmlformats.org/drawingml/2006/main">
            <a:pPr marL="0" lvl="0" indent="0" algn="l">
              <a:spcBef>
                <a:spcPts val="0"/>
              </a:spcBef>
              <a:spcAft>
                <a:spcPts val="0"/>
              </a:spcAft>
              <a:buNone/>
            </a:pPr>
            <a:r>
              <a:rPr sz="1200"/>
              <a:t>Hallucination remains governed by a maximum threshold of 0.15, and the Agreement Gate applies the release policy.</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Accepted v0.3.8 Langfuse evaluator configuration and receipts.</a:t>
            </a:r>
            <a:endParaRPr/>
          </a:p>
          <a:p xmlns:a="http://schemas.openxmlformats.org/drawingml/2006/main">
            <a:pPr marL="0" lvl="0" indent="0" algn="l">
              <a:spcBef>
                <a:spcPts val="0"/>
              </a:spcBef>
              <a:spcAft>
                <a:spcPts val="0"/>
              </a:spcAft>
              <a:buNone/>
            </a:pPr>
            <a:r>
              <a:rPr sz="1200"/>
              <a:t>- Capstone Project Playbook, section 2.2: smarter models for evaluation judging and quality-critical output.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This is the accepted v0.3.8 end-to-end candidate run.</a:t>
            </a:r>
            <a:endParaRPr/>
          </a:p>
          <a:p xmlns:a="http://schemas.openxmlformats.org/drawingml/2006/main">
            <a:pPr marL="0" lvl="0" indent="0" algn="l">
              <a:spcBef>
                <a:spcPts val="0"/>
              </a:spcBef>
              <a:spcAft>
                <a:spcPts val="0"/>
              </a:spcAft>
              <a:buNone/>
            </a:pPr>
            <a:r>
              <a:rPr sz="1200"/>
              <a:t>Parent execution 11901 created run identity RUN-S2-11902-16e7090e and completed in two minutes and 33.201 seconds.</a:t>
            </a:r>
            <a:endParaRPr/>
          </a:p>
          <a:p xmlns:a="http://schemas.openxmlformats.org/drawingml/2006/main">
            <a:pPr marL="0" lvl="0" indent="0" algn="l">
              <a:spcBef>
                <a:spcPts val="0"/>
              </a:spcBef>
              <a:spcAft>
                <a:spcPts val="0"/>
              </a:spcAft>
              <a:buNone/>
            </a:pPr>
            <a:r>
              <a:rPr sz="1200"/>
              <a:t>The Agreement Gate authorized release, the final validator passed, seven run-specific artifacts were delivered, and post-stage sizing completed for all eleven stories.</a:t>
            </a:r>
            <a:endParaRPr/>
          </a:p>
          <a:p xmlns:a="http://schemas.openxmlformats.org/drawingml/2006/main">
            <a:pPr marL="0" lvl="0" indent="0" algn="l">
              <a:spcBef>
                <a:spcPts val="0"/>
              </a:spcBef>
              <a:spcAft>
                <a:spcPts val="0"/>
              </a:spcAft>
              <a:buNone/>
            </a:pPr>
            <a:r>
              <a:rPr sz="1200"/>
              <a:t>The Production PRD passed its code controls with faithfulness 0.99 and hallucination 0.05.</a:t>
            </a:r>
            <a:endParaRPr/>
          </a:p>
          <a:p xmlns:a="http://schemas.openxmlformats.org/drawingml/2006/main">
            <a:pPr marL="0" lvl="0" indent="0" algn="l">
              <a:spcBef>
                <a:spcPts val="0"/>
              </a:spcBef>
              <a:spcAft>
                <a:spcPts val="0"/>
              </a:spcAft>
              <a:buNone/>
            </a:pPr>
            <a:r>
              <a:rPr sz="1200"/>
              <a:t>Story Breakdown scored 1.00 on code controls, 0.98 faithfulness, and 0.02 hallucination.</a:t>
            </a:r>
            <a:endParaRPr/>
          </a:p>
          <a:p xmlns:a="http://schemas.openxmlformats.org/drawingml/2006/main">
            <a:pPr marL="0" lvl="0" indent="0" algn="l">
              <a:spcBef>
                <a:spcPts val="0"/>
              </a:spcBef>
              <a:spcAft>
                <a:spcPts val="0"/>
              </a:spcAft>
              <a:buNone/>
            </a:pPr>
            <a:r>
              <a:rPr sz="1200"/>
              <a:t>Story Sizing scored 1.00 on code controls, faithfulness, and reasonableness, with hallucination 0.00.</a:t>
            </a:r>
            <a:endParaRPr/>
          </a:p>
          <a:p xmlns:a="http://schemas.openxmlformats.org/drawingml/2006/main">
            <a:pPr marL="0" lvl="0" indent="0" algn="l">
              <a:spcBef>
                <a:spcPts val="0"/>
              </a:spcBef>
              <a:spcAft>
                <a:spcPts val="0"/>
              </a:spcAft>
              <a:buNone/>
            </a:pPr>
            <a:r>
              <a:rPr sz="1200"/>
              <a:t>These results establish v0.3.8 as the submission candidate while v0.3.7 remains unchanged as the protected rollback checkpoint.</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Accepted v0.3.8 n8n parent execution 11901 and run RUN-S2-11902-16e7090e.</a:t>
            </a:r>
            <a:endParaRPr/>
          </a:p>
          <a:p xmlns:a="http://schemas.openxmlformats.org/drawingml/2006/main">
            <a:pPr marL="0" lvl="0" indent="0" algn="l">
              <a:spcBef>
                <a:spcPts val="0"/>
              </a:spcBef>
              <a:spcAft>
                <a:spcPts val="0"/>
              </a:spcAft>
              <a:buNone/>
            </a:pPr>
            <a:r>
              <a:rPr sz="1200"/>
              <a:t>- Accepted v0.3.8 Langfuse evaluator receipts and Overall Status snapshot.</a:t>
            </a:r>
            <a:endParaRPr/>
          </a:p>
          <a:p xmlns:a="http://schemas.openxmlformats.org/drawingml/2006/main">
            <a:pPr marL="0" lvl="0" indent="0" algn="l">
              <a:spcBef>
                <a:spcPts val="0"/>
              </a:spcBef>
              <a:spcAft>
                <a:spcPts val="0"/>
              </a:spcAft>
              <a:buNone/>
            </a:pPr>
            <a:r>
              <a:rPr sz="1200"/>
              <a:t>- PRD Orchestrator evidence dashboard: https://vjra.us/prd-genie-vp.html#q3-build-architecture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Traceability is enforced in both directions, not reconstructed after delivery.</a:t>
            </a:r>
            <a:endParaRPr/>
          </a:p>
          <a:p xmlns:a="http://schemas.openxmlformats.org/drawingml/2006/main">
            <a:pPr marL="0" lvl="0" indent="0" algn="l">
              <a:spcBef>
                <a:spcPts val="0"/>
              </a:spcBef>
              <a:spcAft>
                <a:spcPts val="0"/>
              </a:spcAft>
              <a:buNone/>
            </a:pPr>
            <a:r>
              <a:rPr sz="1200"/>
              <a:t>The example begins with an approved source segment identified as CIT-05-0016-13c3d894. It becomes requirement FR-001, the Dashboard Insights PRD feature, the Analytics Insights delivery group, and the user story to display five core metrics with testable criteria.</a:t>
            </a:r>
            <a:endParaRPr/>
          </a:p>
          <a:p xmlns:a="http://schemas.openxmlformats.org/drawingml/2006/main">
            <a:pPr marL="0" lvl="0" indent="0" algn="l">
              <a:spcBef>
                <a:spcPts val="0"/>
              </a:spcBef>
              <a:spcAft>
                <a:spcPts val="0"/>
              </a:spcAft>
              <a:buNone/>
            </a:pPr>
            <a:r>
              <a:rPr sz="1200"/>
              <a:t>The reverse path starts from the delivered story or acceptance criterion and resolves through Feature, Epic, PRD element, Requirement ID, and Citation ID back to the exact source segment.</a:t>
            </a:r>
            <a:endParaRPr/>
          </a:p>
          <a:p xmlns:a="http://schemas.openxmlformats.org/drawingml/2006/main">
            <a:pPr marL="0" lvl="0" indent="0" algn="l">
              <a:spcBef>
                <a:spcPts val="0"/>
              </a:spcBef>
              <a:spcAft>
                <a:spcPts val="0"/>
              </a:spcAft>
              <a:buNone/>
            </a:pPr>
            <a:r>
              <a:rPr sz="1200"/>
              <a:t>Across the accepted evidence set, 145 citations were indexed and all 145 received terminal dispositions.</a:t>
            </a:r>
            <a:endParaRPr/>
          </a:p>
          <a:p xmlns:a="http://schemas.openxmlformats.org/drawingml/2006/main">
            <a:pPr marL="0" lvl="0" indent="0" algn="l">
              <a:spcBef>
                <a:spcPts val="0"/>
              </a:spcBef>
              <a:spcAft>
                <a:spcPts val="0"/>
              </a:spcAft>
              <a:buNone/>
            </a:pPr>
            <a:r>
              <a:rPr sz="1200"/>
              <a:t>The reconciliation controls reported zero orphan citations, zero orphan PRD elements, and zero orphan delivery items.</a:t>
            </a:r>
            <a:endParaRPr/>
          </a:p>
          <a:p xmlns:a="http://schemas.openxmlformats.org/drawingml/2006/main">
            <a:pPr marL="0" lvl="0" indent="0" algn="l">
              <a:spcBef>
                <a:spcPts val="0"/>
              </a:spcBef>
              <a:spcAft>
                <a:spcPts val="0"/>
              </a:spcAft>
              <a:buNone/>
            </a:pPr>
            <a:r>
              <a:rPr sz="1200"/>
              <a:t>The final validator fails closed if these sets do not reconcile in both directions.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Accepted v0.3.8 source-to-delivery citation traceability matrix.</a:t>
            </a:r>
            <a:endParaRPr/>
          </a:p>
          <a:p xmlns:a="http://schemas.openxmlformats.org/drawingml/2006/main">
            <a:pPr marL="0" lvl="0" indent="0" algn="l">
              <a:spcBef>
                <a:spcPts val="0"/>
              </a:spcBef>
              <a:spcAft>
                <a:spcPts val="0"/>
              </a:spcAft>
              <a:buNone/>
            </a:pPr>
            <a:r>
              <a:rPr sz="1200"/>
              <a:t>- Accepted v0.3.8 PRD, Epic/Feature/User Story, and final-validation evidence.</a:t>
            </a:r>
            <a:endParaRPr/>
          </a:p>
          <a:p xmlns:a="http://schemas.openxmlformats.org/drawingml/2006/main">
            <a:pPr marL="0" lvl="0" indent="0" algn="l">
              <a:spcBef>
                <a:spcPts val="0"/>
              </a:spcBef>
              <a:spcAft>
                <a:spcPts val="0"/>
              </a:spcAft>
              <a:buNone/>
            </a:pPr>
            <a:r>
              <a:rPr sz="1200"/>
              <a:t>- PRD Orchestrator evidence dashboard: https://vjra.us/prd-genie-vp.html#q3-build-architecture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accepted v0.3.8 run consumed 545,467 observed tokens and cost 1.474409 dollars when generation and all invoked evaluators are included.</a:t>
            </a:r>
            <a:endParaRPr/>
          </a:p>
          <a:p xmlns:a="http://schemas.openxmlformats.org/drawingml/2006/main">
            <a:pPr marL="0" lvl="0" indent="0" algn="l">
              <a:spcBef>
                <a:spcPts val="0"/>
              </a:spcBef>
              <a:spcAft>
                <a:spcPts val="0"/>
              </a:spcAft>
              <a:buNone/>
            </a:pPr>
            <a:r>
              <a:rPr sz="1200"/>
              <a:t>GPT-5.6 Terra was selected as a quality-first baseline for a low-volume, high-consequence documentation workflow. Unsupported requirements can propagate directly into planning and delivery, so grounded reasoning is more important than minimizing the cost of an individual run.</a:t>
            </a:r>
            <a:endParaRPr/>
          </a:p>
          <a:p xmlns:a="http://schemas.openxmlformats.org/drawingml/2006/main">
            <a:pPr marL="0" lvl="0" indent="0" algn="l">
              <a:spcBef>
                <a:spcPts val="0"/>
              </a:spcBef>
              <a:spcAft>
                <a:spcPts val="0"/>
              </a:spcAft>
              <a:buNone/>
            </a:pPr>
            <a:r>
              <a:rPr sz="1200"/>
              <a:t>Core pipeline generation cost 0.228024 dollars. LLM evaluation cost 1.246385 dollars, or approximately 84.5 percent of the loaded cost.</a:t>
            </a:r>
            <a:endParaRPr/>
          </a:p>
          <a:p xmlns:a="http://schemas.openxmlformats.org/drawingml/2006/main">
            <a:pPr marL="0" lvl="0" indent="0" algn="l">
              <a:spcBef>
                <a:spcPts val="0"/>
              </a:spcBef>
              <a:spcAft>
                <a:spcPts val="0"/>
              </a:spcAft>
              <a:buNone/>
            </a:pPr>
            <a:r>
              <a:rPr sz="1200"/>
              <a:t>At one fully evaluated run per week, the modeled monthly cost is approximately 6.38 dollars per user.</a:t>
            </a:r>
            <a:endParaRPr/>
          </a:p>
          <a:p xmlns:a="http://schemas.openxmlformats.org/drawingml/2006/main">
            <a:pPr marL="0" lvl="0" indent="0" algn="l">
              <a:spcBef>
                <a:spcPts val="0"/>
              </a:spcBef>
              <a:spcAft>
                <a:spcPts val="0"/>
              </a:spcAft>
              <a:buNone/>
            </a:pPr>
            <a:r>
              <a:rPr sz="1200"/>
              <a:t>The v0.3.9 optimization plan will test lighter models on lower-risk tasks and retain GPT-5.6 Terra where reasoning or evaluation quality is release-critical.</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Accepted v0.3.8 Langfuse fully loaded token and cost evidence.</a:t>
            </a:r>
            <a:endParaRPr/>
          </a:p>
          <a:p xmlns:a="http://schemas.openxmlformats.org/drawingml/2006/main">
            <a:pPr marL="0" lvl="0" indent="0" algn="l">
              <a:spcBef>
                <a:spcPts val="0"/>
              </a:spcBef>
              <a:spcAft>
                <a:spcPts val="0"/>
              </a:spcAft>
              <a:buNone/>
            </a:pPr>
            <a:r>
              <a:rPr sz="1200"/>
              <a:t>- Capstone Project Playbook, section 2.2: model quality versus cost selection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principal learning was that trustworthy AI documentation comes from controlled iteration, not from one increasingly complex prompt.</a:t>
            </a:r>
            <a:endParaRPr/>
          </a:p>
          <a:p xmlns:a="http://schemas.openxmlformats.org/drawingml/2006/main">
            <a:pPr marL="0" lvl="0" indent="0" algn="l">
              <a:spcBef>
                <a:spcPts val="0"/>
              </a:spcBef>
              <a:spcAft>
                <a:spcPts val="0"/>
              </a:spcAft>
              <a:buNone/>
            </a:pPr>
            <a:r>
              <a:rPr sz="1200"/>
              <a:t>v0.3.4 was frozen as a validated checkpoint. v0.3.5 corrected the PRD and delivery-document contracts. v0.3.6 added advisory sizing without allowing it to block release. v0.3.7 corrected acceptance-criteria placement, traceability, and dynamic requirement mappings. v0.3.8 restored sizing evaluation, removed duplicate semantic scoring, and captured fully loaded token and cost evidence.</a:t>
            </a:r>
            <a:endParaRPr/>
          </a:p>
          <a:p xmlns:a="http://schemas.openxmlformats.org/drawingml/2006/main">
            <a:pPr marL="0" lvl="0" indent="0" algn="l">
              <a:spcBef>
                <a:spcPts val="0"/>
              </a:spcBef>
              <a:spcAft>
                <a:spcPts val="0"/>
              </a:spcAft>
              <a:buNone/>
            </a:pPr>
            <a:r>
              <a:rPr sz="1200"/>
              <a:t>Three risks remain important. AI can introduce plausible unsupported detail; mappings can silently disappear across transformation stages; and semantic evaluation can become the dominant operating cost.</a:t>
            </a:r>
            <a:endParaRPr/>
          </a:p>
          <a:p xmlns:a="http://schemas.openxmlformats.org/drawingml/2006/main">
            <a:pPr marL="0" lvl="0" indent="0" algn="l">
              <a:spcBef>
                <a:spcPts val="0"/>
              </a:spcBef>
              <a:spcAft>
                <a:spcPts val="0"/>
              </a:spcAft>
              <a:buNone/>
            </a:pPr>
            <a:r>
              <a:rPr sz="1200"/>
              <a:t>The control response is explicit grounding and uncertainty, bidirectional reconciliation, and a hybrid evaluation strategy that uses deterministic code for exact checks and LLM judges only for semantic quality.</a:t>
            </a:r>
            <a:endParaRPr/>
          </a:p>
          <a:p xmlns:a="http://schemas.openxmlformats.org/drawingml/2006/main">
            <a:pPr marL="0" lvl="0" indent="0" algn="l">
              <a:spcBef>
                <a:spcPts val="0"/>
              </a:spcBef>
              <a:spcAft>
                <a:spcPts val="0"/>
              </a:spcAft>
              <a:buNone/>
            </a:pPr>
            <a:r>
              <a:rPr sz="1200"/>
              <a:t>v0.3.8 is the submission candidate. The next iteration, v0.3.9, will test lighter models on lower-risk tasks while retaining GPT-5.6 Terra for reasoning that remains release-critical.</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PRD Orchestrator v0.3.4 through v0.3.8 workflow inventories, validation snapshots, and accepted-run evidence.</a:t>
            </a:r>
            <a:endParaRPr/>
          </a:p>
          <a:p xmlns:a="http://schemas.openxmlformats.org/drawingml/2006/main">
            <a:pPr marL="0" lvl="0" indent="0" algn="l">
              <a:spcBef>
                <a:spcPts val="0"/>
              </a:spcBef>
              <a:spcAft>
                <a:spcPts val="0"/>
              </a:spcAft>
              <a:buNone/>
            </a:pPr>
            <a:r>
              <a:rPr sz="1200"/>
              <a:t>- Q4 Reflection writeup and v0.3.9 improvement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submission package is designed so a reviewer does not need to trust the presentation alone.</a:t>
            </a:r>
            <a:endParaRPr/>
          </a:p>
          <a:p xmlns:a="http://schemas.openxmlformats.org/drawingml/2006/main">
            <a:pPr marL="0" lvl="0" indent="0" algn="l">
              <a:spcBef>
                <a:spcPts val="0"/>
              </a:spcBef>
              <a:spcAft>
                <a:spcPts val="0"/>
              </a:spcAft>
              <a:buNone/>
            </a:pPr>
            <a:r>
              <a:rPr sz="1200"/>
              <a:t>The implementation set contains the complete v0.3.8 workflow definitions and inventory. The written set contains Q1 through Q4, the README, and the rubric cross-reference. Baseline testing preserves the T1 through T12 scenarios and results. Product outputs include the corrected PRD, the Epic / Feature / User Story document, and the sizing report. Runtime evidence links n8n execution identity to Langfuse quality, token, latency, and cost records. The presentation and five-minute demo provide the audience-facing walkthrough.</a:t>
            </a:r>
            <a:endParaRPr/>
          </a:p>
          <a:p xmlns:a="http://schemas.openxmlformats.org/drawingml/2006/main">
            <a:pPr marL="0" lvl="0" indent="0" algn="l">
              <a:spcBef>
                <a:spcPts val="0"/>
              </a:spcBef>
              <a:spcAft>
                <a:spcPts val="0"/>
              </a:spcAft>
              <a:buNone/>
            </a:pPr>
            <a:r>
              <a:rPr sz="1200"/>
              <a:t>Together these artifacts let a reviewer rebuild the topology, inspect the accepted run, trace a delivered story back to its source evidence, and independently verify the reported quality and fully loaded cost.</a:t>
            </a:r>
            <a:endParaRPr/>
          </a:p>
          <a:p xmlns:a="http://schemas.openxmlformats.org/drawingml/2006/main">
            <a:pPr marL="0" lvl="0" indent="0" algn="l">
              <a:spcBef>
                <a:spcPts val="0"/>
              </a:spcBef>
              <a:spcAft>
                <a:spcPts val="0"/>
              </a:spcAft>
              <a:buNone/>
            </a:pPr>
            <a:r>
              <a:rPr sz="1200"/>
              <a:t>The evidence is already preserved locally and in n8n, Langfuse, Drive, and Obsidian records. The remaining assembly step is to publish the curated repository and accessible demo link without changing the accepted v0.3.8 candidate evidence.</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PRD Orchestrator Final Submission strategy and Set 1 / Set 2 evidence inventory.</a:t>
            </a:r>
            <a:endParaRPr/>
          </a:p>
          <a:p xmlns:a="http://schemas.openxmlformats.org/drawingml/2006/main">
            <a:pPr marL="0" lvl="0" indent="0" algn="l">
              <a:spcBef>
                <a:spcPts val="0"/>
              </a:spcBef>
              <a:spcAft>
                <a:spcPts val="0"/>
              </a:spcAft>
              <a:buNone/>
            </a:pPr>
            <a:r>
              <a:rPr sz="1200"/>
              <a:t>- Accepted v0.3.8 run snapshot: parent execution 11901; RUN-S2-11902-16e7090e.</a:t>
            </a:r>
            <a:endParaRPr/>
          </a:p>
          <a:p xmlns:a="http://schemas.openxmlformats.org/drawingml/2006/main">
            <a:pPr marL="0" lvl="0" indent="0" algn="l">
              <a:spcBef>
                <a:spcPts val="0"/>
              </a:spcBef>
              <a:spcAft>
                <a:spcPts val="0"/>
              </a:spcAft>
              <a:buNone/>
            </a:pPr>
            <a:r>
              <a:rPr sz="1200"/>
              <a:t>- v0.3.8 workflow exports, T1–T12 evidence, output artifacts, n8n executions, and Langfuse evaluation records.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PRD Orchestrator demonstrates that AI-generated product documentation can be useful without becoming ungoverned.</a:t>
            </a:r>
            <a:endParaRPr/>
          </a:p>
          <a:p xmlns:a="http://schemas.openxmlformats.org/drawingml/2006/main">
            <a:pPr marL="0" lvl="0" indent="0" algn="l">
              <a:spcBef>
                <a:spcPts val="0"/>
              </a:spcBef>
              <a:spcAft>
                <a:spcPts val="0"/>
              </a:spcAft>
              <a:buNone/>
            </a:pPr>
            <a:r>
              <a:rPr sz="1200"/>
              <a:t>The accepted v0.3.8 candidate preserves evidence across extraction, gap analysis, human approval, PRD generation, story decomposition, final validation, sizing, and delivery.</a:t>
            </a:r>
            <a:endParaRPr/>
          </a:p>
          <a:p xmlns:a="http://schemas.openxmlformats.org/drawingml/2006/main">
            <a:pPr marL="0" lvl="0" indent="0" algn="l">
              <a:spcBef>
                <a:spcPts val="0"/>
              </a:spcBef>
              <a:spcAft>
                <a:spcPts val="0"/>
              </a:spcAft>
              <a:buNone/>
            </a:pPr>
            <a:r>
              <a:rPr sz="1200"/>
              <a:t>The recommendation is to accept v0.3.8 as the submission candidate while retaining v0.3.7 as the protected rollback checkpoint.</a:t>
            </a:r>
            <a:endParaRPr/>
          </a:p>
          <a:p xmlns:a="http://schemas.openxmlformats.org/drawingml/2006/main">
            <a:pPr marL="0" lvl="0" indent="0" algn="l">
              <a:spcBef>
                <a:spcPts val="0"/>
              </a:spcBef>
              <a:spcAft>
                <a:spcPts val="0"/>
              </a:spcAft>
              <a:buNone/>
            </a:pPr>
            <a:r>
              <a:rPr sz="1200"/>
              <a:t>Three conclusions support that recommendation. First, evidence remains connected: 145 indexed citations have terminal dispositions, with no orphan citations, PRD elements, or delivery items. Second, release remains controlled through human approval, deterministic controls, semantic evaluation, the Agreement Gate, and fail-closed export. Third, the system produces the three planning-ready artifacts required for product delivery: a corrected PRD, the Epic / Feature / User Story document, and advisory sizing.</a:t>
            </a:r>
            <a:endParaRPr/>
          </a:p>
          <a:p xmlns:a="http://schemas.openxmlformats.org/drawingml/2006/main">
            <a:pPr marL="0" lvl="0" indent="0" algn="l">
              <a:spcBef>
                <a:spcPts val="0"/>
              </a:spcBef>
              <a:spcAft>
                <a:spcPts val="0"/>
              </a:spcAft>
              <a:buNone/>
            </a:pPr>
            <a:r>
              <a:rPr sz="1200"/>
              <a:t>The next phase is controlled optimization, not feature expansion: test lighter models on lower-risk tasks while retaining GPT-5.6 Terra where reasoning remains release-critical.</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Accepted v0.3.8 candidate snapshot: parent execution 11901; RUN-S2-11902-16e7090e.</a:t>
            </a:r>
            <a:endParaRPr/>
          </a:p>
          <a:p xmlns:a="http://schemas.openxmlformats.org/drawingml/2006/main">
            <a:pPr marL="0" lvl="0" indent="0" algn="l">
              <a:spcBef>
                <a:spcPts val="0"/>
              </a:spcBef>
              <a:spcAft>
                <a:spcPts val="0"/>
              </a:spcAft>
              <a:buNone/>
            </a:pPr>
            <a:r>
              <a:rPr sz="1200"/>
              <a:t>- v0.3.8 traceability, Agreement Gate, artifact-delivery, and sizing evidence.</a:t>
            </a:r>
            <a:endParaRPr/>
          </a:p>
          <a:p xmlns:a="http://schemas.openxmlformats.org/drawingml/2006/main">
            <a:pPr marL="0" lvl="0" indent="0" algn="l">
              <a:spcBef>
                <a:spcPts val="0"/>
              </a:spcBef>
              <a:spcAft>
                <a:spcPts val="0"/>
              </a:spcAft>
              <a:buNone/>
            </a:pPr>
            <a:r>
              <a:rPr sz="1200"/>
              <a:t>- Q4 Reflection and v0.3.9 improvement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This separator introduces the supporting appendix after the 18-slide main narrative.</a:t>
            </a:r>
            <a:endParaRPr/>
          </a:p>
          <a:p xmlns:a="http://schemas.openxmlformats.org/drawingml/2006/main">
            <a:pPr marL="0" lvl="0" indent="0" algn="l">
              <a:spcBef>
                <a:spcPts val="0"/>
              </a:spcBef>
              <a:spcAft>
                <a:spcPts val="0"/>
              </a:spcAft>
              <a:buNone/>
            </a:pPr>
            <a:r>
              <a:rPr sz="1200"/>
              <a:t>The appendix provides detailed workflow, architecture, evaluation, traceability, cost, artifact, and release evidence.</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PRD Orchestrator submission deck and accepted v0.3.8 evidence package.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Appendix A1 is the master rubric-to-evidence map for the 80-point assignment.</a:t>
            </a:r>
            <a:endParaRPr/>
          </a:p>
          <a:p xmlns:a="http://schemas.openxmlformats.org/drawingml/2006/main">
            <a:pPr marL="0" lvl="0" indent="0" algn="l">
              <a:spcBef>
                <a:spcPts val="0"/>
              </a:spcBef>
              <a:spcAft>
                <a:spcPts val="0"/>
              </a:spcAft>
              <a:buNone/>
            </a:pPr>
            <a:r>
              <a:rPr sz="1200"/>
              <a:t>Q1 maps to Slides 3 and 4 and the structured pain-point analysis. Q2 maps to Slides 5 and 6 and the program charter. Q3 maps to Slides 7 through 15 and the full implementation, test, evaluation, traceability, and cost evidence. Q4 maps to Slide 16 and the reflection and improvement plan.</a:t>
            </a:r>
            <a:endParaRPr/>
          </a:p>
          <a:p xmlns:a="http://schemas.openxmlformats.org/drawingml/2006/main">
            <a:pPr marL="0" lvl="0" indent="0" algn="l">
              <a:spcBef>
                <a:spcPts val="0"/>
              </a:spcBef>
              <a:spcAft>
                <a:spcPts val="0"/>
              </a:spcAft>
              <a:buNone/>
            </a:pPr>
            <a:r>
              <a:rPr sz="1200"/>
              <a:t>The right-hand panel expands the 45-point build section so each scoring dimension has an explicit slide location and supporting evidence path.</a:t>
            </a:r>
            <a:endParaRPr/>
          </a:p>
          <a:p xmlns:a="http://schemas.openxmlformats.org/drawingml/2006/main">
            <a:pPr marL="0" lvl="0" indent="0" algn="l">
              <a:spcBef>
                <a:spcPts val="0"/>
              </a:spcBef>
              <a:spcAft>
                <a:spcPts val="0"/>
              </a:spcAft>
              <a:buNone/>
            </a:pPr>
            <a:r>
              <a:rPr sz="1200"/>
              <a:t>The package is organized so the deck presents the argument, while the PDFs, Markdown files, workflow JSONs, n8n execution records, Langfuse traces, and product artifacts support independent verification.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Problem Statement — PRD Genie: assignment scoring for Q1–Q4.</a:t>
            </a:r>
            <a:endParaRPr/>
          </a:p>
          <a:p xmlns:a="http://schemas.openxmlformats.org/drawingml/2006/main">
            <a:pPr marL="0" lvl="0" indent="0" algn="l">
              <a:spcBef>
                <a:spcPts val="0"/>
              </a:spcBef>
              <a:spcAft>
                <a:spcPts val="0"/>
              </a:spcAft>
              <a:buNone/>
            </a:pPr>
            <a:r>
              <a:rPr sz="1200"/>
              <a:t>- Capstone Project Playbook: submission guidance and evidence expectations.</a:t>
            </a:r>
            <a:endParaRPr/>
          </a:p>
          <a:p xmlns:a="http://schemas.openxmlformats.org/drawingml/2006/main">
            <a:pPr marL="0" lvl="0" indent="0" algn="l">
              <a:spcBef>
                <a:spcPts val="0"/>
              </a:spcBef>
              <a:spcAft>
                <a:spcPts val="0"/>
              </a:spcAft>
              <a:buNone/>
            </a:pPr>
            <a:r>
              <a:rPr sz="1200"/>
              <a:t>- PRD Orchestrator High-Level Submission Strategy and 18-slide deck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Appendix A2 records the complete nine-workflow v0.3.8 candidate set and distinguishes it from the authoritative runtime call graph.</a:t>
            </a:r>
            <a:endParaRPr/>
          </a:p>
          <a:p xmlns:a="http://schemas.openxmlformats.org/drawingml/2006/main">
            <a:pPr marL="0" lvl="0" indent="0" algn="l">
              <a:spcBef>
                <a:spcPts val="0"/>
              </a:spcBef>
              <a:spcAft>
                <a:spcPts val="0"/>
              </a:spcAft>
              <a:buNone/>
            </a:pPr>
            <a:r>
              <a:rPr sz="1200"/>
              <a:t>The candidate export set contains a versioned copy of the parent and every stage so the submission can be reconstructed without ambiguity.</a:t>
            </a:r>
            <a:endParaRPr/>
          </a:p>
          <a:p xmlns:a="http://schemas.openxmlformats.org/drawingml/2006/main">
            <a:pPr marL="0" lvl="0" indent="0" algn="l">
              <a:spcBef>
                <a:spcPts val="0"/>
              </a:spcBef>
              <a:spcAft>
                <a:spcPts val="0"/>
              </a:spcAft>
              <a:buNone/>
            </a:pPr>
            <a:r>
              <a:rPr sz="1200"/>
              <a:t>The accepted parent intentionally uses a minimal-change hybrid path. Stable intake, approval, and final-export controls remain referenced by their proven runtime IDs. The corrected Production PRD, Story Breakdown, and telemetry-enabled Story Sizing workflows use the v0.3.8 candidate IDs.</a:t>
            </a:r>
            <a:endParaRPr/>
          </a:p>
          <a:p xmlns:a="http://schemas.openxmlformats.org/drawingml/2006/main">
            <a:pPr marL="0" lvl="0" indent="0" algn="l">
              <a:spcBef>
                <a:spcPts val="0"/>
              </a:spcBef>
              <a:spcAft>
                <a:spcPts val="0"/>
              </a:spcAft>
              <a:buNone/>
            </a:pPr>
            <a:r>
              <a:rPr sz="1200"/>
              <a:t>This distinction matters: a candidate-package copy proves completeness, while an invoked runtime ID proves what actually executed in the accepted run.</a:t>
            </a:r>
            <a:endParaRPr/>
          </a:p>
          <a:p xmlns:a="http://schemas.openxmlformats.org/drawingml/2006/main">
            <a:pPr marL="0" lvl="0" indent="0" algn="l">
              <a:spcBef>
                <a:spcPts val="0"/>
              </a:spcBef>
              <a:spcAft>
                <a:spcPts val="0"/>
              </a:spcAft>
              <a:buNone/>
            </a:pPr>
            <a:r>
              <a:rPr sz="1200"/>
              <a:t>The authoritative accepted evidence is parent execution 11901 and correlated run RUN-S2-11902-16e7090e.</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PRD Genie — n8n Workflow Inventory for candidate v0.3.8, verified 2026-08-17.</a:t>
            </a:r>
            <a:endParaRPr/>
          </a:p>
          <a:p xmlns:a="http://schemas.openxmlformats.org/drawingml/2006/main">
            <a:pPr marL="0" lvl="0" indent="0" algn="l">
              <a:spcBef>
                <a:spcPts val="0"/>
              </a:spcBef>
              <a:spcAft>
                <a:spcPts val="0"/>
              </a:spcAft>
              <a:buNone/>
            </a:pPr>
            <a:r>
              <a:rPr sz="1200"/>
              <a:t>- Accepted v0.3.8 parent execution 11901 and RUN-S2-11902-16e7090e.</a:t>
            </a:r>
            <a:endParaRPr/>
          </a:p>
          <a:p xmlns:a="http://schemas.openxmlformats.org/drawingml/2006/main">
            <a:pPr marL="0" lvl="0" indent="0" algn="l">
              <a:spcBef>
                <a:spcPts val="0"/>
              </a:spcBef>
              <a:spcAft>
                <a:spcPts val="0"/>
              </a:spcAft>
              <a:buNone/>
            </a:pPr>
            <a:r>
              <a:rPr sz="1200"/>
              <a:t>- Final nine-workflow local JSON check-in: v0.3.8 Check_In.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Appendix A3 shows the technical call graph for the accepted v0.3.8 parent execution.</a:t>
            </a:r>
            <a:endParaRPr/>
          </a:p>
          <a:p xmlns:a="http://schemas.openxmlformats.org/drawingml/2006/main">
            <a:pPr marL="0" lvl="0" indent="0" algn="l">
              <a:spcBef>
                <a:spcPts val="0"/>
              </a:spcBef>
              <a:spcAft>
                <a:spcPts val="0"/>
              </a:spcAft>
              <a:buNone/>
            </a:pPr>
            <a:r>
              <a:rPr sz="1200"/>
              <a:t>The continuous 01-to-08 row shows the complete logical sequence. The parent directly invokes six child workflows by immutable n8n workflow ID: Drive and Clarification, Human Approval, Production PRD, Story Breakdown, Final Validator and Export, and non-blocking Story Sizing.</a:t>
            </a:r>
            <a:endParaRPr/>
          </a:p>
          <a:p xmlns:a="http://schemas.openxmlformats.org/drawingml/2006/main">
            <a:pPr marL="0" lvl="0" indent="0" algn="l">
              <a:spcBef>
                <a:spcPts val="0"/>
              </a:spcBef>
              <a:spcAft>
                <a:spcPts val="0"/>
              </a:spcAft>
              <a:buNone/>
            </a:pPr>
            <a:r>
              <a:rPr sz="1200"/>
              <a:t>Requirement Extraction and Gap Analysis remain distinct logical agent contracts within the retained analysis path. Their labels distinguish logical contracts from direct parent calls without interrupting the sequence or implying extra runtime invocations.</a:t>
            </a:r>
            <a:endParaRPr/>
          </a:p>
          <a:p xmlns:a="http://schemas.openxmlformats.org/drawingml/2006/main">
            <a:pPr marL="0" lvl="0" indent="0" algn="l">
              <a:spcBef>
                <a:spcPts val="0"/>
              </a:spcBef>
              <a:spcAft>
                <a:spcPts val="0"/>
              </a:spcAft>
              <a:buNone/>
            </a:pPr>
            <a:r>
              <a:rPr sz="1200"/>
              <a:t>Every handoff carries the correlated run and trace identity together with approved evidence, decisions, and artifact identifiers. Langfuse observability and governance controls span the full execution.</a:t>
            </a:r>
            <a:endParaRPr/>
          </a:p>
          <a:p xmlns:a="http://schemas.openxmlformats.org/drawingml/2006/main">
            <a:pPr marL="0" lvl="0" indent="0" algn="l">
              <a:spcBef>
                <a:spcPts val="0"/>
              </a:spcBef>
              <a:spcAft>
                <a:spcPts val="0"/>
              </a:spcAft>
              <a:buNone/>
            </a:pPr>
            <a:r>
              <a:rPr sz="1200"/>
              <a:t>Blue identifies stable retained controls, green identifies v0.3.8 workflows invoked by the accepted parent, and purple identifies advisory post-export sizing.</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v0.3.8 Check_In/00-main-orchestrator.json direct executeWorkflow node references.</a:t>
            </a:r>
            <a:endParaRPr/>
          </a:p>
          <a:p xmlns:a="http://schemas.openxmlformats.org/drawingml/2006/main">
            <a:pPr marL="0" lvl="0" indent="0" algn="l">
              <a:spcBef>
                <a:spcPts val="0"/>
              </a:spcBef>
              <a:spcAft>
                <a:spcPts val="0"/>
              </a:spcAft>
              <a:buNone/>
            </a:pPr>
            <a:r>
              <a:rPr sz="1200"/>
              <a:t>- PRD Genie — n8n Workflow Inventory for candidate v0.3.8, authoritative runtime call graph.</a:t>
            </a:r>
            <a:endParaRPr/>
          </a:p>
          <a:p xmlns:a="http://schemas.openxmlformats.org/drawingml/2006/main">
            <a:pPr marL="0" lvl="0" indent="0" algn="l">
              <a:spcBef>
                <a:spcPts val="0"/>
              </a:spcBef>
              <a:spcAft>
                <a:spcPts val="0"/>
              </a:spcAft>
              <a:buNone/>
            </a:pPr>
            <a:r>
              <a:rPr sz="1200"/>
              <a:t>- Accepted execution 11901 / RUN-S2-11902-16e7090e.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Appendix A4 separates prompt instructions from independent enforcement controls.</a:t>
            </a:r>
            <a:endParaRPr/>
          </a:p>
          <a:p xmlns:a="http://schemas.openxmlformats.org/drawingml/2006/main">
            <a:pPr marL="0" lvl="0" indent="0" algn="l">
              <a:spcBef>
                <a:spcPts val="0"/>
              </a:spcBef>
              <a:spcAft>
                <a:spcPts val="0"/>
              </a:spcAft>
              <a:buNone/>
            </a:pPr>
            <a:r>
              <a:rPr sz="1200"/>
              <a:t>Prompts require approved evidence, exact citations, visible uncertainty, structured output, stable identifiers, and clear authority boundaries.</a:t>
            </a:r>
            <a:endParaRPr/>
          </a:p>
          <a:p xmlns:a="http://schemas.openxmlformats.org/drawingml/2006/main">
            <a:pPr marL="0" lvl="0" indent="0" algn="l">
              <a:spcBef>
                <a:spcPts val="0"/>
              </a:spcBef>
              <a:spcAft>
                <a:spcPts val="0"/>
              </a:spcAft>
              <a:buNone/>
            </a:pPr>
            <a:r>
              <a:rPr sz="1200"/>
              <a:t>The runtime does not rely on prompt compliance alone. Source integrity checks, deterministic validators, Human Approval, Langfuse semantic evaluation, and the Agreement Gate independently test each release condition.</a:t>
            </a:r>
            <a:endParaRPr/>
          </a:p>
          <a:p xmlns:a="http://schemas.openxmlformats.org/drawingml/2006/main">
            <a:pPr marL="0" lvl="0" indent="0" algn="l">
              <a:spcBef>
                <a:spcPts val="0"/>
              </a:spcBef>
              <a:spcAft>
                <a:spcPts val="0"/>
              </a:spcAft>
              <a:buNone/>
            </a:pPr>
            <a:r>
              <a:rPr sz="1200"/>
              <a:t>The accepted release condition is 100% groundedness, zero unsupported claims, and fail-closed behavior on any contract mismatch.</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docs/architecture/SOURCE_PACKET_CONTRACT.md.</a:t>
            </a:r>
            <a:endParaRPr/>
          </a:p>
          <a:p xmlns:a="http://schemas.openxmlformats.org/drawingml/2006/main">
            <a:pPr marL="0" lvl="0" indent="0" algn="l">
              <a:spcBef>
                <a:spcPts val="0"/>
              </a:spcBef>
              <a:spcAft>
                <a:spcPts val="0"/>
              </a:spcAft>
              <a:buNone/>
            </a:pPr>
            <a:r>
              <a:rPr sz="1200"/>
              <a:t>- docs/architecture/CONNECTED_ORCHESTRATION_DESIGN.md.</a:t>
            </a:r>
            <a:endParaRPr/>
          </a:p>
          <a:p xmlns:a="http://schemas.openxmlformats.org/drawingml/2006/main">
            <a:pPr marL="0" lvl="0" indent="0" algn="l">
              <a:spcBef>
                <a:spcPts val="0"/>
              </a:spcBef>
              <a:spcAft>
                <a:spcPts val="0"/>
              </a:spcAft>
              <a:buNone/>
            </a:pPr>
            <a:r>
              <a:rPr sz="1200"/>
              <a:t>- docs/submission/CAPSTONE_SUBMISSION_PACKAGE.md.</a:t>
            </a:r>
            <a:endParaRPr/>
          </a:p>
          <a:p xmlns:a="http://schemas.openxmlformats.org/drawingml/2006/main">
            <a:pPr marL="0" lvl="0" indent="0" algn="l">
              <a:spcBef>
                <a:spcPts val="0"/>
              </a:spcBef>
              <a:spcAft>
                <a:spcPts val="0"/>
              </a:spcAft>
              <a:buNone/>
            </a:pPr>
            <a:r>
              <a:rPr sz="1200"/>
              <a:t>- v0.3.8 accepted workflow exports and Langfuse evaluation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Appendix A5 provides the complete evaluator-facing T1-to-T12 baseline summary.</a:t>
            </a:r>
            <a:endParaRPr/>
          </a:p>
          <a:p xmlns:a="http://schemas.openxmlformats.org/drawingml/2006/main">
            <a:pPr marL="0" lvl="0" indent="0" algn="l">
              <a:spcBef>
                <a:spcPts val="0"/>
              </a:spcBef>
              <a:spcAft>
                <a:spcPts val="0"/>
              </a:spcAft>
              <a:buNone/>
            </a:pPr>
            <a:r>
              <a:rPr sz="1200"/>
              <a:t>T1-to-T10 evaluate Requirement Extraction across precise, vague, contradictory, incomplete, technical, persona, empty, and dependency-oriented inputs.</a:t>
            </a:r>
            <a:endParaRPr/>
          </a:p>
          <a:p xmlns:a="http://schemas.openxmlformats.org/drawingml/2006/main">
            <a:pPr marL="0" lvl="0" indent="0" algn="l">
              <a:spcBef>
                <a:spcPts val="0"/>
              </a:spcBef>
              <a:spcAft>
                <a:spcPts val="0"/>
              </a:spcAft>
              <a:buNone/>
            </a:pPr>
            <a:r>
              <a:rPr sz="1200"/>
              <a:t>T11 evaluates generation of the required ten-section PRD from the approved T1 package. T12 evaluates grounded epic, feature, story, and acceptance-criteria decomposition from the approved T11 PRD.</a:t>
            </a:r>
            <a:endParaRPr/>
          </a:p>
          <a:p xmlns:a="http://schemas.openxmlformats.org/drawingml/2006/main">
            <a:pPr marL="0" lvl="0" indent="0" algn="l">
              <a:spcBef>
                <a:spcPts val="0"/>
              </a:spcBef>
              <a:spcAft>
                <a:spcPts val="0"/>
              </a:spcAft>
              <a:buNone/>
            </a:pPr>
            <a:r>
              <a:rPr sz="1200"/>
              <a:t>Each expected output was human reviewed. All final preserved actual outputs passed at 100% groundedness with zero unsupported claims.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evaluation/BASELINE_T1_T12_INPUT_OUTPUT_EVIDENCE.md.</a:t>
            </a:r>
            <a:endParaRPr/>
          </a:p>
          <a:p xmlns:a="http://schemas.openxmlformats.org/drawingml/2006/main">
            <a:pPr marL="0" lvl="0" indent="0" algn="l">
              <a:spcBef>
                <a:spcPts val="0"/>
              </a:spcBef>
              <a:spcAft>
                <a:spcPts val="0"/>
              </a:spcAft>
              <a:buNone/>
            </a:pPr>
            <a:r>
              <a:rPr sz="1200"/>
              <a:t>- evaluation/fixtures/t01-t10-extractor-cases.json.</a:t>
            </a:r>
            <a:endParaRPr/>
          </a:p>
          <a:p xmlns:a="http://schemas.openxmlformats.org/drawingml/2006/main">
            <a:pPr marL="0" lvl="0" indent="0" algn="l">
              <a:spcBef>
                <a:spcPts val="0"/>
              </a:spcBef>
              <a:spcAft>
                <a:spcPts val="0"/>
              </a:spcAft>
              <a:buNone/>
            </a:pPr>
            <a:r>
              <a:rPr sz="1200"/>
              <a:t>- evaluation/results/prd-generation-t11-v0.4-release-2026-08-05.md.</a:t>
            </a:r>
            <a:endParaRPr/>
          </a:p>
          <a:p xmlns:a="http://schemas.openxmlformats.org/drawingml/2006/main">
            <a:pPr marL="0" lvl="0" indent="0" algn="l">
              <a:spcBef>
                <a:spcPts val="0"/>
              </a:spcBef>
              <a:spcAft>
                <a:spcPts val="0"/>
              </a:spcAft>
              <a:buNone/>
            </a:pPr>
            <a:r>
              <a:rPr sz="1200"/>
              <a:t>- evaluation/results/story-breakdown-t12-v0.2-release-2026-08-05.md.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A6 documents exact inputs and preserved actual outputs for T1–T6.</a:t>
            </a:r>
            <a:endParaRPr/>
          </a:p>
          <a:p xmlns:a="http://schemas.openxmlformats.org/drawingml/2006/main">
            <a:pPr marL="0" lvl="0" indent="0" algn="l">
              <a:spcBef>
                <a:spcPts val="0"/>
              </a:spcBef>
              <a:spcAft>
                <a:spcPts val="0"/>
              </a:spcAft>
              <a:buNone/>
            </a:pPr>
            <a:r>
              <a:rPr sz="1200"/>
              <a:t>Full JSON outputs, evaluations, human reviews, run metadata, and complete Langfuse trace IDs are retained in the repository.</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evaluation/BASELINE_T1_T12_INPUT_OUTPUT_EVIDENCE.md</a:t>
            </a:r>
            <a:endParaRPr/>
          </a:p>
          <a:p xmlns:a="http://schemas.openxmlformats.org/drawingml/2006/main">
            <a:pPr marL="0" lvl="0" indent="0" algn="l">
              <a:spcBef>
                <a:spcPts val="0"/>
              </a:spcBef>
              <a:spcAft>
                <a:spcPts val="0"/>
              </a:spcAft>
              <a:buNone/>
            </a:pPr>
            <a:r>
              <a:rPr sz="1200"/>
              <a:t>- evaluation/actual/requirement-extraction-v1.5-release/t01 through t06/output.json</a:t>
            </a:r>
            <a:endParaRPr/>
          </a:p>
          <a:p xmlns:a="http://schemas.openxmlformats.org/drawingml/2006/main">
            <a:pPr marL="0" lvl="0" indent="0" algn="l">
              <a:spcBef>
                <a:spcPts val="0"/>
              </a:spcBef>
              <a:spcAft>
                <a:spcPts val="0"/>
              </a:spcAft>
              <a:buNone/>
            </a:pPr>
            <a:r>
              <a:rPr sz="1200"/>
              <a:t>- evaluation/actual/requirement-extraction-v1.5-release/t01 through t06/run-metadata.json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A7 documents exact inputs and preserved actual outputs for T7–T12.</a:t>
            </a:r>
            <a:endParaRPr/>
          </a:p>
          <a:p xmlns:a="http://schemas.openxmlformats.org/drawingml/2006/main">
            <a:pPr marL="0" lvl="0" indent="0" algn="l">
              <a:spcBef>
                <a:spcPts val="0"/>
              </a:spcBef>
              <a:spcAft>
                <a:spcPts val="0"/>
              </a:spcAft>
              <a:buNone/>
            </a:pPr>
            <a:r>
              <a:rPr sz="1200"/>
              <a:t>T11 and T12 include n8n workflow execution receipts and Langfuse trace evidence.</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evaluation/BASELINE_T1_T12_INPUT_OUTPUT_EVIDENCE.md</a:t>
            </a:r>
            <a:endParaRPr/>
          </a:p>
          <a:p xmlns:a="http://schemas.openxmlformats.org/drawingml/2006/main">
            <a:pPr marL="0" lvl="0" indent="0" algn="l">
              <a:spcBef>
                <a:spcPts val="0"/>
              </a:spcBef>
              <a:spcAft>
                <a:spcPts val="0"/>
              </a:spcAft>
              <a:buNone/>
            </a:pPr>
            <a:r>
              <a:rPr sz="1200"/>
              <a:t>- evaluation/actual/requirement-extraction-v1.5-release/t07 through t10/output.json</a:t>
            </a:r>
            <a:endParaRPr/>
          </a:p>
          <a:p xmlns:a="http://schemas.openxmlformats.org/drawingml/2006/main">
            <a:pPr marL="0" lvl="0" indent="0" algn="l">
              <a:spcBef>
                <a:spcPts val="0"/>
              </a:spcBef>
              <a:spcAft>
                <a:spcPts val="0"/>
              </a:spcAft>
              <a:buNone/>
            </a:pPr>
            <a:r>
              <a:rPr sz="1200"/>
              <a:t>- evaluation/actual/prd-generation/t11/output.json</a:t>
            </a:r>
            <a:endParaRPr/>
          </a:p>
          <a:p xmlns:a="http://schemas.openxmlformats.org/drawingml/2006/main">
            <a:pPr marL="0" lvl="0" indent="0" algn="l">
              <a:spcBef>
                <a:spcPts val="0"/>
              </a:spcBef>
              <a:spcAft>
                <a:spcPts val="0"/>
              </a:spcAft>
              <a:buNone/>
            </a:pPr>
            <a:r>
              <a:rPr sz="1200"/>
              <a:t>- evaluation/actual/story-breakdown/t12/output.json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A8 documents evaluator-level coverage and results for accepted v0.3.8 parent execution 11901 / RUN-S2-11902-16e7090e.</a:t>
            </a:r>
            <a:endParaRPr/>
          </a:p>
          <a:p xmlns:a="http://schemas.openxmlformats.org/drawingml/2006/main">
            <a:pPr marL="0" lvl="0" indent="0" algn="l">
              <a:spcBef>
                <a:spcPts val="0"/>
              </a:spcBef>
              <a:spcAft>
                <a:spcPts val="0"/>
              </a:spcAft>
              <a:buNone/>
            </a:pPr>
            <a:r>
              <a:rPr sz="1200"/>
              <a:t>Requirement Extractor uses deterministic controls only. Gap Analyzer, Human Approval, and Production PRD use generic semantic evaluators. Story Breakdown and sizing use stage-specific semantic evaluators.</a:t>
            </a:r>
            <a:endParaRPr/>
          </a:p>
          <a:p xmlns:a="http://schemas.openxmlformats.org/drawingml/2006/main">
            <a:pPr marL="0" lvl="0" indent="0" algn="l">
              <a:spcBef>
                <a:spcPts val="0"/>
              </a:spcBef>
              <a:spcAft>
                <a:spcPts val="0"/>
              </a:spcAft>
              <a:buNone/>
            </a:pPr>
            <a:r>
              <a:rPr sz="1200"/>
              <a:t>The automated Agreement Gate enforced the Story Breakdown trace and authorized release after one complete current-run score set with no duplicates.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Overall Status/PRD Genie - Snapshot - v0.3.8 Candidate Run - 2026-08-17 2007 PDT.md</a:t>
            </a:r>
            <a:endParaRPr/>
          </a:p>
          <a:p xmlns:a="http://schemas.openxmlformats.org/drawingml/2006/main">
            <a:pPr marL="0" lvl="0" indent="0" algn="l">
              <a:spcBef>
                <a:spcPts val="0"/>
              </a:spcBef>
              <a:spcAft>
                <a:spcPts val="0"/>
              </a:spcAft>
              <a:buNone/>
            </a:pPr>
            <a:r>
              <a:rPr sz="1200"/>
              <a:t>- Final Submission/Set 1 — Written Submission/06 — Evaluation, Observability and Cost.md</a:t>
            </a:r>
            <a:endParaRPr/>
          </a:p>
          <a:p xmlns:a="http://schemas.openxmlformats.org/drawingml/2006/main">
            <a:pPr marL="0" lvl="0" indent="0" algn="l">
              <a:spcBef>
                <a:spcPts val="0"/>
              </a:spcBef>
              <a:spcAft>
                <a:spcPts val="0"/>
              </a:spcAft>
              <a:buNone/>
            </a:pPr>
            <a:r>
              <a:rPr sz="1200"/>
              <a:t>- https://us.cloud.langfuse.com/project/cms9sudes0u9rad0h4fvs3r6n/evals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A9 records actual fully loaded Langfuse usage for accepted v0.3.8 execution 11901.</a:t>
            </a:r>
            <a:endParaRPr/>
          </a:p>
          <a:p xmlns:a="http://schemas.openxmlformats.org/drawingml/2006/main">
            <a:pPr marL="0" lvl="0" indent="0" algn="l">
              <a:spcBef>
                <a:spcPts val="0"/>
              </a:spcBef>
              <a:spcAft>
                <a:spcPts val="0"/>
              </a:spcAft>
              <a:buNone/>
            </a:pPr>
            <a:r>
              <a:rPr sz="1200"/>
              <a:t>The two pipeline model calls used 59,922 tokens and cost $0.228024. Forty-one completed LLM evaluator calls used 485,545 tokens and cost $1.246385.</a:t>
            </a:r>
            <a:endParaRPr/>
          </a:p>
          <a:p xmlns:a="http://schemas.openxmlformats.org/drawingml/2006/main">
            <a:pPr marL="0" lvl="0" indent="0" algn="l">
              <a:spcBef>
                <a:spcPts val="0"/>
              </a:spcBef>
              <a:spcAft>
                <a:spcPts val="0"/>
              </a:spcAft>
              <a:buNone/>
            </a:pPr>
            <a:r>
              <a:rPr sz="1200"/>
              <a:t>The resulting fully loaded total is 545,467 tokens and $1.474409. At one fully evaluated run per week, 4.33 runs per month produces an estimated monthly model-and-evaluation cost of approximately $6.38 per user.</a:t>
            </a:r>
            <a:endParaRPr/>
          </a:p>
          <a:p xmlns:a="http://schemas.openxmlformats.org/drawingml/2006/main">
            <a:pPr marL="0" lvl="0" indent="0" algn="l">
              <a:spcBef>
                <a:spcPts val="0"/>
              </a:spcBef>
              <a:spcAft>
                <a:spcPts val="0"/>
              </a:spcAft>
              <a:buNone/>
            </a:pPr>
            <a:r>
              <a:rPr sz="1200"/>
              <a:t>Deterministic code controls incur no LLM charge. Semantic evaluation is therefore the principal cost-optimization target, while full evaluation remains appropriate for candidate acceptance.</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Overall Status/PRD Genie - Snapshot - v0.3.8 Candidate Run - 2026-08-17 2007 PDT.md</a:t>
            </a:r>
            <a:endParaRPr/>
          </a:p>
          <a:p xmlns:a="http://schemas.openxmlformats.org/drawingml/2006/main">
            <a:pPr marL="0" lvl="0" indent="0" algn="l">
              <a:spcBef>
                <a:spcPts val="0"/>
              </a:spcBef>
              <a:spcAft>
                <a:spcPts val="0"/>
              </a:spcAft>
              <a:buNone/>
            </a:pPr>
            <a:r>
              <a:rPr sz="1200"/>
              <a:t>- Final Submission/Set 1 — Written Submission/06 — Evaluation, Observability and Cost.md</a:t>
            </a:r>
            <a:endParaRPr/>
          </a:p>
          <a:p xmlns:a="http://schemas.openxmlformats.org/drawingml/2006/main">
            <a:pPr marL="0" lvl="0" indent="0" algn="l">
              <a:spcBef>
                <a:spcPts val="0"/>
              </a:spcBef>
              <a:spcAft>
                <a:spcPts val="0"/>
              </a:spcAft>
              <a:buNone/>
            </a:pPr>
            <a:r>
              <a:rPr sz="1200"/>
              <a:t>- Accepted v0.3.8 Langfuse usage and evaluator receipts for execution 11901.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A10 reproduces the complete active-delivery forward trace for accepted v0.3.8 execution 11901 / RUN-S2-11902-16e7090e.</a:t>
            </a:r>
            <a:endParaRPr/>
          </a:p>
          <a:p xmlns:a="http://schemas.openxmlformats.org/drawingml/2006/main">
            <a:pPr marL="0" lvl="0" indent="0" algn="l">
              <a:spcBef>
                <a:spcPts val="0"/>
              </a:spcBef>
              <a:spcAft>
                <a:spcPts val="0"/>
              </a:spcAft>
              <a:buNone/>
            </a:pPr>
            <a:r>
              <a:rPr sz="1200"/>
              <a:t>Each of the eleven delivery rows resolves from one or more citation IDs through a PRD requirement, Feature acceptance criterion, Epic, Feature, User Story, and Story acceptance criterion. Reading the identifiers in reverse provides backward traceability to the original evidence.</a:t>
            </a:r>
            <a:endParaRPr/>
          </a:p>
          <a:p xmlns:a="http://schemas.openxmlformats.org/drawingml/2006/main">
            <a:pPr marL="0" lvl="0" indent="0" algn="l">
              <a:spcBef>
                <a:spcPts val="0"/>
              </a:spcBef>
              <a:spcAft>
                <a:spcPts val="0"/>
              </a:spcAft>
              <a:buNone/>
            </a:pPr>
            <a:r>
              <a:rPr sz="1200"/>
              <a:t>The full disposition ledger separately records all 145 indexed citations, including contextual evidence and requirements intentionally retained as PRD-only, cross-cutting, prioritization, Nice-to-Have, or deferred content.</a:t>
            </a:r>
            <a:endParaRPr/>
          </a:p>
          <a:p xmlns:a="http://schemas.openxmlformats.org/drawingml/2006/main">
            <a:pPr marL="0" lvl="0" indent="0" algn="l">
              <a:spcBef>
                <a:spcPts val="0"/>
              </a:spcBef>
              <a:spcAft>
                <a:spcPts val="0"/>
              </a:spcAft>
              <a:buNone/>
            </a:pPr>
            <a:r>
              <a:rPr sz="1200"/>
              <a:t>The accepted run reports 100% groundedness, zero unsupported claims, and no orphan citation, PRD, or delivery records.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Evaluation Evidence/v0.3.8/PRD Genie — Source-to-Delivery Citation Traceability Matrix — RUN-S2-11902-16e7090e.md</a:t>
            </a:r>
            <a:endParaRPr/>
          </a:p>
          <a:p xmlns:a="http://schemas.openxmlformats.org/drawingml/2006/main">
            <a:pPr marL="0" lvl="0" indent="0" algn="l">
              <a:spcBef>
                <a:spcPts val="0"/>
              </a:spcBef>
              <a:spcAft>
                <a:spcPts val="0"/>
              </a:spcAft>
              <a:buNone/>
            </a:pPr>
            <a:r>
              <a:rPr sz="1200"/>
              <a:t>- Evaluation Evidence/v0.3.8/PRD Genie — Complete Citation Disposition Ledger — RUN-S2-11902-16e7090e.md</a:t>
            </a:r>
            <a:endParaRPr/>
          </a:p>
          <a:p xmlns:a="http://schemas.openxmlformats.org/drawingml/2006/main">
            <a:pPr marL="0" lvl="0" indent="0" algn="l">
              <a:spcBef>
                <a:spcPts val="0"/>
              </a:spcBef>
              <a:spcAft>
                <a:spcPts val="0"/>
              </a:spcAft>
              <a:buNone/>
            </a:pPr>
            <a:r>
              <a:rPr sz="1200"/>
              <a:t>- Accepted v0.3.8 traceability artifact: Google Drive file 1F92GAjQcMCKG-T-7EwBDslDRTDWwnG3N.</a:t>
            </a:r>
            <a:endParaRPr/>
          </a:p>
          <a:p xmlns:a="http://schemas.openxmlformats.org/drawingml/2006/main">
            <a:pPr marL="0" lvl="0" indent="0" algn="l">
              <a:spcBef>
                <a:spcPts val="0"/>
              </a:spcBef>
              <a:spcAft>
                <a:spcPts val="0"/>
              </a:spcAft>
              <a:buNone/>
            </a:pPr>
            <a:r>
              <a:rPr sz="1200"/>
              <a:t>GitHub evidence links</a:t>
            </a:r>
            <a:endParaRPr/>
          </a:p>
          <a:p xmlns:a="http://schemas.openxmlformats.org/drawingml/2006/main">
            <a:pPr marL="0" lvl="0" indent="0" algn="l">
              <a:spcBef>
                <a:spcPts val="0"/>
              </a:spcBef>
              <a:spcAft>
                <a:spcPts val="0"/>
              </a:spcAft>
              <a:buNone/>
            </a:pPr>
            <a:r>
              <a:rPr sz="1200"/>
              <a:t>- Complete 145-citation disposition ledger: https://github.com/vppuri-vjra/prd-genie/blob/main/releases/v0.3.8/evidence/PRD%20Genie%20%E2%80%94%20Complete%20Citation%20Disposition%20Ledger%20%E2%80%94%20RUN-S2-11902-16e7090e.md</a:t>
            </a:r>
            <a:endParaRPr/>
          </a:p>
          <a:p xmlns:a="http://schemas.openxmlformats.org/drawingml/2006/main">
            <a:pPr marL="0" lvl="0" indent="0" algn="l">
              <a:spcBef>
                <a:spcPts val="0"/>
              </a:spcBef>
              <a:spcAft>
                <a:spcPts val="0"/>
              </a:spcAft>
              <a:buNone/>
            </a:pPr>
            <a:r>
              <a:rPr sz="1200"/>
              <a:t>- Accepted v0.3.8 release commit: https://github.com/vppuri-vjra/prd-genie/commit/077f77c5aa71be97fa309b8b74ee01de15094388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A11 indexes the seven files exported by the first accepted v0.3.8 candidate execution 11901 / RUN-S2-11902-16e7090e.</a:t>
            </a:r>
            <a:endParaRPr/>
          </a:p>
          <a:p xmlns:a="http://schemas.openxmlformats.org/drawingml/2006/main">
            <a:pPr marL="0" lvl="0" indent="0" algn="l">
              <a:spcBef>
                <a:spcPts val="0"/>
              </a:spcBef>
              <a:spcAft>
                <a:spcPts val="0"/>
              </a:spcAft>
              <a:buNone/>
            </a:pPr>
            <a:r>
              <a:rPr sz="1200"/>
              <a:t>The three primary Markdown reviews are intended for human review. The four supporting files preserve machine-readable run, generation, story, and traceability evidence.</a:t>
            </a:r>
            <a:endParaRPr/>
          </a:p>
          <a:p xmlns:a="http://schemas.openxmlformats.org/drawingml/2006/main">
            <a:pPr marL="0" lvl="0" indent="0" algn="l">
              <a:spcBef>
                <a:spcPts val="0"/>
              </a:spcBef>
              <a:spcAft>
                <a:spcPts val="0"/>
              </a:spcAft>
              <a:buNone/>
            </a:pPr>
            <a:r>
              <a:rPr sz="1200"/>
              <a:t>The artifact IDs shown are the authoritative Google Drive records captured in the v0.3.8 workflow inventory and accepted-run snapshot.</a:t>
            </a:r>
            <a:endParaRPr/>
          </a:p>
          <a:p xmlns:a="http://schemas.openxmlformats.org/drawingml/2006/main">
            <a:pPr marL="0" lvl="0" indent="0" algn="l">
              <a:spcBef>
                <a:spcPts val="0"/>
              </a:spcBef>
              <a:spcAft>
                <a:spcPts val="0"/>
              </a:spcAft>
              <a:buNone/>
            </a:pPr>
            <a:r>
              <a:rPr sz="1200"/>
              <a:t>The complete 145-citation disposition ledger and accepted-run evidence package are now published on the repository's main branch.</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Workflow Inventory/PRD Genie S2 - n8n Workflow Inventory - v0.3.8.md</a:t>
            </a:r>
            <a:endParaRPr/>
          </a:p>
          <a:p xmlns:a="http://schemas.openxmlformats.org/drawingml/2006/main">
            <a:pPr marL="0" lvl="0" indent="0" algn="l">
              <a:spcBef>
                <a:spcPts val="0"/>
              </a:spcBef>
              <a:spcAft>
                <a:spcPts val="0"/>
              </a:spcAft>
              <a:buNone/>
            </a:pPr>
            <a:r>
              <a:rPr sz="1200"/>
              <a:t>- Pre Overall Status/PRD Genie - Snapshot - v0.3.8 Candidate Run - 2026-08-17 2007 PDT.md</a:t>
            </a:r>
            <a:endParaRPr/>
          </a:p>
          <a:p xmlns:a="http://schemas.openxmlformats.org/drawingml/2006/main">
            <a:pPr marL="0" lvl="0" indent="0" algn="l">
              <a:spcBef>
                <a:spcPts val="0"/>
              </a:spcBef>
              <a:spcAft>
                <a:spcPts val="0"/>
              </a:spcAft>
              <a:buNone/>
            </a:pPr>
            <a:r>
              <a:rPr sz="1200"/>
              <a:t>- Evaluation Evidence/v0.3.8/PRD Genie — Validated Full PRD Review — RUN-S2-11902-16e7090e.md</a:t>
            </a:r>
            <a:endParaRPr/>
          </a:p>
          <a:p xmlns:a="http://schemas.openxmlformats.org/drawingml/2006/main">
            <a:pPr marL="0" lvl="0" indent="0" algn="l">
              <a:spcBef>
                <a:spcPts val="0"/>
              </a:spcBef>
              <a:spcAft>
                <a:spcPts val="0"/>
              </a:spcAft>
              <a:buNone/>
            </a:pPr>
            <a:r>
              <a:rPr sz="1200"/>
              <a:t>- Evaluation Evidence/v0.3.8/PRD Genie — Validated Epic Feature User Story Review — RUN-S2-11902-16e7090e.md</a:t>
            </a:r>
            <a:endParaRPr/>
          </a:p>
          <a:p xmlns:a="http://schemas.openxmlformats.org/drawingml/2006/main">
            <a:pPr marL="0" lvl="0" indent="0" algn="l">
              <a:spcBef>
                <a:spcPts val="0"/>
              </a:spcBef>
              <a:spcAft>
                <a:spcPts val="0"/>
              </a:spcAft>
              <a:buNone/>
            </a:pPr>
            <a:r>
              <a:rPr sz="1200"/>
              <a:t>- Evaluation Evidence/v0.3.8/PRD Genie — Proposed T-Shirt Sizing Review — RUN-S2-11902-16e7090e.md</a:t>
            </a:r>
            <a:endParaRPr/>
          </a:p>
          <a:p xmlns:a="http://schemas.openxmlformats.org/drawingml/2006/main">
            <a:pPr marL="0" lvl="0" indent="0" algn="l">
              <a:spcBef>
                <a:spcPts val="0"/>
              </a:spcBef>
              <a:spcAft>
                <a:spcPts val="0"/>
              </a:spcAft>
              <a:buNone/>
            </a:pPr>
            <a:r>
              <a:rPr sz="1200"/>
              <a:t>GitHub evidence links</a:t>
            </a:r>
            <a:endParaRPr/>
          </a:p>
          <a:p xmlns:a="http://schemas.openxmlformats.org/drawingml/2006/main">
            <a:pPr marL="0" lvl="0" indent="0" algn="l">
              <a:spcBef>
                <a:spcPts val="0"/>
              </a:spcBef>
              <a:spcAft>
                <a:spcPts val="0"/>
              </a:spcAft>
              <a:buNone/>
            </a:pPr>
            <a:r>
              <a:rPr sz="1200"/>
              <a:t>- Complete accepted-run evidence package: https://github.com/vppuri-vjra/prd-genie/tree/main/releases/v0.3.8/evidence</a:t>
            </a:r>
            <a:endParaRPr/>
          </a:p>
          <a:p xmlns:a="http://schemas.openxmlformats.org/drawingml/2006/main">
            <a:pPr marL="0" lvl="0" indent="0" algn="l">
              <a:spcBef>
                <a:spcPts val="0"/>
              </a:spcBef>
              <a:spcAft>
                <a:spcPts val="0"/>
              </a:spcAft>
              <a:buNone/>
            </a:pPr>
            <a:r>
              <a:rPr sz="1200"/>
              <a:t>- Accepted v0.3.8 release commit: https://github.com/vppuri-vjra/prd-genie/commit/077f77c5aa71be97fa309b8b74ee01de15094388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A12 documents the controlled version progression and the protected rollback checkpoint for the accepted v0.3.8 submission candidate.</a:t>
            </a:r>
            <a:endParaRPr/>
          </a:p>
          <a:p xmlns:a="http://schemas.openxmlformats.org/drawingml/2006/main">
            <a:pPr marL="0" lvl="0" indent="0" algn="l">
              <a:spcBef>
                <a:spcPts val="0"/>
              </a:spcBef>
              <a:spcAft>
                <a:spcPts val="0"/>
              </a:spcAft>
              <a:buNone/>
            </a:pPr>
            <a:r>
              <a:rPr sz="1200"/>
              <a:t>v0.3.7 remains unchanged as the last proven production workflow set. Commit c5ae311 captured the exact live workflows; merge commit 57618f6 (PR #16) preserved that checkpoint on main.</a:t>
            </a:r>
            <a:endParaRPr/>
          </a:p>
          <a:p xmlns:a="http://schemas.openxmlformats.org/drawingml/2006/main">
            <a:pPr marL="0" lvl="0" indent="0" algn="l">
              <a:spcBef>
                <a:spcPts val="0"/>
              </a:spcBef>
              <a:spcAft>
                <a:spcPts val="0"/>
              </a:spcAft>
              <a:buNone/>
            </a:pPr>
            <a:r>
              <a:rPr sz="1200"/>
              <a:t>The accepted v0.3.8 submission package is commit 077f77c. Its accepted run is execution 11901 / RUN-S2-11902-16e7090e, with seven exported artifacts, 11/11 sizing, and release authorization.</a:t>
            </a:r>
            <a:endParaRPr/>
          </a:p>
          <a:p xmlns:a="http://schemas.openxmlformats.org/drawingml/2006/main">
            <a:pPr marL="0" lvl="0" indent="0" algn="l">
              <a:spcBef>
                <a:spcPts val="0"/>
              </a:spcBef>
              <a:spcAft>
                <a:spcPts val="0"/>
              </a:spcAft>
              <a:buNone/>
            </a:pPr>
            <a:r>
              <a:rPr sz="1200"/>
              <a:t>No rollback action was executed; this slide documents recoverability and evidence preservation.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 prd-genie-v0.3.8-inventory.md</a:t>
            </a:r>
            <a:endParaRPr/>
          </a:p>
          <a:p xmlns:a="http://schemas.openxmlformats.org/drawingml/2006/main">
            <a:pPr marL="0" lvl="0" indent="0" algn="l">
              <a:spcBef>
                <a:spcPts val="0"/>
              </a:spcBef>
              <a:spcAft>
                <a:spcPts val="0"/>
              </a:spcAft>
              <a:buNone/>
            </a:pPr>
            <a:r>
              <a:rPr sz="1200"/>
              <a:t>- https://github.com/vppuri-vjra/prd-genie/commit/077f77c5aa71be97fa309b8b74ee01de15094388</a:t>
            </a:r>
            <a:endParaRPr/>
          </a:p>
          <a:p xmlns:a="http://schemas.openxmlformats.org/drawingml/2006/main">
            <a:pPr marL="0" lvl="0" indent="0" algn="l">
              <a:spcBef>
                <a:spcPts val="0"/>
              </a:spcBef>
              <a:spcAft>
                <a:spcPts val="0"/>
              </a:spcAft>
              <a:buNone/>
            </a:pPr>
            <a:r>
              <a:rPr sz="1200"/>
              <a:t>- https://github.com/vppuri-vjra/prd-genie/commit/c5ae311</a:t>
            </a:r>
            <a:endParaRPr/>
          </a:p>
          <a:p xmlns:a="http://schemas.openxmlformats.org/drawingml/2006/main">
            <a:pPr marL="0" lvl="0" indent="0" algn="l">
              <a:spcBef>
                <a:spcPts val="0"/>
              </a:spcBef>
              <a:spcAft>
                <a:spcPts val="0"/>
              </a:spcAft>
              <a:buNone/>
            </a:pPr>
            <a:r>
              <a:rPr sz="1200"/>
              <a:t>- https://github.com/vppuri-vjra/prd-genie/commit/57618f6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b9ffe350a444bd"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9b40355ca6492f" /><Relationship Type="http://schemas.openxmlformats.org/officeDocument/2006/relationships/slideLayout" Target="/ppt/slideLayouts/slideLayout1.xml" Id="Ref6d3462bd054d7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f6d3462bd054d7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3a5e4c61064a40" /><Relationship Type="http://schemas.openxmlformats.org/officeDocument/2006/relationships/notesSlide" Target="/ppt/notesSlides/notesSlide1.xml" Id="Re17e943f7bf242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f52d2842834d58" /><Relationship Type="http://schemas.openxmlformats.org/officeDocument/2006/relationships/notesSlide" Target="/ppt/notesSlides/notesSlide2.xml" Id="Rc92b92e6883447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fe626588b34021" /><Relationship Type="http://schemas.openxmlformats.org/officeDocument/2006/relationships/notesSlide" Target="/ppt/notesSlides/notesSlide3.xml" Id="R9c552559eb7444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1a1c109e604c5f" /><Relationship Type="http://schemas.openxmlformats.org/officeDocument/2006/relationships/notesSlide" Target="/ppt/notesSlides/notesSlide4.xml" Id="Rd441cb0c978d4f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4fb04b8f584c75" /><Relationship Type="http://schemas.openxmlformats.org/officeDocument/2006/relationships/notesSlide" Target="/ppt/notesSlides/notesSlide5.xml" Id="Rb874c7b3aa8647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78f17c30434d4f" /><Relationship Type="http://schemas.openxmlformats.org/officeDocument/2006/relationships/notesSlide" Target="/ppt/notesSlides/notesSlide6.xml" Id="Rd8ca0fe9c16149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b0b656cea74de5" /><Relationship Type="http://schemas.openxmlformats.org/officeDocument/2006/relationships/notesSlide" Target="/ppt/notesSlides/notesSlide7.xml" Id="Raadfe4d798e340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d8eb4c5e064af9" /><Relationship Type="http://schemas.openxmlformats.org/officeDocument/2006/relationships/notesSlide" Target="/ppt/notesSlides/notesSlide8.xml" Id="R1f5df8ab443f42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d080a2ae7441b0" /><Relationship Type="http://schemas.openxmlformats.org/officeDocument/2006/relationships/notesSlide" Target="/ppt/notesSlides/notesSlide9.xml" Id="Rab451b2e754a46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2b4f11095d4e69" /><Relationship Type="http://schemas.openxmlformats.org/officeDocument/2006/relationships/notesSlide" Target="/ppt/notesSlides/notesSlide10.xml" Id="Rc96026e61bbd4b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121825472bd4293" /><Relationship Type="http://schemas.openxmlformats.org/officeDocument/2006/relationships/notesSlide" Target="/ppt/notesSlides/notesSlide11.xml" Id="R0d5ca7975e7242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b6c82b65096411f" /><Relationship Type="http://schemas.openxmlformats.org/officeDocument/2006/relationships/notesSlide" Target="/ppt/notesSlides/notesSlide12.xml" Id="R3731c23a22d34e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0494b9c0fae468e" /><Relationship Type="http://schemas.openxmlformats.org/officeDocument/2006/relationships/notesSlide" Target="/ppt/notesSlides/notesSlide13.xml" Id="Rd86973054bb046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1967c2b14a4a79" /><Relationship Type="http://schemas.openxmlformats.org/officeDocument/2006/relationships/notesSlide" Target="/ppt/notesSlides/notesSlide14.xml" Id="Rff89db4605cb4c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7b702305584798" /><Relationship Type="http://schemas.openxmlformats.org/officeDocument/2006/relationships/notesSlide" Target="/ppt/notesSlides/notesSlide15.xml" Id="Rd2093fada07042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8b81c7f449f4c72" /><Relationship Type="http://schemas.openxmlformats.org/officeDocument/2006/relationships/notesSlide" Target="/ppt/notesSlides/notesSlide16.xml" Id="Rb4cb7826cc814a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cbbcd311b49421c" /><Relationship Type="http://schemas.openxmlformats.org/officeDocument/2006/relationships/notesSlide" Target="/ppt/notesSlides/notesSlide17.xml" Id="R53fbc17a9e714f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12eeee9f8b45db" /><Relationship Type="http://schemas.openxmlformats.org/officeDocument/2006/relationships/notesSlide" Target="/ppt/notesSlides/notesSlide18.xml" Id="R09409648141e43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efb8c645fb64bd7" /><Relationship Type="http://schemas.openxmlformats.org/officeDocument/2006/relationships/notesSlide" Target="/ppt/notesSlides/notesSlide19.xml" Id="Rb76b6dcf2d5a4e1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d0ecca7e2034f59" /><Relationship Type="http://schemas.openxmlformats.org/officeDocument/2006/relationships/notesSlide" Target="/ppt/notesSlides/notesSlide20.xml" Id="Rce5c8f53bc364c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9e952355f284eb1" /><Relationship Type="http://schemas.openxmlformats.org/officeDocument/2006/relationships/notesSlide" Target="/ppt/notesSlides/notesSlide21.xml" Id="R1eb1f7adfd5f43a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1cf5c890526473c" /><Relationship Type="http://schemas.openxmlformats.org/officeDocument/2006/relationships/notesSlide" Target="/ppt/notesSlides/notesSlide22.xml" Id="R9f2bea5ee3b141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53cf8e5aef24221" /><Relationship Type="http://schemas.openxmlformats.org/officeDocument/2006/relationships/notesSlide" Target="/ppt/notesSlides/notesSlide23.xml" Id="Re552950603ea436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59d21a40f264834" /><Relationship Type="http://schemas.openxmlformats.org/officeDocument/2006/relationships/notesSlide" Target="/ppt/notesSlides/notesSlide24.xml" Id="R6d3c2a325a504d4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af16d704ca4061" /><Relationship Type="http://schemas.openxmlformats.org/officeDocument/2006/relationships/notesSlide" Target="/ppt/notesSlides/notesSlide25.xml" Id="R5af36038580f46a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ee20ccc8269404e" /><Relationship Type="http://schemas.openxmlformats.org/officeDocument/2006/relationships/notesSlide" Target="/ppt/notesSlides/notesSlide26.xml" Id="Rb273ee1e359f417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8658ada98b2463f" /><Relationship Type="http://schemas.openxmlformats.org/officeDocument/2006/relationships/notesSlide" Target="/ppt/notesSlides/notesSlide27.xml" Id="Ref19aa5f831a4b2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1754c72cf6d4bfe" /><Relationship Type="http://schemas.openxmlformats.org/officeDocument/2006/relationships/notesSlide" Target="/ppt/notesSlides/notesSlide28.xml" Id="R044b337092bb463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f45d75bf9c44236" /><Relationship Type="http://schemas.openxmlformats.org/officeDocument/2006/relationships/notesSlide" Target="/ppt/notesSlides/notesSlide29.xml" Id="R4dce21eb885a4bc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73111b9df92422f" /><Relationship Type="http://schemas.openxmlformats.org/officeDocument/2006/relationships/notesSlide" Target="/ppt/notesSlides/notesSlide30.xml" Id="R03c20dc77c3d4d4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f41dcf59b0f4fcd" /><Relationship Type="http://schemas.openxmlformats.org/officeDocument/2006/relationships/notesSlide" Target="/ppt/notesSlides/notesSlide31.xml" Id="Rc416f73b8a4c4f2f" /></Relationships>
</file>

<file path=ppt/slides/slide1.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6" name="Google Shape;16;p1">
            <a:extLst xmlns:a="http://schemas.openxmlformats.org/drawingml/2006/main">
              <a:ext uri="{FF2B5EF4-FFF2-40B4-BE49-F238E27FC236}">
                <a16:creationId xmlns:a16="http://schemas.microsoft.com/office/drawing/2014/main" id="{C5344717-A062-483C-BBCA-A04A28ACD49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 name="Google Shape;17;p1">
            <a:extLst xmlns:a="http://schemas.openxmlformats.org/drawingml/2006/main">
              <a:ext uri="{FF2B5EF4-FFF2-40B4-BE49-F238E27FC236}">
                <a16:creationId xmlns:a16="http://schemas.microsoft.com/office/drawing/2014/main" id="{8F55EC1D-40C2-4051-85E3-57DDED3B637B}"/>
              </a:ext>
            </a:extLst>
          </p:cNvPr>
          <p:cNvSpPr>
            <a:spLocks xmlns:a="http://schemas.openxmlformats.org/drawingml/2006/main" noGrp="1"/>
          </p:cNvSpPr>
          <p:nvPr/>
        </p:nvSpPr>
        <p:spPr>
          <a:xfrm xmlns:a="http://schemas.openxmlformats.org/drawingml/2006/main">
            <a:off x="819150" y="1638300"/>
            <a:ext cx="76200" cy="20383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 name="Google Shape;18;p1">
            <a:extLst xmlns:a="http://schemas.openxmlformats.org/drawingml/2006/main">
              <a:ext uri="{FF2B5EF4-FFF2-40B4-BE49-F238E27FC236}">
                <a16:creationId xmlns:a16="http://schemas.microsoft.com/office/drawing/2014/main" id="{E99DB623-5434-48CA-8310-4D3AE2E64D9C}"/>
              </a:ext>
            </a:extLst>
          </p:cNvPr>
          <p:cNvSpPr>
            <a:spLocks xmlns:a="http://schemas.openxmlformats.org/drawingml/2006/main" noGrp="1"/>
          </p:cNvSpPr>
          <p:nvPr/>
        </p:nvSpPr>
        <p:spPr>
          <a:xfrm xmlns:a="http://schemas.openxmlformats.org/drawingml/2006/main">
            <a:off x="1104900" y="1104900"/>
            <a:ext cx="4476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125"/>
              <a:buFont typeface="Arial"/>
              <a:buNone/>
            </a:pPr>
            <a:r>
              <a:rPr sz="1125" b="1">
                <a:solidFill>
                  <a:srgbClr val="B85042"/>
                </a:solidFill>
              </a:rPr>
              <a:t>v0.3.8  ·  SUBMISSION BASELINE</a:t>
            </a:r>
            <a:endParaRPr/>
          </a:p>
        </p:txBody>
      </p:sp>
      <p:sp>
        <p:nvSpPr>
          <p:cNvPr id="19" name="Google Shape;19;p1">
            <a:extLst xmlns:a="http://schemas.openxmlformats.org/drawingml/2006/main">
              <a:ext uri="{FF2B5EF4-FFF2-40B4-BE49-F238E27FC236}">
                <a16:creationId xmlns:a16="http://schemas.microsoft.com/office/drawing/2014/main" id="{38C70E7D-1CF6-4DC0-86D9-488CF4FC130E}"/>
              </a:ext>
            </a:extLst>
          </p:cNvPr>
          <p:cNvSpPr>
            <a:spLocks xmlns:a="http://schemas.openxmlformats.org/drawingml/2006/main" noGrp="1"/>
          </p:cNvSpPr>
          <p:nvPr/>
        </p:nvSpPr>
        <p:spPr>
          <a:xfrm xmlns:a="http://schemas.openxmlformats.org/drawingml/2006/main">
            <a:off x="1104900" y="1657350"/>
            <a:ext cx="91440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4350"/>
              <a:buFont typeface="Arial"/>
              <a:buNone/>
            </a:pPr>
            <a:r>
              <a:rPr sz="4350" b="1">
                <a:solidFill>
                  <a:srgbClr val="1A1A2E"/>
                </a:solidFill>
              </a:rPr>
              <a:t>PRD Genie</a:t>
            </a:r>
            <a:endParaRPr/>
          </a:p>
        </p:txBody>
      </p:sp>
      <p:sp>
        <p:nvSpPr>
          <p:cNvPr id="20" name="Google Shape;20;p1">
            <a:extLst xmlns:a="http://schemas.openxmlformats.org/drawingml/2006/main">
              <a:ext uri="{FF2B5EF4-FFF2-40B4-BE49-F238E27FC236}">
                <a16:creationId xmlns:a16="http://schemas.microsoft.com/office/drawing/2014/main" id="{1DF54D11-CF05-4B74-838B-B3D689687D62}"/>
              </a:ext>
            </a:extLst>
          </p:cNvPr>
          <p:cNvSpPr>
            <a:spLocks xmlns:a="http://schemas.openxmlformats.org/drawingml/2006/main" noGrp="1"/>
          </p:cNvSpPr>
          <p:nvPr/>
        </p:nvSpPr>
        <p:spPr>
          <a:xfrm xmlns:a="http://schemas.openxmlformats.org/drawingml/2006/main">
            <a:off x="1123950" y="2686050"/>
            <a:ext cx="857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4F5563"/>
              </a:buClr>
              <a:buSzPts val="1875"/>
              <a:buFont typeface="Arial"/>
              <a:buNone/>
            </a:pPr>
            <a:r>
              <a:rPr sz="1875">
                <a:solidFill>
                  <a:srgbClr val="4F5563"/>
                </a:solidFill>
              </a:rPr>
              <a:t>An evidence-governed multi-agent pipeline</a:t>
            </a:r>
            <a:endParaRPr/>
          </a:p>
          <a:p xmlns:a="http://schemas.openxmlformats.org/drawingml/2006/main">
            <a:pPr marL="0" marR="0" lvl="0" indent="0" algn="l">
              <a:lnSpc>
                <a:spcPct val="112000"/>
              </a:lnSpc>
              <a:spcBef>
                <a:spcPts val="0"/>
              </a:spcBef>
              <a:spcAft>
                <a:spcPts val="0"/>
              </a:spcAft>
              <a:buClr>
                <a:srgbClr val="4F5563"/>
              </a:buClr>
              <a:buSzPts val="1875"/>
              <a:buFont typeface="Arial"/>
              <a:buNone/>
            </a:pPr>
            <a:r>
              <a:rPr sz="1875">
                <a:solidFill>
                  <a:srgbClr val="4F5563"/>
                </a:solidFill>
              </a:rPr>
              <a:t>from source documents to planning-ready delivery.</a:t>
            </a:r>
            <a:endParaRPr/>
          </a:p>
        </p:txBody>
      </p:sp>
      <p:sp>
        <p:nvSpPr>
          <p:cNvPr id="21" name="Google Shape;21;p1">
            <a:extLst xmlns:a="http://schemas.openxmlformats.org/drawingml/2006/main">
              <a:ext uri="{FF2B5EF4-FFF2-40B4-BE49-F238E27FC236}">
                <a16:creationId xmlns:a16="http://schemas.microsoft.com/office/drawing/2014/main" id="{399F0E34-5CB2-4483-8D7A-BC43583FF83A}"/>
              </a:ext>
            </a:extLst>
          </p:cNvPr>
          <p:cNvSpPr>
            <a:spLocks xmlns:a="http://schemas.openxmlformats.org/drawingml/2006/main" noGrp="1"/>
          </p:cNvSpPr>
          <p:nvPr/>
        </p:nvSpPr>
        <p:spPr>
          <a:xfrm xmlns:a="http://schemas.openxmlformats.org/drawingml/2006/main">
            <a:off x="1123950" y="3943350"/>
            <a:ext cx="7810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86B72"/>
              </a:buClr>
              <a:buSzPts val="1200"/>
              <a:buFont typeface="Arial"/>
              <a:buNone/>
            </a:pPr>
            <a:r>
              <a:rPr sz="1200">
                <a:solidFill>
                  <a:srgbClr val="686B72"/>
                </a:solidFill>
              </a:rPr>
              <a:t>Vipin Puri   ·   IK S2 Capstone Program   ·   August 2026</a:t>
            </a:r>
            <a:endParaRPr/>
          </a:p>
        </p:txBody>
      </p:sp>
      <p:sp>
        <p:nvSpPr>
          <p:cNvPr id="22" name="Google Shape;22;p1">
            <a:extLst xmlns:a="http://schemas.openxmlformats.org/drawingml/2006/main">
              <a:ext uri="{FF2B5EF4-FFF2-40B4-BE49-F238E27FC236}">
                <a16:creationId xmlns:a16="http://schemas.microsoft.com/office/drawing/2014/main" id="{B35ED704-7624-4C32-A5AB-F97660620D2E}"/>
              </a:ext>
            </a:extLst>
          </p:cNvPr>
          <p:cNvSpPr>
            <a:spLocks xmlns:a="http://schemas.openxmlformats.org/drawingml/2006/main" noGrp="1"/>
          </p:cNvSpPr>
          <p:nvPr/>
        </p:nvSpPr>
        <p:spPr>
          <a:xfrm xmlns:a="http://schemas.openxmlformats.org/drawingml/2006/main">
            <a:off x="1123950" y="5505450"/>
            <a:ext cx="1619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1A1A2E"/>
              </a:buClr>
              <a:buSzPts val="1050"/>
              <a:buFont typeface="Arial"/>
              <a:buNone/>
            </a:pPr>
            <a:r>
              <a:rPr sz="1050" b="1">
                <a:solidFill>
                  <a:srgbClr val="1A1A2E"/>
                </a:solidFill>
              </a:rPr>
              <a:t>Source evidence</a:t>
            </a:r>
            <a:endParaRPr/>
          </a:p>
        </p:txBody>
      </p:sp>
      <p:sp>
        <p:nvSpPr>
          <p:cNvPr id="23" name="Google Shape;23;p1">
            <a:extLst xmlns:a="http://schemas.openxmlformats.org/drawingml/2006/main">
              <a:ext uri="{FF2B5EF4-FFF2-40B4-BE49-F238E27FC236}">
                <a16:creationId xmlns:a16="http://schemas.microsoft.com/office/drawing/2014/main" id="{E818F58B-DFC5-4D45-BD2C-72A4FE4F4883}"/>
              </a:ext>
            </a:extLst>
          </p:cNvPr>
          <p:cNvSpPr>
            <a:spLocks xmlns:a="http://schemas.openxmlformats.org/drawingml/2006/main" noGrp="1"/>
          </p:cNvSpPr>
          <p:nvPr/>
        </p:nvSpPr>
        <p:spPr>
          <a:xfrm xmlns:a="http://schemas.openxmlformats.org/drawingml/2006/main">
            <a:off x="3105150" y="5505450"/>
            <a:ext cx="1428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1A1A2E"/>
              </a:buClr>
              <a:buSzPts val="1050"/>
              <a:buFont typeface="Arial"/>
              <a:buNone/>
            </a:pPr>
            <a:r>
              <a:rPr sz="1050" b="1">
                <a:solidFill>
                  <a:srgbClr val="1A1A2E"/>
                </a:solidFill>
              </a:rPr>
              <a:t>Requirements</a:t>
            </a:r>
            <a:endParaRPr/>
          </a:p>
        </p:txBody>
      </p:sp>
      <p:sp>
        <p:nvSpPr>
          <p:cNvPr id="24" name="Google Shape;24;p1">
            <a:extLst xmlns:a="http://schemas.openxmlformats.org/drawingml/2006/main">
              <a:ext uri="{FF2B5EF4-FFF2-40B4-BE49-F238E27FC236}">
                <a16:creationId xmlns:a16="http://schemas.microsoft.com/office/drawing/2014/main" id="{660A705C-06A2-4050-A3FC-E974BC77A75F}"/>
              </a:ext>
            </a:extLst>
          </p:cNvPr>
          <p:cNvSpPr>
            <a:spLocks xmlns:a="http://schemas.openxmlformats.org/drawingml/2006/main" noGrp="1"/>
          </p:cNvSpPr>
          <p:nvPr/>
        </p:nvSpPr>
        <p:spPr>
          <a:xfrm xmlns:a="http://schemas.openxmlformats.org/drawingml/2006/main">
            <a:off x="4895850" y="5505450"/>
            <a:ext cx="6858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1A1A2E"/>
              </a:buClr>
              <a:buSzPts val="1050"/>
              <a:buFont typeface="Arial"/>
              <a:buNone/>
            </a:pPr>
            <a:r>
              <a:rPr sz="1050" b="1">
                <a:solidFill>
                  <a:srgbClr val="1A1A2E"/>
                </a:solidFill>
              </a:rPr>
              <a:t>PRD</a:t>
            </a:r>
            <a:endParaRPr/>
          </a:p>
        </p:txBody>
      </p:sp>
      <p:sp>
        <p:nvSpPr>
          <p:cNvPr id="25" name="Google Shape;25;p1">
            <a:extLst xmlns:a="http://schemas.openxmlformats.org/drawingml/2006/main">
              <a:ext uri="{FF2B5EF4-FFF2-40B4-BE49-F238E27FC236}">
                <a16:creationId xmlns:a16="http://schemas.microsoft.com/office/drawing/2014/main" id="{6284071B-A7C5-4DC2-BB07-A525BFED150A}"/>
              </a:ext>
            </a:extLst>
          </p:cNvPr>
          <p:cNvSpPr>
            <a:spLocks xmlns:a="http://schemas.openxmlformats.org/drawingml/2006/main" noGrp="1"/>
          </p:cNvSpPr>
          <p:nvPr/>
        </p:nvSpPr>
        <p:spPr>
          <a:xfrm xmlns:a="http://schemas.openxmlformats.org/drawingml/2006/main">
            <a:off x="5943600" y="5505450"/>
            <a:ext cx="8191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1A1A2E"/>
              </a:buClr>
              <a:buSzPts val="1050"/>
              <a:buFont typeface="Arial"/>
              <a:buNone/>
            </a:pPr>
            <a:r>
              <a:rPr sz="1050" b="1">
                <a:solidFill>
                  <a:srgbClr val="1A1A2E"/>
                </a:solidFill>
              </a:rPr>
              <a:t>Stories</a:t>
            </a:r>
            <a:endParaRPr/>
          </a:p>
        </p:txBody>
      </p:sp>
      <p:sp>
        <p:nvSpPr>
          <p:cNvPr id="26" name="Google Shape;26;p1">
            <a:extLst xmlns:a="http://schemas.openxmlformats.org/drawingml/2006/main">
              <a:ext uri="{FF2B5EF4-FFF2-40B4-BE49-F238E27FC236}">
                <a16:creationId xmlns:a16="http://schemas.microsoft.com/office/drawing/2014/main" id="{671BEBC2-DEF0-479E-AB14-B6D510C32322}"/>
              </a:ext>
            </a:extLst>
          </p:cNvPr>
          <p:cNvSpPr>
            <a:spLocks xmlns:a="http://schemas.openxmlformats.org/drawingml/2006/main" noGrp="1"/>
          </p:cNvSpPr>
          <p:nvPr/>
        </p:nvSpPr>
        <p:spPr>
          <a:xfrm xmlns:a="http://schemas.openxmlformats.org/drawingml/2006/main">
            <a:off x="7124700" y="5505450"/>
            <a:ext cx="12192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1A1A2E"/>
              </a:buClr>
              <a:buSzPts val="1050"/>
              <a:buFont typeface="Arial"/>
              <a:buNone/>
            </a:pPr>
            <a:r>
              <a:rPr sz="1050" b="1">
                <a:solidFill>
                  <a:srgbClr val="1A1A2E"/>
                </a:solidFill>
              </a:rPr>
              <a:t>Validation</a:t>
            </a:r>
            <a:endParaRPr/>
          </a:p>
        </p:txBody>
      </p:sp>
      <p:sp>
        <p:nvSpPr>
          <p:cNvPr id="27" name="Google Shape;27;p1">
            <a:extLst xmlns:a="http://schemas.openxmlformats.org/drawingml/2006/main">
              <a:ext uri="{FF2B5EF4-FFF2-40B4-BE49-F238E27FC236}">
                <a16:creationId xmlns:a16="http://schemas.microsoft.com/office/drawing/2014/main" id="{9061CBF1-28DA-4009-9119-7672ACE2824E}"/>
              </a:ext>
            </a:extLst>
          </p:cNvPr>
          <p:cNvSpPr>
            <a:spLocks xmlns:a="http://schemas.openxmlformats.org/drawingml/2006/main" noGrp="1"/>
          </p:cNvSpPr>
          <p:nvPr/>
        </p:nvSpPr>
        <p:spPr>
          <a:xfrm xmlns:a="http://schemas.openxmlformats.org/drawingml/2006/main">
            <a:off x="8705850" y="5505450"/>
            <a:ext cx="7810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1A1A2E"/>
              </a:buClr>
              <a:buSzPts val="1050"/>
              <a:buFont typeface="Arial"/>
              <a:buNone/>
            </a:pPr>
            <a:r>
              <a:rPr sz="1050" b="1">
                <a:solidFill>
                  <a:srgbClr val="1A1A2E"/>
                </a:solidFill>
              </a:rPr>
              <a:t>Sizing</a:t>
            </a:r>
            <a:endParaRPr/>
          </a:p>
        </p:txBody>
      </p:sp>
      <p:sp>
        <p:nvSpPr>
          <p:cNvPr id="28" name="Google Shape;28;p1">
            <a:extLst xmlns:a="http://schemas.openxmlformats.org/drawingml/2006/main">
              <a:ext uri="{FF2B5EF4-FFF2-40B4-BE49-F238E27FC236}">
                <a16:creationId xmlns:a16="http://schemas.microsoft.com/office/drawing/2014/main" id="{7B365056-FF0B-4888-B5AB-F9965F3EFEC0}"/>
              </a:ext>
            </a:extLst>
          </p:cNvPr>
          <p:cNvSpPr>
            <a:spLocks xmlns:a="http://schemas.openxmlformats.org/drawingml/2006/main" noGrp="1"/>
          </p:cNvSpPr>
          <p:nvPr/>
        </p:nvSpPr>
        <p:spPr>
          <a:xfrm xmlns:a="http://schemas.openxmlformats.org/drawingml/2006/main">
            <a:off x="9848850" y="5505450"/>
            <a:ext cx="952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1A1A2E"/>
              </a:buClr>
              <a:buSzPts val="1050"/>
              <a:buFont typeface="Arial"/>
              <a:buNone/>
            </a:pPr>
            <a:r>
              <a:rPr sz="1050" b="1">
                <a:solidFill>
                  <a:srgbClr val="1A1A2E"/>
                </a:solidFill>
              </a:rPr>
              <a:t>Delivery</a:t>
            </a:r>
            <a:endParaRPr/>
          </a:p>
        </p:txBody>
      </p:sp>
      <p:sp>
        <p:nvSpPr>
          <p:cNvPr id="29" name="Google Shape;29;p1">
            <a:extLst xmlns:a="http://schemas.openxmlformats.org/drawingml/2006/main">
              <a:ext uri="{FF2B5EF4-FFF2-40B4-BE49-F238E27FC236}">
                <a16:creationId xmlns:a16="http://schemas.microsoft.com/office/drawing/2014/main" id="{47FD849B-7759-45CF-BF60-DC8CD3A887DF}"/>
              </a:ext>
            </a:extLst>
          </p:cNvPr>
          <p:cNvSpPr>
            <a:spLocks xmlns:a="http://schemas.openxmlformats.org/drawingml/2006/main" noGrp="1"/>
          </p:cNvSpPr>
          <p:nvPr/>
        </p:nvSpPr>
        <p:spPr>
          <a:xfrm xmlns:a="http://schemas.openxmlformats.org/drawingml/2006/main">
            <a:off x="2781300" y="548640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B85042"/>
              </a:buClr>
              <a:buSzPts val="1500"/>
              <a:buFont typeface="Arial"/>
              <a:buNone/>
            </a:pPr>
            <a:r>
              <a:rPr sz="1500" b="1">
                <a:solidFill>
                  <a:srgbClr val="B85042"/>
                </a:solidFill>
              </a:rPr>
              <a:t>→</a:t>
            </a:r>
            <a:endParaRPr/>
          </a:p>
        </p:txBody>
      </p:sp>
      <p:sp>
        <p:nvSpPr>
          <p:cNvPr id="30" name="Google Shape;30;p1">
            <a:extLst xmlns:a="http://schemas.openxmlformats.org/drawingml/2006/main">
              <a:ext uri="{FF2B5EF4-FFF2-40B4-BE49-F238E27FC236}">
                <a16:creationId xmlns:a16="http://schemas.microsoft.com/office/drawing/2014/main" id="{F5ACC6C7-2738-41A5-8DB3-6AF8C31C531B}"/>
              </a:ext>
            </a:extLst>
          </p:cNvPr>
          <p:cNvSpPr>
            <a:spLocks xmlns:a="http://schemas.openxmlformats.org/drawingml/2006/main" noGrp="1"/>
          </p:cNvSpPr>
          <p:nvPr/>
        </p:nvSpPr>
        <p:spPr>
          <a:xfrm xmlns:a="http://schemas.openxmlformats.org/drawingml/2006/main">
            <a:off x="4610100" y="548640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B85042"/>
              </a:buClr>
              <a:buSzPts val="1500"/>
              <a:buFont typeface="Arial"/>
              <a:buNone/>
            </a:pPr>
            <a:r>
              <a:rPr sz="1500" b="1">
                <a:solidFill>
                  <a:srgbClr val="B85042"/>
                </a:solidFill>
              </a:rPr>
              <a:t>→</a:t>
            </a:r>
            <a:endParaRPr/>
          </a:p>
        </p:txBody>
      </p:sp>
      <p:sp>
        <p:nvSpPr>
          <p:cNvPr id="31" name="Google Shape;31;p1">
            <a:extLst xmlns:a="http://schemas.openxmlformats.org/drawingml/2006/main">
              <a:ext uri="{FF2B5EF4-FFF2-40B4-BE49-F238E27FC236}">
                <a16:creationId xmlns:a16="http://schemas.microsoft.com/office/drawing/2014/main" id="{E1473E86-5083-44D6-BE5E-EFC9C3B680DE}"/>
              </a:ext>
            </a:extLst>
          </p:cNvPr>
          <p:cNvSpPr>
            <a:spLocks xmlns:a="http://schemas.openxmlformats.org/drawingml/2006/main" noGrp="1"/>
          </p:cNvSpPr>
          <p:nvPr/>
        </p:nvSpPr>
        <p:spPr>
          <a:xfrm xmlns:a="http://schemas.openxmlformats.org/drawingml/2006/main">
            <a:off x="5619750" y="548640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B85042"/>
              </a:buClr>
              <a:buSzPts val="1500"/>
              <a:buFont typeface="Arial"/>
              <a:buNone/>
            </a:pPr>
            <a:r>
              <a:rPr sz="1500" b="1">
                <a:solidFill>
                  <a:srgbClr val="B85042"/>
                </a:solidFill>
              </a:rPr>
              <a:t>→</a:t>
            </a:r>
            <a:endParaRPr/>
          </a:p>
        </p:txBody>
      </p:sp>
      <p:sp>
        <p:nvSpPr>
          <p:cNvPr id="32" name="Google Shape;32;p1">
            <a:extLst xmlns:a="http://schemas.openxmlformats.org/drawingml/2006/main">
              <a:ext uri="{FF2B5EF4-FFF2-40B4-BE49-F238E27FC236}">
                <a16:creationId xmlns:a16="http://schemas.microsoft.com/office/drawing/2014/main" id="{8C92ED45-B16B-451C-B361-5BFDEEE9495A}"/>
              </a:ext>
            </a:extLst>
          </p:cNvPr>
          <p:cNvSpPr>
            <a:spLocks xmlns:a="http://schemas.openxmlformats.org/drawingml/2006/main" noGrp="1"/>
          </p:cNvSpPr>
          <p:nvPr/>
        </p:nvSpPr>
        <p:spPr>
          <a:xfrm xmlns:a="http://schemas.openxmlformats.org/drawingml/2006/main">
            <a:off x="6819900" y="548640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B85042"/>
              </a:buClr>
              <a:buSzPts val="1500"/>
              <a:buFont typeface="Arial"/>
              <a:buNone/>
            </a:pPr>
            <a:r>
              <a:rPr sz="1500" b="1">
                <a:solidFill>
                  <a:srgbClr val="B85042"/>
                </a:solidFill>
              </a:rPr>
              <a:t>→</a:t>
            </a:r>
            <a:endParaRPr/>
          </a:p>
        </p:txBody>
      </p:sp>
      <p:sp>
        <p:nvSpPr>
          <p:cNvPr id="33" name="Google Shape;33;p1">
            <a:extLst xmlns:a="http://schemas.openxmlformats.org/drawingml/2006/main">
              <a:ext uri="{FF2B5EF4-FFF2-40B4-BE49-F238E27FC236}">
                <a16:creationId xmlns:a16="http://schemas.microsoft.com/office/drawing/2014/main" id="{0B5E3EA0-9F7D-4A70-9677-5DDAC1F59191}"/>
              </a:ext>
            </a:extLst>
          </p:cNvPr>
          <p:cNvSpPr>
            <a:spLocks xmlns:a="http://schemas.openxmlformats.org/drawingml/2006/main" noGrp="1"/>
          </p:cNvSpPr>
          <p:nvPr/>
        </p:nvSpPr>
        <p:spPr>
          <a:xfrm xmlns:a="http://schemas.openxmlformats.org/drawingml/2006/main">
            <a:off x="8420100" y="548640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B85042"/>
              </a:buClr>
              <a:buSzPts val="1500"/>
              <a:buFont typeface="Arial"/>
              <a:buNone/>
            </a:pPr>
            <a:r>
              <a:rPr sz="1500" b="1">
                <a:solidFill>
                  <a:srgbClr val="B85042"/>
                </a:solidFill>
              </a:rPr>
              <a:t>→</a:t>
            </a:r>
            <a:endParaRPr/>
          </a:p>
        </p:txBody>
      </p:sp>
      <p:sp>
        <p:nvSpPr>
          <p:cNvPr id="34" name="Google Shape;34;p1">
            <a:extLst xmlns:a="http://schemas.openxmlformats.org/drawingml/2006/main">
              <a:ext uri="{FF2B5EF4-FFF2-40B4-BE49-F238E27FC236}">
                <a16:creationId xmlns:a16="http://schemas.microsoft.com/office/drawing/2014/main" id="{E6A1C68B-15F0-4BFE-AEA7-26A5BCC3AC8B}"/>
              </a:ext>
            </a:extLst>
          </p:cNvPr>
          <p:cNvSpPr>
            <a:spLocks xmlns:a="http://schemas.openxmlformats.org/drawingml/2006/main" noGrp="1"/>
          </p:cNvSpPr>
          <p:nvPr/>
        </p:nvSpPr>
        <p:spPr>
          <a:xfrm xmlns:a="http://schemas.openxmlformats.org/drawingml/2006/main">
            <a:off x="9563100" y="548640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B85042"/>
              </a:buClr>
              <a:buSzPts val="1500"/>
              <a:buFont typeface="Arial"/>
              <a:buNone/>
            </a:pPr>
            <a:r>
              <a:rPr sz="1500" b="1">
                <a:solidFill>
                  <a:srgbClr val="B85042"/>
                </a:solidFill>
              </a:rPr>
              <a:t>→</a:t>
            </a:r>
            <a:endParaRPr/>
          </a:p>
        </p:txBody>
      </p:sp>
      <p:sp>
        <p:nvSpPr>
          <p:cNvPr id="35" name="Google Shape;35;p1">
            <a:extLst xmlns:a="http://schemas.openxmlformats.org/drawingml/2006/main">
              <a:ext uri="{FF2B5EF4-FFF2-40B4-BE49-F238E27FC236}">
                <a16:creationId xmlns:a16="http://schemas.microsoft.com/office/drawing/2014/main" id="{B15FAFFD-0632-4370-825E-9F9BB1E84E61}"/>
              </a:ext>
            </a:extLst>
          </p:cNvPr>
          <p:cNvSpPr>
            <a:spLocks xmlns:a="http://schemas.openxmlformats.org/drawingml/2006/main" noGrp="1"/>
          </p:cNvSpPr>
          <p:nvPr/>
        </p:nvSpPr>
        <p:spPr>
          <a:xfrm xmlns:a="http://schemas.openxmlformats.org/drawingml/2006/main">
            <a:off x="1123950" y="59436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898A8F"/>
              </a:buClr>
              <a:buSzPts val="900"/>
              <a:buFont typeface="Arial"/>
              <a:buNone/>
            </a:pPr>
            <a:r>
              <a:rPr sz="900" i="1">
                <a:solidFill>
                  <a:srgbClr val="898A8F"/>
                </a:solidFill>
              </a:rPr>
              <a:t>Governed evidence lineage</a:t>
            </a:r>
            <a:endParaRPr/>
          </a:p>
        </p:txBody>
      </p:sp>
    </p:spTree>
    <p:extLst>
      <p:ext uri="{BB962C8B-B14F-4D97-AF65-F5344CB8AC3E}">
        <p14:creationId xmlns:p14="http://schemas.microsoft.com/office/powerpoint/2010/main" val="1154085548"/>
      </p:ext>
    </p:extLst>
  </p:cSld>
</p:sld>
</file>

<file path=ppt/slides/slide2.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41" name="Google Shape;41;p2">
            <a:extLst xmlns:a="http://schemas.openxmlformats.org/drawingml/2006/main">
              <a:ext uri="{FF2B5EF4-FFF2-40B4-BE49-F238E27FC236}">
                <a16:creationId xmlns:a16="http://schemas.microsoft.com/office/drawing/2014/main" id="{71947942-40A3-4079-9FD2-ADB4F77B935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2" name="Google Shape;42;p2">
            <a:extLst xmlns:a="http://schemas.openxmlformats.org/drawingml/2006/main">
              <a:ext uri="{FF2B5EF4-FFF2-40B4-BE49-F238E27FC236}">
                <a16:creationId xmlns:a16="http://schemas.microsoft.com/office/drawing/2014/main" id="{2335FB01-C3DC-4BB7-A556-D0DEE8B4AF01}"/>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3" name="Google Shape;43;p2">
            <a:extLst xmlns:a="http://schemas.openxmlformats.org/drawingml/2006/main">
              <a:ext uri="{FF2B5EF4-FFF2-40B4-BE49-F238E27FC236}">
                <a16:creationId xmlns:a16="http://schemas.microsoft.com/office/drawing/2014/main" id="{AAF6012C-11C3-470A-B6FD-7160D9B6DB18}"/>
              </a:ext>
            </a:extLst>
          </p:cNvPr>
          <p:cNvSpPr>
            <a:spLocks xmlns:a="http://schemas.openxmlformats.org/drawingml/2006/main" noGrp="1"/>
          </p:cNvSpPr>
          <p:nvPr/>
        </p:nvSpPr>
        <p:spPr>
          <a:xfrm xmlns:a="http://schemas.openxmlformats.org/drawingml/2006/main">
            <a:off x="781050" y="552450"/>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02  ·  EXECUTIVE SUMMARY</a:t>
            </a:r>
            <a:endParaRPr/>
          </a:p>
        </p:txBody>
      </p:sp>
      <p:sp>
        <p:nvSpPr>
          <p:cNvPr id="44" name="Google Shape;44;p2">
            <a:extLst xmlns:a="http://schemas.openxmlformats.org/drawingml/2006/main">
              <a:ext uri="{FF2B5EF4-FFF2-40B4-BE49-F238E27FC236}">
                <a16:creationId xmlns:a16="http://schemas.microsoft.com/office/drawing/2014/main" id="{3D058F05-9CF5-4944-8556-E9717CA5C2D6}"/>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A governed pipeline turns fragmented evidence into traceable delivery</a:t>
            </a:r>
            <a:endParaRPr/>
          </a:p>
        </p:txBody>
      </p:sp>
      <p:sp>
        <p:nvSpPr>
          <p:cNvPr id="45" name="Google Shape;45;p2">
            <a:extLst xmlns:a="http://schemas.openxmlformats.org/drawingml/2006/main">
              <a:ext uri="{FF2B5EF4-FFF2-40B4-BE49-F238E27FC236}">
                <a16:creationId xmlns:a16="http://schemas.microsoft.com/office/drawing/2014/main" id="{95CB086D-7FA9-4B99-9E57-50D4B487E8D0}"/>
              </a:ext>
            </a:extLst>
          </p:cNvPr>
          <p:cNvSpPr>
            <a:spLocks xmlns:a="http://schemas.openxmlformats.org/drawingml/2006/main" noGrp="1"/>
          </p:cNvSpPr>
          <p:nvPr/>
        </p:nvSpPr>
        <p:spPr>
          <a:xfrm xmlns:a="http://schemas.openxmlformats.org/drawingml/2006/main">
            <a:off x="781050" y="2171700"/>
            <a:ext cx="3143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b="1">
                <a:solidFill>
                  <a:srgbClr val="666B70"/>
                </a:solidFill>
              </a:rPr>
              <a:t>THE CHALLENGE</a:t>
            </a:r>
            <a:endParaRPr/>
          </a:p>
        </p:txBody>
      </p:sp>
      <p:sp>
        <p:nvSpPr>
          <p:cNvPr id="46" name="Google Shape;46;p2">
            <a:extLst xmlns:a="http://schemas.openxmlformats.org/drawingml/2006/main">
              <a:ext uri="{FF2B5EF4-FFF2-40B4-BE49-F238E27FC236}">
                <a16:creationId xmlns:a16="http://schemas.microsoft.com/office/drawing/2014/main" id="{BE39F778-B9F5-49FC-8D7F-2C8A56A3FF08}"/>
              </a:ext>
            </a:extLst>
          </p:cNvPr>
          <p:cNvSpPr>
            <a:spLocks xmlns:a="http://schemas.openxmlformats.org/drawingml/2006/main" noGrp="1"/>
          </p:cNvSpPr>
          <p:nvPr/>
        </p:nvSpPr>
        <p:spPr>
          <a:xfrm xmlns:a="http://schemas.openxmlformats.org/drawingml/2006/main">
            <a:off x="781050" y="2533650"/>
            <a:ext cx="3143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Manual reconciliation slows delivery</a:t>
            </a:r>
            <a:endParaRPr/>
          </a:p>
        </p:txBody>
      </p:sp>
      <p:sp>
        <p:nvSpPr>
          <p:cNvPr id="47" name="Google Shape;47;p2">
            <a:extLst xmlns:a="http://schemas.openxmlformats.org/drawingml/2006/main">
              <a:ext uri="{FF2B5EF4-FFF2-40B4-BE49-F238E27FC236}">
                <a16:creationId xmlns:a16="http://schemas.microsoft.com/office/drawing/2014/main" id="{6F8E5F59-5853-430A-B042-94D8DCF9F42D}"/>
              </a:ext>
            </a:extLst>
          </p:cNvPr>
          <p:cNvSpPr>
            <a:spLocks xmlns:a="http://schemas.openxmlformats.org/drawingml/2006/main" noGrp="1"/>
          </p:cNvSpPr>
          <p:nvPr/>
        </p:nvSpPr>
        <p:spPr>
          <a:xfrm xmlns:a="http://schemas.openxmlformats.org/drawingml/2006/main">
            <a:off x="781050" y="3276600"/>
            <a:ext cx="3143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Transcripts, briefs, notes, and stakeholder decisions are reconciled by hand—creating delay, inconsistency, and weak source traceability.</a:t>
            </a:r>
            <a:endParaRPr/>
          </a:p>
        </p:txBody>
      </p:sp>
      <p:sp>
        <p:nvSpPr>
          <p:cNvPr id="48" name="Google Shape;48;p2">
            <a:extLst xmlns:a="http://schemas.openxmlformats.org/drawingml/2006/main">
              <a:ext uri="{FF2B5EF4-FFF2-40B4-BE49-F238E27FC236}">
                <a16:creationId xmlns:a16="http://schemas.microsoft.com/office/drawing/2014/main" id="{5E5F8C31-4241-4FB4-BEFB-EECEE7BFB904}"/>
              </a:ext>
            </a:extLst>
          </p:cNvPr>
          <p:cNvSpPr>
            <a:spLocks xmlns:a="http://schemas.openxmlformats.org/drawingml/2006/main" noGrp="1"/>
          </p:cNvSpPr>
          <p:nvPr/>
        </p:nvSpPr>
        <p:spPr>
          <a:xfrm xmlns:a="http://schemas.openxmlformats.org/drawingml/2006/main">
            <a:off x="4162425" y="2171700"/>
            <a:ext cx="14288" cy="27241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2">
            <a:extLst xmlns:a="http://schemas.openxmlformats.org/drawingml/2006/main">
              <a:ext uri="{FF2B5EF4-FFF2-40B4-BE49-F238E27FC236}">
                <a16:creationId xmlns:a16="http://schemas.microsoft.com/office/drawing/2014/main" id="{E9994C0E-FAC8-4532-ACE6-6ACBD4620D62}"/>
              </a:ext>
            </a:extLst>
          </p:cNvPr>
          <p:cNvSpPr>
            <a:spLocks xmlns:a="http://schemas.openxmlformats.org/drawingml/2006/main" noGrp="1"/>
          </p:cNvSpPr>
          <p:nvPr/>
        </p:nvSpPr>
        <p:spPr>
          <a:xfrm xmlns:a="http://schemas.openxmlformats.org/drawingml/2006/main">
            <a:off x="4419600" y="2171700"/>
            <a:ext cx="3143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050"/>
              <a:buFont typeface="Arial"/>
              <a:buNone/>
            </a:pPr>
            <a:r>
              <a:rPr sz="1050" b="1">
                <a:solidFill>
                  <a:srgbClr val="B85042"/>
                </a:solidFill>
              </a:rPr>
              <a:t>THE GOVERNED RESPONSE</a:t>
            </a:r>
            <a:endParaRPr/>
          </a:p>
        </p:txBody>
      </p:sp>
      <p:sp>
        <p:nvSpPr>
          <p:cNvPr id="50" name="Google Shape;50;p2">
            <a:extLst xmlns:a="http://schemas.openxmlformats.org/drawingml/2006/main">
              <a:ext uri="{FF2B5EF4-FFF2-40B4-BE49-F238E27FC236}">
                <a16:creationId xmlns:a16="http://schemas.microsoft.com/office/drawing/2014/main" id="{FB171B46-B1DF-4824-8273-55D6C3B08C8C}"/>
              </a:ext>
            </a:extLst>
          </p:cNvPr>
          <p:cNvSpPr>
            <a:spLocks xmlns:a="http://schemas.openxmlformats.org/drawingml/2006/main" noGrp="1"/>
          </p:cNvSpPr>
          <p:nvPr/>
        </p:nvSpPr>
        <p:spPr>
          <a:xfrm xmlns:a="http://schemas.openxmlformats.org/drawingml/2006/main">
            <a:off x="4419600" y="2533650"/>
            <a:ext cx="3143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Specialized agents preserve evidence</a:t>
            </a:r>
            <a:endParaRPr/>
          </a:p>
        </p:txBody>
      </p:sp>
      <p:sp>
        <p:nvSpPr>
          <p:cNvPr id="51" name="Google Shape;51;p2">
            <a:extLst xmlns:a="http://schemas.openxmlformats.org/drawingml/2006/main">
              <a:ext uri="{FF2B5EF4-FFF2-40B4-BE49-F238E27FC236}">
                <a16:creationId xmlns:a16="http://schemas.microsoft.com/office/drawing/2014/main" id="{C39458A7-BD43-4365-B6B9-712C1C8F630F}"/>
              </a:ext>
            </a:extLst>
          </p:cNvPr>
          <p:cNvSpPr>
            <a:spLocks xmlns:a="http://schemas.openxmlformats.org/drawingml/2006/main" noGrp="1"/>
          </p:cNvSpPr>
          <p:nvPr/>
        </p:nvSpPr>
        <p:spPr>
          <a:xfrm xmlns:a="http://schemas.openxmlformats.org/drawingml/2006/main">
            <a:off x="4419600" y="3276600"/>
            <a:ext cx="3143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Nine coordinated workflows ingest evidence, extract requirements, expose gaps, obtain human approval, generate artifacts, validate lineage, and size stories.</a:t>
            </a:r>
            <a:endParaRPr/>
          </a:p>
        </p:txBody>
      </p:sp>
      <p:sp>
        <p:nvSpPr>
          <p:cNvPr id="52" name="Google Shape;52;p2">
            <a:extLst xmlns:a="http://schemas.openxmlformats.org/drawingml/2006/main">
              <a:ext uri="{FF2B5EF4-FFF2-40B4-BE49-F238E27FC236}">
                <a16:creationId xmlns:a16="http://schemas.microsoft.com/office/drawing/2014/main" id="{5D6CD368-AE6C-4F98-B6C7-630501555D4D}"/>
              </a:ext>
            </a:extLst>
          </p:cNvPr>
          <p:cNvSpPr>
            <a:spLocks xmlns:a="http://schemas.openxmlformats.org/drawingml/2006/main" noGrp="1"/>
          </p:cNvSpPr>
          <p:nvPr/>
        </p:nvSpPr>
        <p:spPr>
          <a:xfrm xmlns:a="http://schemas.openxmlformats.org/drawingml/2006/main">
            <a:off x="7800975" y="2171700"/>
            <a:ext cx="14288" cy="27241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 name="Google Shape;53;p2">
            <a:extLst xmlns:a="http://schemas.openxmlformats.org/drawingml/2006/main">
              <a:ext uri="{FF2B5EF4-FFF2-40B4-BE49-F238E27FC236}">
                <a16:creationId xmlns:a16="http://schemas.microsoft.com/office/drawing/2014/main" id="{DC2AB588-1B3C-4332-A37C-15A52C33F40F}"/>
              </a:ext>
            </a:extLst>
          </p:cNvPr>
          <p:cNvSpPr>
            <a:spLocks xmlns:a="http://schemas.openxmlformats.org/drawingml/2006/main" noGrp="1"/>
          </p:cNvSpPr>
          <p:nvPr/>
        </p:nvSpPr>
        <p:spPr>
          <a:xfrm xmlns:a="http://schemas.openxmlformats.org/drawingml/2006/main">
            <a:off x="8058150" y="2171700"/>
            <a:ext cx="3143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THE VALIDATED OUTCOME</a:t>
            </a:r>
            <a:endParaRPr/>
          </a:p>
        </p:txBody>
      </p:sp>
      <p:sp>
        <p:nvSpPr>
          <p:cNvPr id="54" name="Google Shape;54;p2">
            <a:extLst xmlns:a="http://schemas.openxmlformats.org/drawingml/2006/main">
              <a:ext uri="{FF2B5EF4-FFF2-40B4-BE49-F238E27FC236}">
                <a16:creationId xmlns:a16="http://schemas.microsoft.com/office/drawing/2014/main" id="{6876A252-B1D7-4EBF-86EA-AF8FA2C17F67}"/>
              </a:ext>
            </a:extLst>
          </p:cNvPr>
          <p:cNvSpPr>
            <a:spLocks xmlns:a="http://schemas.openxmlformats.org/drawingml/2006/main" noGrp="1"/>
          </p:cNvSpPr>
          <p:nvPr/>
        </p:nvSpPr>
        <p:spPr>
          <a:xfrm xmlns:a="http://schemas.openxmlformats.org/drawingml/2006/main">
            <a:off x="8058150" y="2533650"/>
            <a:ext cx="3143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Planning-ready artifacts with controls</a:t>
            </a:r>
            <a:endParaRPr/>
          </a:p>
        </p:txBody>
      </p:sp>
      <p:sp>
        <p:nvSpPr>
          <p:cNvPr id="55" name="Google Shape;55;p2">
            <a:extLst xmlns:a="http://schemas.openxmlformats.org/drawingml/2006/main">
              <a:ext uri="{FF2B5EF4-FFF2-40B4-BE49-F238E27FC236}">
                <a16:creationId xmlns:a16="http://schemas.microsoft.com/office/drawing/2014/main" id="{8219EAD6-611E-4F04-9DB9-986220233D45}"/>
              </a:ext>
            </a:extLst>
          </p:cNvPr>
          <p:cNvSpPr>
            <a:spLocks xmlns:a="http://schemas.openxmlformats.org/drawingml/2006/main" noGrp="1"/>
          </p:cNvSpPr>
          <p:nvPr/>
        </p:nvSpPr>
        <p:spPr>
          <a:xfrm xmlns:a="http://schemas.openxmlformats.org/drawingml/2006/main">
            <a:off x="8058150" y="3238500"/>
            <a:ext cx="3143250" cy="14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 Corrected ten-section PRD</a:t>
            </a:r>
            <a:endParaRPr/>
          </a:p>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 3 Epics · 7 Features · 11 Stories</a:t>
            </a:r>
            <a:endParaRPr/>
          </a:p>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 Acceptance criteria for all stories</a:t>
            </a:r>
            <a:endParaRPr/>
          </a:p>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 11/11 stories sized</a:t>
            </a:r>
            <a:endParaRPr/>
          </a:p>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 Zero orphaned governed records</a:t>
            </a:r>
            <a:endParaRPr/>
          </a:p>
        </p:txBody>
      </p:sp>
      <p:sp>
        <p:nvSpPr>
          <p:cNvPr id="56" name="Google Shape;56;p2">
            <a:extLst xmlns:a="http://schemas.openxmlformats.org/drawingml/2006/main">
              <a:ext uri="{FF2B5EF4-FFF2-40B4-BE49-F238E27FC236}">
                <a16:creationId xmlns:a16="http://schemas.microsoft.com/office/drawing/2014/main" id="{1400BC07-1DF9-4F1A-BF7E-81F3C070DE72}"/>
              </a:ext>
            </a:extLst>
          </p:cNvPr>
          <p:cNvSpPr>
            <a:spLocks xmlns:a="http://schemas.openxmlformats.org/drawingml/2006/main" noGrp="1"/>
          </p:cNvSpPr>
          <p:nvPr/>
        </p:nvSpPr>
        <p:spPr>
          <a:xfrm xmlns:a="http://schemas.openxmlformats.org/drawingml/2006/main">
            <a:off x="781050" y="5219700"/>
            <a:ext cx="106489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25"/>
              <a:buFont typeface="Arial"/>
              <a:buNone/>
            </a:pPr>
            <a:r>
              <a:rPr sz="1125" b="1">
                <a:solidFill>
                  <a:srgbClr val="2F6F57"/>
                </a:solidFill>
              </a:rPr>
              <a:t>v0.3.8 accepted submission candidate  ·  Agreement Gate release authorized</a:t>
            </a:r>
            <a:endParaRPr/>
          </a:p>
        </p:txBody>
      </p:sp>
      <p:sp>
        <p:nvSpPr>
          <p:cNvPr id="57" name="Google Shape;57;p2">
            <a:extLst xmlns:a="http://schemas.openxmlformats.org/drawingml/2006/main">
              <a:ext uri="{FF2B5EF4-FFF2-40B4-BE49-F238E27FC236}">
                <a16:creationId xmlns:a16="http://schemas.microsoft.com/office/drawing/2014/main" id="{33C9BA98-7843-47B5-8FA5-4604B87369DD}"/>
              </a:ext>
            </a:extLst>
          </p:cNvPr>
          <p:cNvSpPr>
            <a:spLocks xmlns:a="http://schemas.openxmlformats.org/drawingml/2006/main" noGrp="1"/>
          </p:cNvSpPr>
          <p:nvPr/>
        </p:nvSpPr>
        <p:spPr>
          <a:xfrm xmlns:a="http://schemas.openxmlformats.org/drawingml/2006/main">
            <a:off x="0" y="5695950"/>
            <a:ext cx="12192000" cy="11620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 name="Google Shape;58;p2">
            <a:extLst xmlns:a="http://schemas.openxmlformats.org/drawingml/2006/main">
              <a:ext uri="{FF2B5EF4-FFF2-40B4-BE49-F238E27FC236}">
                <a16:creationId xmlns:a16="http://schemas.microsoft.com/office/drawing/2014/main" id="{3C955500-1EA0-47D1-9D62-E0E2EBF61A4A}"/>
              </a:ext>
            </a:extLst>
          </p:cNvPr>
          <p:cNvSpPr>
            <a:spLocks xmlns:a="http://schemas.openxmlformats.org/drawingml/2006/main" noGrp="1"/>
          </p:cNvSpPr>
          <p:nvPr/>
        </p:nvSpPr>
        <p:spPr>
          <a:xfrm xmlns:a="http://schemas.openxmlformats.org/drawingml/2006/main">
            <a:off x="781050" y="5829300"/>
            <a:ext cx="106489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900"/>
              <a:buFont typeface="Arial"/>
              <a:buNone/>
            </a:pPr>
            <a:r>
              <a:rPr sz="900" b="1">
                <a:solidFill>
                  <a:srgbClr val="C9C6D8"/>
                </a:solidFill>
              </a:rPr>
              <a:t>EVIDENCE AT A GLANCE</a:t>
            </a:r>
            <a:endParaRPr/>
          </a:p>
        </p:txBody>
      </p:sp>
      <p:sp>
        <p:nvSpPr>
          <p:cNvPr id="59" name="Google Shape;59;p2">
            <a:extLst xmlns:a="http://schemas.openxmlformats.org/drawingml/2006/main">
              <a:ext uri="{FF2B5EF4-FFF2-40B4-BE49-F238E27FC236}">
                <a16:creationId xmlns:a16="http://schemas.microsoft.com/office/drawing/2014/main" id="{9E70250B-FFE7-4A31-8EC3-66C3BCADD603}"/>
              </a:ext>
            </a:extLst>
          </p:cNvPr>
          <p:cNvSpPr>
            <a:spLocks xmlns:a="http://schemas.openxmlformats.org/drawingml/2006/main" noGrp="1"/>
          </p:cNvSpPr>
          <p:nvPr/>
        </p:nvSpPr>
        <p:spPr>
          <a:xfrm xmlns:a="http://schemas.openxmlformats.org/drawingml/2006/main">
            <a:off x="781050" y="6153150"/>
            <a:ext cx="106489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575"/>
              <a:buFont typeface="Arial"/>
              <a:buNone/>
            </a:pPr>
            <a:r>
              <a:rPr sz="1575" b="1">
                <a:solidFill>
                  <a:srgbClr val="FFFFFF"/>
                </a:solidFill>
              </a:rPr>
              <a:t>6 authoritative sources   →   9 coordinated workflows   →   3 / 7 / 11 hierarchy   →   7 validated artifacts</a:t>
            </a:r>
            <a:endParaRPr/>
          </a:p>
        </p:txBody>
      </p:sp>
    </p:spTree>
    <p:extLst>
      <p:ext uri="{BB962C8B-B14F-4D97-AF65-F5344CB8AC3E}">
        <p14:creationId xmlns:p14="http://schemas.microsoft.com/office/powerpoint/2010/main" val="427327654"/>
      </p:ext>
    </p:extLst>
  </p:cSld>
</p:sld>
</file>

<file path=ppt/slides/slide3.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65" name="Google Shape;65;p3">
            <a:extLst xmlns:a="http://schemas.openxmlformats.org/drawingml/2006/main">
              <a:ext uri="{FF2B5EF4-FFF2-40B4-BE49-F238E27FC236}">
                <a16:creationId xmlns:a16="http://schemas.microsoft.com/office/drawing/2014/main" id="{166280E8-EB16-48F4-AAF6-A35BC31FA0E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3">
            <a:extLst xmlns:a="http://schemas.openxmlformats.org/drawingml/2006/main">
              <a:ext uri="{FF2B5EF4-FFF2-40B4-BE49-F238E27FC236}">
                <a16:creationId xmlns:a16="http://schemas.microsoft.com/office/drawing/2014/main" id="{4FA306AE-7E5C-4326-AD0C-7BF112FA3243}"/>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 name="Google Shape;67;p3">
            <a:extLst xmlns:a="http://schemas.openxmlformats.org/drawingml/2006/main">
              <a:ext uri="{FF2B5EF4-FFF2-40B4-BE49-F238E27FC236}">
                <a16:creationId xmlns:a16="http://schemas.microsoft.com/office/drawing/2014/main" id="{043F7CEC-4656-4885-ADE8-67A3E37310E7}"/>
              </a:ext>
            </a:extLst>
          </p:cNvPr>
          <p:cNvSpPr>
            <a:spLocks xmlns:a="http://schemas.openxmlformats.org/drawingml/2006/main" noGrp="1"/>
          </p:cNvSpPr>
          <p:nvPr/>
        </p:nvSpPr>
        <p:spPr>
          <a:xfrm xmlns:a="http://schemas.openxmlformats.org/drawingml/2006/main">
            <a:off x="781050" y="552450"/>
            <a:ext cx="4286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03  ·  THE BUSINESS PROBLEM</a:t>
            </a:r>
            <a:endParaRPr/>
          </a:p>
        </p:txBody>
      </p:sp>
      <p:sp>
        <p:nvSpPr>
          <p:cNvPr id="68" name="Google Shape;68;p3">
            <a:extLst xmlns:a="http://schemas.openxmlformats.org/drawingml/2006/main">
              <a:ext uri="{FF2B5EF4-FFF2-40B4-BE49-F238E27FC236}">
                <a16:creationId xmlns:a16="http://schemas.microsoft.com/office/drawing/2014/main" id="{0629A6C6-9C04-4832-B80A-E466F601F935}"/>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Manual documentation creates delay and traceability risk</a:t>
            </a:r>
            <a:endParaRPr/>
          </a:p>
        </p:txBody>
      </p:sp>
      <p:sp>
        <p:nvSpPr>
          <p:cNvPr id="69" name="Google Shape;69;p3">
            <a:extLst xmlns:a="http://schemas.openxmlformats.org/drawingml/2006/main">
              <a:ext uri="{FF2B5EF4-FFF2-40B4-BE49-F238E27FC236}">
                <a16:creationId xmlns:a16="http://schemas.microsoft.com/office/drawing/2014/main" id="{CC9305E1-D523-4287-810F-2CFBDDFB8E39}"/>
              </a:ext>
            </a:extLst>
          </p:cNvPr>
          <p:cNvSpPr>
            <a:spLocks xmlns:a="http://schemas.openxmlformats.org/drawingml/2006/main" noGrp="1"/>
          </p:cNvSpPr>
          <p:nvPr/>
        </p:nvSpPr>
        <p:spPr>
          <a:xfrm xmlns:a="http://schemas.openxmlformats.org/drawingml/2006/main">
            <a:off x="781050" y="1724025"/>
            <a:ext cx="106489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At NeuronForge, product managers must translate fragmented stakeholder evidence into decisions that engineering can trust.</a:t>
            </a:r>
            <a:endParaRPr/>
          </a:p>
        </p:txBody>
      </p:sp>
      <p:sp>
        <p:nvSpPr>
          <p:cNvPr id="70" name="Google Shape;70;p3">
            <a:extLst xmlns:a="http://schemas.openxmlformats.org/drawingml/2006/main">
              <a:ext uri="{FF2B5EF4-FFF2-40B4-BE49-F238E27FC236}">
                <a16:creationId xmlns:a16="http://schemas.microsoft.com/office/drawing/2014/main" id="{3F686707-0F41-4FDF-B9F4-D392079FF4A2}"/>
              </a:ext>
            </a:extLst>
          </p:cNvPr>
          <p:cNvSpPr>
            <a:spLocks xmlns:a="http://schemas.openxmlformats.org/drawingml/2006/main" noGrp="1"/>
          </p:cNvSpPr>
          <p:nvPr/>
        </p:nvSpPr>
        <p:spPr>
          <a:xfrm xmlns:a="http://schemas.openxmlformats.org/drawingml/2006/main">
            <a:off x="781050" y="2552700"/>
            <a:ext cx="2324100" cy="156210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 name="Google Shape;71;p3">
            <a:extLst xmlns:a="http://schemas.openxmlformats.org/drawingml/2006/main">
              <a:ext uri="{FF2B5EF4-FFF2-40B4-BE49-F238E27FC236}">
                <a16:creationId xmlns:a16="http://schemas.microsoft.com/office/drawing/2014/main" id="{DE874D36-4882-46B5-A93C-E40704622FB2}"/>
              </a:ext>
            </a:extLst>
          </p:cNvPr>
          <p:cNvSpPr>
            <a:spLocks xmlns:a="http://schemas.openxmlformats.org/drawingml/2006/main" noGrp="1"/>
          </p:cNvSpPr>
          <p:nvPr/>
        </p:nvSpPr>
        <p:spPr>
          <a:xfrm xmlns:a="http://schemas.openxmlformats.org/drawingml/2006/main">
            <a:off x="952500" y="2686050"/>
            <a:ext cx="4000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75"/>
              <a:buFont typeface="Arial"/>
              <a:buNone/>
            </a:pPr>
            <a:r>
              <a:rPr sz="975" b="1">
                <a:solidFill>
                  <a:srgbClr val="666B70"/>
                </a:solidFill>
              </a:rPr>
              <a:t>01</a:t>
            </a:r>
            <a:endParaRPr/>
          </a:p>
        </p:txBody>
      </p:sp>
      <p:sp>
        <p:nvSpPr>
          <p:cNvPr id="72" name="Google Shape;72;p3">
            <a:extLst xmlns:a="http://schemas.openxmlformats.org/drawingml/2006/main">
              <a:ext uri="{FF2B5EF4-FFF2-40B4-BE49-F238E27FC236}">
                <a16:creationId xmlns:a16="http://schemas.microsoft.com/office/drawing/2014/main" id="{B3D60039-CBCA-4EC2-B0A8-5D6FBA016A40}"/>
              </a:ext>
            </a:extLst>
          </p:cNvPr>
          <p:cNvSpPr>
            <a:spLocks xmlns:a="http://schemas.openxmlformats.org/drawingml/2006/main" noGrp="1"/>
          </p:cNvSpPr>
          <p:nvPr/>
        </p:nvSpPr>
        <p:spPr>
          <a:xfrm xmlns:a="http://schemas.openxmlformats.org/drawingml/2006/main">
            <a:off x="952500" y="2971800"/>
            <a:ext cx="19812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Evidence arrives fragmented</a:t>
            </a:r>
            <a:endParaRPr/>
          </a:p>
        </p:txBody>
      </p:sp>
      <p:sp>
        <p:nvSpPr>
          <p:cNvPr id="73" name="Google Shape;73;p3">
            <a:extLst xmlns:a="http://schemas.openxmlformats.org/drawingml/2006/main">
              <a:ext uri="{FF2B5EF4-FFF2-40B4-BE49-F238E27FC236}">
                <a16:creationId xmlns:a16="http://schemas.microsoft.com/office/drawing/2014/main" id="{B83544BB-D76D-426C-BAA5-2B49ED96E07A}"/>
              </a:ext>
            </a:extLst>
          </p:cNvPr>
          <p:cNvSpPr>
            <a:spLocks xmlns:a="http://schemas.openxmlformats.org/drawingml/2006/main" noGrp="1"/>
          </p:cNvSpPr>
          <p:nvPr/>
        </p:nvSpPr>
        <p:spPr>
          <a:xfrm xmlns:a="http://schemas.openxmlformats.org/drawingml/2006/main">
            <a:off x="952500" y="3467100"/>
            <a:ext cx="1981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Interview transcripts, briefs, notes, and decisions live across separate files.</a:t>
            </a:r>
            <a:endParaRPr/>
          </a:p>
        </p:txBody>
      </p:sp>
      <p:sp>
        <p:nvSpPr>
          <p:cNvPr id="74" name="Google Shape;74;p3">
            <a:extLst xmlns:a="http://schemas.openxmlformats.org/drawingml/2006/main">
              <a:ext uri="{FF2B5EF4-FFF2-40B4-BE49-F238E27FC236}">
                <a16:creationId xmlns:a16="http://schemas.microsoft.com/office/drawing/2014/main" id="{47BC9EA8-4425-49D1-B79A-54CAB7722B40}"/>
              </a:ext>
            </a:extLst>
          </p:cNvPr>
          <p:cNvSpPr>
            <a:spLocks xmlns:a="http://schemas.openxmlformats.org/drawingml/2006/main" noGrp="1"/>
          </p:cNvSpPr>
          <p:nvPr/>
        </p:nvSpPr>
        <p:spPr>
          <a:xfrm xmlns:a="http://schemas.openxmlformats.org/drawingml/2006/main">
            <a:off x="3143250" y="3133725"/>
            <a:ext cx="3048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950"/>
              <a:buFont typeface="Arial"/>
              <a:buNone/>
            </a:pPr>
            <a:r>
              <a:rPr sz="1950" b="1">
                <a:solidFill>
                  <a:srgbClr val="B85042"/>
                </a:solidFill>
              </a:rPr>
              <a:t>→</a:t>
            </a:r>
            <a:endParaRPr/>
          </a:p>
        </p:txBody>
      </p:sp>
      <p:sp>
        <p:nvSpPr>
          <p:cNvPr id="75" name="Google Shape;75;p3">
            <a:extLst xmlns:a="http://schemas.openxmlformats.org/drawingml/2006/main">
              <a:ext uri="{FF2B5EF4-FFF2-40B4-BE49-F238E27FC236}">
                <a16:creationId xmlns:a16="http://schemas.microsoft.com/office/drawing/2014/main" id="{C5F09CF4-ED39-47D0-A1AC-14437AD6335F}"/>
              </a:ext>
            </a:extLst>
          </p:cNvPr>
          <p:cNvSpPr>
            <a:spLocks xmlns:a="http://schemas.openxmlformats.org/drawingml/2006/main" noGrp="1"/>
          </p:cNvSpPr>
          <p:nvPr/>
        </p:nvSpPr>
        <p:spPr>
          <a:xfrm xmlns:a="http://schemas.openxmlformats.org/drawingml/2006/main">
            <a:off x="3486150" y="2552700"/>
            <a:ext cx="2324100" cy="1562100"/>
          </a:xfrm>
          <a:prstGeom xmlns:a="http://schemas.openxmlformats.org/drawingml/2006/main" prst="roundRect">
            <a:avLst>
              <a:gd name="adj" fmla="val 4878"/>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6" name="Google Shape;76;p3">
            <a:extLst xmlns:a="http://schemas.openxmlformats.org/drawingml/2006/main">
              <a:ext uri="{FF2B5EF4-FFF2-40B4-BE49-F238E27FC236}">
                <a16:creationId xmlns:a16="http://schemas.microsoft.com/office/drawing/2014/main" id="{166DF656-1A86-4638-B9C4-CA15CA4DE72C}"/>
              </a:ext>
            </a:extLst>
          </p:cNvPr>
          <p:cNvSpPr>
            <a:spLocks xmlns:a="http://schemas.openxmlformats.org/drawingml/2006/main" noGrp="1"/>
          </p:cNvSpPr>
          <p:nvPr/>
        </p:nvSpPr>
        <p:spPr>
          <a:xfrm xmlns:a="http://schemas.openxmlformats.org/drawingml/2006/main">
            <a:off x="3657600" y="2686050"/>
            <a:ext cx="4000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02</a:t>
            </a:r>
            <a:endParaRPr/>
          </a:p>
        </p:txBody>
      </p:sp>
      <p:sp>
        <p:nvSpPr>
          <p:cNvPr id="77" name="Google Shape;77;p3">
            <a:extLst xmlns:a="http://schemas.openxmlformats.org/drawingml/2006/main">
              <a:ext uri="{FF2B5EF4-FFF2-40B4-BE49-F238E27FC236}">
                <a16:creationId xmlns:a16="http://schemas.microsoft.com/office/drawing/2014/main" id="{8C6F29AF-9FBC-4732-A273-B75BD7A8BDE9}"/>
              </a:ext>
            </a:extLst>
          </p:cNvPr>
          <p:cNvSpPr>
            <a:spLocks xmlns:a="http://schemas.openxmlformats.org/drawingml/2006/main" noGrp="1"/>
          </p:cNvSpPr>
          <p:nvPr/>
        </p:nvSpPr>
        <p:spPr>
          <a:xfrm xmlns:a="http://schemas.openxmlformats.org/drawingml/2006/main">
            <a:off x="3657600" y="2971800"/>
            <a:ext cx="19812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PMs reconcile it manually</a:t>
            </a:r>
            <a:endParaRPr/>
          </a:p>
        </p:txBody>
      </p:sp>
      <p:sp>
        <p:nvSpPr>
          <p:cNvPr id="78" name="Google Shape;78;p3">
            <a:extLst xmlns:a="http://schemas.openxmlformats.org/drawingml/2006/main">
              <a:ext uri="{FF2B5EF4-FFF2-40B4-BE49-F238E27FC236}">
                <a16:creationId xmlns:a16="http://schemas.microsoft.com/office/drawing/2014/main" id="{B8960833-6F65-4BB2-BB94-507B1BDB8E3A}"/>
              </a:ext>
            </a:extLst>
          </p:cNvPr>
          <p:cNvSpPr>
            <a:spLocks xmlns:a="http://schemas.openxmlformats.org/drawingml/2006/main" noGrp="1"/>
          </p:cNvSpPr>
          <p:nvPr/>
        </p:nvSpPr>
        <p:spPr>
          <a:xfrm xmlns:a="http://schemas.openxmlformats.org/drawingml/2006/main">
            <a:off x="3657600" y="3467100"/>
            <a:ext cx="1981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Requirements are copied, interpreted, de-duplicated, and prioritized by hand.</a:t>
            </a:r>
            <a:endParaRPr/>
          </a:p>
        </p:txBody>
      </p:sp>
      <p:sp>
        <p:nvSpPr>
          <p:cNvPr id="79" name="Google Shape;79;p3">
            <a:extLst xmlns:a="http://schemas.openxmlformats.org/drawingml/2006/main">
              <a:ext uri="{FF2B5EF4-FFF2-40B4-BE49-F238E27FC236}">
                <a16:creationId xmlns:a16="http://schemas.microsoft.com/office/drawing/2014/main" id="{8917BF58-8D8F-42FE-810C-569242EFBFF4}"/>
              </a:ext>
            </a:extLst>
          </p:cNvPr>
          <p:cNvSpPr>
            <a:spLocks xmlns:a="http://schemas.openxmlformats.org/drawingml/2006/main" noGrp="1"/>
          </p:cNvSpPr>
          <p:nvPr/>
        </p:nvSpPr>
        <p:spPr>
          <a:xfrm xmlns:a="http://schemas.openxmlformats.org/drawingml/2006/main">
            <a:off x="5848350" y="3133725"/>
            <a:ext cx="3048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950"/>
              <a:buFont typeface="Arial"/>
              <a:buNone/>
            </a:pPr>
            <a:r>
              <a:rPr sz="1950" b="1">
                <a:solidFill>
                  <a:srgbClr val="B85042"/>
                </a:solidFill>
              </a:rPr>
              <a:t>→</a:t>
            </a:r>
            <a:endParaRPr/>
          </a:p>
        </p:txBody>
      </p:sp>
      <p:sp>
        <p:nvSpPr>
          <p:cNvPr id="80" name="Google Shape;80;p3">
            <a:extLst xmlns:a="http://schemas.openxmlformats.org/drawingml/2006/main">
              <a:ext uri="{FF2B5EF4-FFF2-40B4-BE49-F238E27FC236}">
                <a16:creationId xmlns:a16="http://schemas.microsoft.com/office/drawing/2014/main" id="{0D36E1E1-351F-4ABC-954F-4A3E00981F90}"/>
              </a:ext>
            </a:extLst>
          </p:cNvPr>
          <p:cNvSpPr>
            <a:spLocks xmlns:a="http://schemas.openxmlformats.org/drawingml/2006/main" noGrp="1"/>
          </p:cNvSpPr>
          <p:nvPr/>
        </p:nvSpPr>
        <p:spPr>
          <a:xfrm xmlns:a="http://schemas.openxmlformats.org/drawingml/2006/main">
            <a:off x="6191250" y="2552700"/>
            <a:ext cx="2324100" cy="156210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1" name="Google Shape;81;p3">
            <a:extLst xmlns:a="http://schemas.openxmlformats.org/drawingml/2006/main">
              <a:ext uri="{FF2B5EF4-FFF2-40B4-BE49-F238E27FC236}">
                <a16:creationId xmlns:a16="http://schemas.microsoft.com/office/drawing/2014/main" id="{2FA9875A-105E-4942-A950-2BF4BE31DA83}"/>
              </a:ext>
            </a:extLst>
          </p:cNvPr>
          <p:cNvSpPr>
            <a:spLocks xmlns:a="http://schemas.openxmlformats.org/drawingml/2006/main" noGrp="1"/>
          </p:cNvSpPr>
          <p:nvPr/>
        </p:nvSpPr>
        <p:spPr>
          <a:xfrm xmlns:a="http://schemas.openxmlformats.org/drawingml/2006/main">
            <a:off x="6362700" y="2686050"/>
            <a:ext cx="4000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75"/>
              <a:buFont typeface="Arial"/>
              <a:buNone/>
            </a:pPr>
            <a:r>
              <a:rPr sz="975" b="1">
                <a:solidFill>
                  <a:srgbClr val="666B70"/>
                </a:solidFill>
              </a:rPr>
              <a:t>03</a:t>
            </a:r>
            <a:endParaRPr/>
          </a:p>
        </p:txBody>
      </p:sp>
      <p:sp>
        <p:nvSpPr>
          <p:cNvPr id="82" name="Google Shape;82;p3">
            <a:extLst xmlns:a="http://schemas.openxmlformats.org/drawingml/2006/main">
              <a:ext uri="{FF2B5EF4-FFF2-40B4-BE49-F238E27FC236}">
                <a16:creationId xmlns:a16="http://schemas.microsoft.com/office/drawing/2014/main" id="{3819A1EF-B6DB-4A92-BA82-0A4D57442B8C}"/>
              </a:ext>
            </a:extLst>
          </p:cNvPr>
          <p:cNvSpPr>
            <a:spLocks xmlns:a="http://schemas.openxmlformats.org/drawingml/2006/main" noGrp="1"/>
          </p:cNvSpPr>
          <p:nvPr/>
        </p:nvSpPr>
        <p:spPr>
          <a:xfrm xmlns:a="http://schemas.openxmlformats.org/drawingml/2006/main">
            <a:off x="6362700" y="2971800"/>
            <a:ext cx="19812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Reviews expose inconsistencies</a:t>
            </a:r>
            <a:endParaRPr/>
          </a:p>
        </p:txBody>
      </p:sp>
      <p:sp>
        <p:nvSpPr>
          <p:cNvPr id="83" name="Google Shape;83;p3">
            <a:extLst xmlns:a="http://schemas.openxmlformats.org/drawingml/2006/main">
              <a:ext uri="{FF2B5EF4-FFF2-40B4-BE49-F238E27FC236}">
                <a16:creationId xmlns:a16="http://schemas.microsoft.com/office/drawing/2014/main" id="{49394D57-216E-4E8C-981C-8DA26CDD4916}"/>
              </a:ext>
            </a:extLst>
          </p:cNvPr>
          <p:cNvSpPr>
            <a:spLocks xmlns:a="http://schemas.openxmlformats.org/drawingml/2006/main" noGrp="1"/>
          </p:cNvSpPr>
          <p:nvPr/>
        </p:nvSpPr>
        <p:spPr>
          <a:xfrm xmlns:a="http://schemas.openxmlformats.org/drawingml/2006/main">
            <a:off x="6362700" y="3467100"/>
            <a:ext cx="1981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Missing context and unclear decisions trigger clarification and rework.</a:t>
            </a:r>
            <a:endParaRPr/>
          </a:p>
        </p:txBody>
      </p:sp>
      <p:sp>
        <p:nvSpPr>
          <p:cNvPr id="84" name="Google Shape;84;p3">
            <a:extLst xmlns:a="http://schemas.openxmlformats.org/drawingml/2006/main">
              <a:ext uri="{FF2B5EF4-FFF2-40B4-BE49-F238E27FC236}">
                <a16:creationId xmlns:a16="http://schemas.microsoft.com/office/drawing/2014/main" id="{5A24B7B5-E495-49B5-B2EE-749223154390}"/>
              </a:ext>
            </a:extLst>
          </p:cNvPr>
          <p:cNvSpPr>
            <a:spLocks xmlns:a="http://schemas.openxmlformats.org/drawingml/2006/main" noGrp="1"/>
          </p:cNvSpPr>
          <p:nvPr/>
        </p:nvSpPr>
        <p:spPr>
          <a:xfrm xmlns:a="http://schemas.openxmlformats.org/drawingml/2006/main">
            <a:off x="8553450" y="3133725"/>
            <a:ext cx="3048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950"/>
              <a:buFont typeface="Arial"/>
              <a:buNone/>
            </a:pPr>
            <a:r>
              <a:rPr sz="1950" b="1">
                <a:solidFill>
                  <a:srgbClr val="B85042"/>
                </a:solidFill>
              </a:rPr>
              <a:t>→</a:t>
            </a:r>
            <a:endParaRPr/>
          </a:p>
        </p:txBody>
      </p:sp>
      <p:sp>
        <p:nvSpPr>
          <p:cNvPr id="85" name="Google Shape;85;p3">
            <a:extLst xmlns:a="http://schemas.openxmlformats.org/drawingml/2006/main">
              <a:ext uri="{FF2B5EF4-FFF2-40B4-BE49-F238E27FC236}">
                <a16:creationId xmlns:a16="http://schemas.microsoft.com/office/drawing/2014/main" id="{57FD5AC7-B7E0-43F0-876F-4725B97B0F87}"/>
              </a:ext>
            </a:extLst>
          </p:cNvPr>
          <p:cNvSpPr>
            <a:spLocks xmlns:a="http://schemas.openxmlformats.org/drawingml/2006/main" noGrp="1"/>
          </p:cNvSpPr>
          <p:nvPr/>
        </p:nvSpPr>
        <p:spPr>
          <a:xfrm xmlns:a="http://schemas.openxmlformats.org/drawingml/2006/main">
            <a:off x="8896350" y="2552700"/>
            <a:ext cx="2324100" cy="156210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 name="Google Shape;86;p3">
            <a:extLst xmlns:a="http://schemas.openxmlformats.org/drawingml/2006/main">
              <a:ext uri="{FF2B5EF4-FFF2-40B4-BE49-F238E27FC236}">
                <a16:creationId xmlns:a16="http://schemas.microsoft.com/office/drawing/2014/main" id="{FD49CA7D-41EB-45A5-B231-E7099CE6706B}"/>
              </a:ext>
            </a:extLst>
          </p:cNvPr>
          <p:cNvSpPr>
            <a:spLocks xmlns:a="http://schemas.openxmlformats.org/drawingml/2006/main" noGrp="1"/>
          </p:cNvSpPr>
          <p:nvPr/>
        </p:nvSpPr>
        <p:spPr>
          <a:xfrm xmlns:a="http://schemas.openxmlformats.org/drawingml/2006/main">
            <a:off x="9067800" y="2686050"/>
            <a:ext cx="4000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75"/>
              <a:buFont typeface="Arial"/>
              <a:buNone/>
            </a:pPr>
            <a:r>
              <a:rPr sz="975" b="1">
                <a:solidFill>
                  <a:srgbClr val="666B70"/>
                </a:solidFill>
              </a:rPr>
              <a:t>04</a:t>
            </a:r>
            <a:endParaRPr/>
          </a:p>
        </p:txBody>
      </p:sp>
      <p:sp>
        <p:nvSpPr>
          <p:cNvPr id="87" name="Google Shape;87;p3">
            <a:extLst xmlns:a="http://schemas.openxmlformats.org/drawingml/2006/main">
              <a:ext uri="{FF2B5EF4-FFF2-40B4-BE49-F238E27FC236}">
                <a16:creationId xmlns:a16="http://schemas.microsoft.com/office/drawing/2014/main" id="{D14D82F6-AB6E-4062-A31D-0E3374940C25}"/>
              </a:ext>
            </a:extLst>
          </p:cNvPr>
          <p:cNvSpPr>
            <a:spLocks xmlns:a="http://schemas.openxmlformats.org/drawingml/2006/main" noGrp="1"/>
          </p:cNvSpPr>
          <p:nvPr/>
        </p:nvSpPr>
        <p:spPr>
          <a:xfrm xmlns:a="http://schemas.openxmlformats.org/drawingml/2006/main">
            <a:off x="9067800" y="2971800"/>
            <a:ext cx="19812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Delivery loses lineage</a:t>
            </a:r>
            <a:endParaRPr/>
          </a:p>
        </p:txBody>
      </p:sp>
      <p:sp>
        <p:nvSpPr>
          <p:cNvPr id="88" name="Google Shape;88;p3">
            <a:extLst xmlns:a="http://schemas.openxmlformats.org/drawingml/2006/main">
              <a:ext uri="{FF2B5EF4-FFF2-40B4-BE49-F238E27FC236}">
                <a16:creationId xmlns:a16="http://schemas.microsoft.com/office/drawing/2014/main" id="{5A2092AC-F20D-4998-8DD1-EFDF41EB2EFC}"/>
              </a:ext>
            </a:extLst>
          </p:cNvPr>
          <p:cNvSpPr>
            <a:spLocks xmlns:a="http://schemas.openxmlformats.org/drawingml/2006/main" noGrp="1"/>
          </p:cNvSpPr>
          <p:nvPr/>
        </p:nvSpPr>
        <p:spPr>
          <a:xfrm xmlns:a="http://schemas.openxmlformats.org/drawingml/2006/main">
            <a:off x="9067800" y="3467100"/>
            <a:ext cx="1981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Teams struggle to trace PRD elements and stories back to their source evidence.</a:t>
            </a:r>
            <a:endParaRPr/>
          </a:p>
        </p:txBody>
      </p:sp>
      <p:sp>
        <p:nvSpPr>
          <p:cNvPr id="89" name="Google Shape;89;p3">
            <a:extLst xmlns:a="http://schemas.openxmlformats.org/drawingml/2006/main">
              <a:ext uri="{FF2B5EF4-FFF2-40B4-BE49-F238E27FC236}">
                <a16:creationId xmlns:a16="http://schemas.microsoft.com/office/drawing/2014/main" id="{AF2C38FC-2B87-4AFD-868E-386E209A67D3}"/>
              </a:ext>
            </a:extLst>
          </p:cNvPr>
          <p:cNvSpPr>
            <a:spLocks xmlns:a="http://schemas.openxmlformats.org/drawingml/2006/main" noGrp="1"/>
          </p:cNvSpPr>
          <p:nvPr/>
        </p:nvSpPr>
        <p:spPr>
          <a:xfrm xmlns:a="http://schemas.openxmlformats.org/drawingml/2006/main">
            <a:off x="781050" y="449580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00"/>
              <a:buFont typeface="Arial"/>
              <a:buNone/>
            </a:pPr>
            <a:r>
              <a:rPr sz="900" b="1">
                <a:solidFill>
                  <a:srgbClr val="666B70"/>
                </a:solidFill>
              </a:rPr>
              <a:t>WHO FEELS THE FRICTION</a:t>
            </a:r>
            <a:endParaRPr/>
          </a:p>
        </p:txBody>
      </p:sp>
      <p:sp>
        <p:nvSpPr>
          <p:cNvPr id="90" name="Google Shape;90;p3">
            <a:extLst xmlns:a="http://schemas.openxmlformats.org/drawingml/2006/main">
              <a:ext uri="{FF2B5EF4-FFF2-40B4-BE49-F238E27FC236}">
                <a16:creationId xmlns:a16="http://schemas.microsoft.com/office/drawing/2014/main" id="{7D668FF2-DD29-445A-BF16-9201E509FC76}"/>
              </a:ext>
            </a:extLst>
          </p:cNvPr>
          <p:cNvSpPr>
            <a:spLocks xmlns:a="http://schemas.openxmlformats.org/drawingml/2006/main" noGrp="1"/>
          </p:cNvSpPr>
          <p:nvPr/>
        </p:nvSpPr>
        <p:spPr>
          <a:xfrm xmlns:a="http://schemas.openxmlformats.org/drawingml/2006/main">
            <a:off x="781050" y="4791075"/>
            <a:ext cx="53340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Product managers  ·  Engineering leads  ·  Reviewers  ·  Delivery teams</a:t>
            </a:r>
            <a:endParaRPr/>
          </a:p>
        </p:txBody>
      </p:sp>
      <p:sp>
        <p:nvSpPr>
          <p:cNvPr id="91" name="Google Shape;91;p3">
            <a:extLst xmlns:a="http://schemas.openxmlformats.org/drawingml/2006/main">
              <a:ext uri="{FF2B5EF4-FFF2-40B4-BE49-F238E27FC236}">
                <a16:creationId xmlns:a16="http://schemas.microsoft.com/office/drawing/2014/main" id="{4D128BA1-CEF8-4863-A7F9-E9CB61AF4E7A}"/>
              </a:ext>
            </a:extLst>
          </p:cNvPr>
          <p:cNvSpPr>
            <a:spLocks xmlns:a="http://schemas.openxmlformats.org/drawingml/2006/main" noGrp="1"/>
          </p:cNvSpPr>
          <p:nvPr/>
        </p:nvSpPr>
        <p:spPr>
          <a:xfrm xmlns:a="http://schemas.openxmlformats.org/drawingml/2006/main">
            <a:off x="6362700" y="4495800"/>
            <a:ext cx="14288" cy="8572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 name="Google Shape;92;p3">
            <a:extLst xmlns:a="http://schemas.openxmlformats.org/drawingml/2006/main">
              <a:ext uri="{FF2B5EF4-FFF2-40B4-BE49-F238E27FC236}">
                <a16:creationId xmlns:a16="http://schemas.microsoft.com/office/drawing/2014/main" id="{7B07EBA6-C05B-44CB-AEA7-17B990F5B219}"/>
              </a:ext>
            </a:extLst>
          </p:cNvPr>
          <p:cNvSpPr>
            <a:spLocks xmlns:a="http://schemas.openxmlformats.org/drawingml/2006/main" noGrp="1"/>
          </p:cNvSpPr>
          <p:nvPr/>
        </p:nvSpPr>
        <p:spPr>
          <a:xfrm xmlns:a="http://schemas.openxmlformats.org/drawingml/2006/main">
            <a:off x="6705600" y="4495800"/>
            <a:ext cx="4095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BUSINESS CONSEQUENCE</a:t>
            </a:r>
            <a:endParaRPr/>
          </a:p>
        </p:txBody>
      </p:sp>
      <p:sp>
        <p:nvSpPr>
          <p:cNvPr id="93" name="Google Shape;93;p3">
            <a:extLst xmlns:a="http://schemas.openxmlformats.org/drawingml/2006/main">
              <a:ext uri="{FF2B5EF4-FFF2-40B4-BE49-F238E27FC236}">
                <a16:creationId xmlns:a16="http://schemas.microsoft.com/office/drawing/2014/main" id="{E4E0CA2D-A3A6-4DBA-B86A-B95EB558DF7D}"/>
              </a:ext>
            </a:extLst>
          </p:cNvPr>
          <p:cNvSpPr>
            <a:spLocks xmlns:a="http://schemas.openxmlformats.org/drawingml/2006/main" noGrp="1"/>
          </p:cNvSpPr>
          <p:nvPr/>
        </p:nvSpPr>
        <p:spPr>
          <a:xfrm xmlns:a="http://schemas.openxmlformats.org/drawingml/2006/main">
            <a:off x="6705600" y="4791075"/>
            <a:ext cx="47244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Longer planning cycles  ·  Rework  ·  Unsupported scope  ·  Lower delivery confidence</a:t>
            </a:r>
            <a:endParaRPr/>
          </a:p>
        </p:txBody>
      </p:sp>
      <p:sp>
        <p:nvSpPr>
          <p:cNvPr id="94" name="Google Shape;94;p3">
            <a:extLst xmlns:a="http://schemas.openxmlformats.org/drawingml/2006/main">
              <a:ext uri="{FF2B5EF4-FFF2-40B4-BE49-F238E27FC236}">
                <a16:creationId xmlns:a16="http://schemas.microsoft.com/office/drawing/2014/main" id="{A35566CF-D2DE-401C-B1BE-E13923C7AD68}"/>
              </a:ext>
            </a:extLst>
          </p:cNvPr>
          <p:cNvSpPr>
            <a:spLocks xmlns:a="http://schemas.openxmlformats.org/drawingml/2006/main" noGrp="1"/>
          </p:cNvSpPr>
          <p:nvPr/>
        </p:nvSpPr>
        <p:spPr>
          <a:xfrm xmlns:a="http://schemas.openxmlformats.org/drawingml/2006/main">
            <a:off x="0" y="5695950"/>
            <a:ext cx="12192000" cy="11620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5" name="Google Shape;95;p3">
            <a:extLst xmlns:a="http://schemas.openxmlformats.org/drawingml/2006/main">
              <a:ext uri="{FF2B5EF4-FFF2-40B4-BE49-F238E27FC236}">
                <a16:creationId xmlns:a16="http://schemas.microsoft.com/office/drawing/2014/main" id="{B0957EC7-7068-4EA2-8C20-EBFBF1426C09}"/>
              </a:ext>
            </a:extLst>
          </p:cNvPr>
          <p:cNvSpPr>
            <a:spLocks xmlns:a="http://schemas.openxmlformats.org/drawingml/2006/main" noGrp="1"/>
          </p:cNvSpPr>
          <p:nvPr/>
        </p:nvSpPr>
        <p:spPr>
          <a:xfrm xmlns:a="http://schemas.openxmlformats.org/drawingml/2006/main">
            <a:off x="781050" y="5857875"/>
            <a:ext cx="10648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900"/>
              <a:buFont typeface="Arial"/>
              <a:buNone/>
            </a:pPr>
            <a:r>
              <a:rPr sz="900" b="1">
                <a:solidFill>
                  <a:srgbClr val="C9C6D8"/>
                </a:solidFill>
              </a:rPr>
              <a:t>THE PROBLEM TO SOLVE</a:t>
            </a:r>
            <a:endParaRPr/>
          </a:p>
        </p:txBody>
      </p:sp>
      <p:sp>
        <p:nvSpPr>
          <p:cNvPr id="96" name="Google Shape;96;p3">
            <a:extLst xmlns:a="http://schemas.openxmlformats.org/drawingml/2006/main">
              <a:ext uri="{FF2B5EF4-FFF2-40B4-BE49-F238E27FC236}">
                <a16:creationId xmlns:a16="http://schemas.microsoft.com/office/drawing/2014/main" id="{591B25FC-8B78-467F-AB63-F83999E78275}"/>
              </a:ext>
            </a:extLst>
          </p:cNvPr>
          <p:cNvSpPr>
            <a:spLocks xmlns:a="http://schemas.openxmlformats.org/drawingml/2006/main" noGrp="1"/>
          </p:cNvSpPr>
          <p:nvPr/>
        </p:nvSpPr>
        <p:spPr>
          <a:xfrm xmlns:a="http://schemas.openxmlformats.org/drawingml/2006/main">
            <a:off x="1428750" y="6172200"/>
            <a:ext cx="9334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575"/>
              <a:buFont typeface="Arial"/>
              <a:buNone/>
            </a:pPr>
            <a:r>
              <a:rPr sz="1575" b="1">
                <a:solidFill>
                  <a:srgbClr val="FFFFFF"/>
                </a:solidFill>
              </a:rPr>
              <a:t>Convert fragmented evidence into consistent planning artifacts—without losing decisions, ownership, or source lineage.</a:t>
            </a:r>
            <a:endParaRPr/>
          </a:p>
        </p:txBody>
      </p:sp>
    </p:spTree>
    <p:extLst>
      <p:ext uri="{BB962C8B-B14F-4D97-AF65-F5344CB8AC3E}">
        <p14:creationId xmlns:p14="http://schemas.microsoft.com/office/powerpoint/2010/main" val="849701341"/>
      </p:ext>
    </p:extLst>
  </p:cSld>
</p:sld>
</file>

<file path=ppt/slides/slide4.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02" name="Google Shape;102;p4">
            <a:extLst xmlns:a="http://schemas.openxmlformats.org/drawingml/2006/main">
              <a:ext uri="{FF2B5EF4-FFF2-40B4-BE49-F238E27FC236}">
                <a16:creationId xmlns:a16="http://schemas.microsoft.com/office/drawing/2014/main" id="{20AED198-D136-4312-8729-DBA82147187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3" name="Google Shape;103;p4">
            <a:extLst xmlns:a="http://schemas.openxmlformats.org/drawingml/2006/main">
              <a:ext uri="{FF2B5EF4-FFF2-40B4-BE49-F238E27FC236}">
                <a16:creationId xmlns:a16="http://schemas.microsoft.com/office/drawing/2014/main" id="{FAFE2535-1546-4EF0-B485-1478E8CD545C}"/>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 name="Google Shape;104;p4">
            <a:extLst xmlns:a="http://schemas.openxmlformats.org/drawingml/2006/main">
              <a:ext uri="{FF2B5EF4-FFF2-40B4-BE49-F238E27FC236}">
                <a16:creationId xmlns:a16="http://schemas.microsoft.com/office/drawing/2014/main" id="{BFEBBB50-60A9-4DB3-B0DF-DC5C0C33C666}"/>
              </a:ext>
            </a:extLst>
          </p:cNvPr>
          <p:cNvSpPr>
            <a:spLocks xmlns:a="http://schemas.openxmlformats.org/drawingml/2006/main" noGrp="1"/>
          </p:cNvSpPr>
          <p:nvPr/>
        </p:nvSpPr>
        <p:spPr>
          <a:xfrm xmlns:a="http://schemas.openxmlformats.org/drawingml/2006/main">
            <a:off x="781050" y="552450"/>
            <a:ext cx="495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04  ·  PAIN POINT TO CAPABILITY</a:t>
            </a:r>
            <a:endParaRPr/>
          </a:p>
        </p:txBody>
      </p:sp>
      <p:sp>
        <p:nvSpPr>
          <p:cNvPr id="105" name="Google Shape;105;p4">
            <a:extLst xmlns:a="http://schemas.openxmlformats.org/drawingml/2006/main">
              <a:ext uri="{FF2B5EF4-FFF2-40B4-BE49-F238E27FC236}">
                <a16:creationId xmlns:a16="http://schemas.microsoft.com/office/drawing/2014/main" id="{DB319EE4-76E0-43AA-BE5F-AD5C44B5FE22}"/>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Each manual pain point maps to a governed agent capability</a:t>
            </a:r>
            <a:endParaRPr/>
          </a:p>
        </p:txBody>
      </p:sp>
      <p:sp>
        <p:nvSpPr>
          <p:cNvPr id="106" name="Google Shape;106;p4">
            <a:extLst xmlns:a="http://schemas.openxmlformats.org/drawingml/2006/main">
              <a:ext uri="{FF2B5EF4-FFF2-40B4-BE49-F238E27FC236}">
                <a16:creationId xmlns:a16="http://schemas.microsoft.com/office/drawing/2014/main" id="{1A742B30-0D7C-40CE-8182-AFFACA0D5B7D}"/>
              </a:ext>
            </a:extLst>
          </p:cNvPr>
          <p:cNvSpPr>
            <a:spLocks xmlns:a="http://schemas.openxmlformats.org/drawingml/2006/main" noGrp="1"/>
          </p:cNvSpPr>
          <p:nvPr/>
        </p:nvSpPr>
        <p:spPr>
          <a:xfrm xmlns:a="http://schemas.openxmlformats.org/drawingml/2006/main">
            <a:off x="781050" y="1724025"/>
            <a:ext cx="106489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The design automates translation work while keeping evidence, decisions, and release authority visible.</a:t>
            </a:r>
            <a:endParaRPr/>
          </a:p>
        </p:txBody>
      </p:sp>
      <p:sp>
        <p:nvSpPr>
          <p:cNvPr id="107" name="Google Shape;107;p4">
            <a:extLst xmlns:a="http://schemas.openxmlformats.org/drawingml/2006/main">
              <a:ext uri="{FF2B5EF4-FFF2-40B4-BE49-F238E27FC236}">
                <a16:creationId xmlns:a16="http://schemas.microsoft.com/office/drawing/2014/main" id="{9DD1248B-85F0-4E99-90D2-3437F876320D}"/>
              </a:ext>
            </a:extLst>
          </p:cNvPr>
          <p:cNvSpPr>
            <a:spLocks xmlns:a="http://schemas.openxmlformats.org/drawingml/2006/main" noGrp="1"/>
          </p:cNvSpPr>
          <p:nvPr/>
        </p:nvSpPr>
        <p:spPr>
          <a:xfrm xmlns:a="http://schemas.openxmlformats.org/drawingml/2006/main">
            <a:off x="781050" y="2343150"/>
            <a:ext cx="2133600" cy="4000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 name="Google Shape;108;p4">
            <a:extLst xmlns:a="http://schemas.openxmlformats.org/drawingml/2006/main">
              <a:ext uri="{FF2B5EF4-FFF2-40B4-BE49-F238E27FC236}">
                <a16:creationId xmlns:a16="http://schemas.microsoft.com/office/drawing/2014/main" id="{97884376-A303-4F5E-9296-9D615C8C4192}"/>
              </a:ext>
            </a:extLst>
          </p:cNvPr>
          <p:cNvSpPr>
            <a:spLocks xmlns:a="http://schemas.openxmlformats.org/drawingml/2006/main" noGrp="1"/>
          </p:cNvSpPr>
          <p:nvPr/>
        </p:nvSpPr>
        <p:spPr>
          <a:xfrm xmlns:a="http://schemas.openxmlformats.org/drawingml/2006/main">
            <a:off x="904875" y="2381250"/>
            <a:ext cx="18859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00"/>
              <a:buFont typeface="Arial"/>
              <a:buNone/>
            </a:pPr>
            <a:r>
              <a:rPr sz="900" b="1">
                <a:solidFill>
                  <a:srgbClr val="FFFFFF"/>
                </a:solidFill>
              </a:rPr>
              <a:t>MANUAL FRICTION</a:t>
            </a:r>
            <a:endParaRPr/>
          </a:p>
        </p:txBody>
      </p:sp>
      <p:sp>
        <p:nvSpPr>
          <p:cNvPr id="109" name="Google Shape;109;p4">
            <a:extLst xmlns:a="http://schemas.openxmlformats.org/drawingml/2006/main">
              <a:ext uri="{FF2B5EF4-FFF2-40B4-BE49-F238E27FC236}">
                <a16:creationId xmlns:a16="http://schemas.microsoft.com/office/drawing/2014/main" id="{CA0C11E9-C43D-4EC2-8049-6DDB8F542A1F}"/>
              </a:ext>
            </a:extLst>
          </p:cNvPr>
          <p:cNvSpPr>
            <a:spLocks xmlns:a="http://schemas.openxmlformats.org/drawingml/2006/main" noGrp="1"/>
          </p:cNvSpPr>
          <p:nvPr/>
        </p:nvSpPr>
        <p:spPr>
          <a:xfrm xmlns:a="http://schemas.openxmlformats.org/drawingml/2006/main">
            <a:off x="3105150" y="2343150"/>
            <a:ext cx="2381250" cy="4000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0" name="Google Shape;110;p4">
            <a:extLst xmlns:a="http://schemas.openxmlformats.org/drawingml/2006/main">
              <a:ext uri="{FF2B5EF4-FFF2-40B4-BE49-F238E27FC236}">
                <a16:creationId xmlns:a16="http://schemas.microsoft.com/office/drawing/2014/main" id="{8894CD32-0B75-4AAD-B734-6AC789298F62}"/>
              </a:ext>
            </a:extLst>
          </p:cNvPr>
          <p:cNvSpPr>
            <a:spLocks xmlns:a="http://schemas.openxmlformats.org/drawingml/2006/main" noGrp="1"/>
          </p:cNvSpPr>
          <p:nvPr/>
        </p:nvSpPr>
        <p:spPr>
          <a:xfrm xmlns:a="http://schemas.openxmlformats.org/drawingml/2006/main">
            <a:off x="3228975" y="2381250"/>
            <a:ext cx="21336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00"/>
              <a:buFont typeface="Arial"/>
              <a:buNone/>
            </a:pPr>
            <a:r>
              <a:rPr sz="900" b="1">
                <a:solidFill>
                  <a:srgbClr val="FFFFFF"/>
                </a:solidFill>
              </a:rPr>
              <a:t>GOVERNED CAPABILITY</a:t>
            </a:r>
            <a:endParaRPr/>
          </a:p>
        </p:txBody>
      </p:sp>
      <p:sp>
        <p:nvSpPr>
          <p:cNvPr id="111" name="Google Shape;111;p4">
            <a:extLst xmlns:a="http://schemas.openxmlformats.org/drawingml/2006/main">
              <a:ext uri="{FF2B5EF4-FFF2-40B4-BE49-F238E27FC236}">
                <a16:creationId xmlns:a16="http://schemas.microsoft.com/office/drawing/2014/main" id="{A0A8F629-607E-423D-B8F9-E230B7FCED03}"/>
              </a:ext>
            </a:extLst>
          </p:cNvPr>
          <p:cNvSpPr>
            <a:spLocks xmlns:a="http://schemas.openxmlformats.org/drawingml/2006/main" noGrp="1"/>
          </p:cNvSpPr>
          <p:nvPr/>
        </p:nvSpPr>
        <p:spPr>
          <a:xfrm xmlns:a="http://schemas.openxmlformats.org/drawingml/2006/main">
            <a:off x="5676900" y="2343150"/>
            <a:ext cx="2228850" cy="4000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 name="Google Shape;112;p4">
            <a:extLst xmlns:a="http://schemas.openxmlformats.org/drawingml/2006/main">
              <a:ext uri="{FF2B5EF4-FFF2-40B4-BE49-F238E27FC236}">
                <a16:creationId xmlns:a16="http://schemas.microsoft.com/office/drawing/2014/main" id="{9032FA78-A777-4A02-9B1E-BAEBF4BD6883}"/>
              </a:ext>
            </a:extLst>
          </p:cNvPr>
          <p:cNvSpPr>
            <a:spLocks xmlns:a="http://schemas.openxmlformats.org/drawingml/2006/main" noGrp="1"/>
          </p:cNvSpPr>
          <p:nvPr/>
        </p:nvSpPr>
        <p:spPr>
          <a:xfrm xmlns:a="http://schemas.openxmlformats.org/drawingml/2006/main">
            <a:off x="5800725" y="238125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00"/>
              <a:buFont typeface="Arial"/>
              <a:buNone/>
            </a:pPr>
            <a:r>
              <a:rPr sz="900" b="1">
                <a:solidFill>
                  <a:srgbClr val="FFFFFF"/>
                </a:solidFill>
              </a:rPr>
              <a:t>EVIDENCE FLOW</a:t>
            </a:r>
            <a:endParaRPr/>
          </a:p>
        </p:txBody>
      </p:sp>
      <p:sp>
        <p:nvSpPr>
          <p:cNvPr id="113" name="Google Shape;113;p4">
            <a:extLst xmlns:a="http://schemas.openxmlformats.org/drawingml/2006/main">
              <a:ext uri="{FF2B5EF4-FFF2-40B4-BE49-F238E27FC236}">
                <a16:creationId xmlns:a16="http://schemas.microsoft.com/office/drawing/2014/main" id="{510B6E0E-73E2-41B6-8B17-ADCB1B7782DA}"/>
              </a:ext>
            </a:extLst>
          </p:cNvPr>
          <p:cNvSpPr>
            <a:spLocks xmlns:a="http://schemas.openxmlformats.org/drawingml/2006/main" noGrp="1"/>
          </p:cNvSpPr>
          <p:nvPr/>
        </p:nvSpPr>
        <p:spPr>
          <a:xfrm xmlns:a="http://schemas.openxmlformats.org/drawingml/2006/main">
            <a:off x="8096250" y="2343150"/>
            <a:ext cx="3333750" cy="4000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4" name="Google Shape;114;p4">
            <a:extLst xmlns:a="http://schemas.openxmlformats.org/drawingml/2006/main">
              <a:ext uri="{FF2B5EF4-FFF2-40B4-BE49-F238E27FC236}">
                <a16:creationId xmlns:a16="http://schemas.microsoft.com/office/drawing/2014/main" id="{91996A33-7363-4C5C-9FD4-115BD6DFCE32}"/>
              </a:ext>
            </a:extLst>
          </p:cNvPr>
          <p:cNvSpPr>
            <a:spLocks xmlns:a="http://schemas.openxmlformats.org/drawingml/2006/main" noGrp="1"/>
          </p:cNvSpPr>
          <p:nvPr/>
        </p:nvSpPr>
        <p:spPr>
          <a:xfrm xmlns:a="http://schemas.openxmlformats.org/drawingml/2006/main">
            <a:off x="8220075" y="2381250"/>
            <a:ext cx="3086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00"/>
              <a:buFont typeface="Arial"/>
              <a:buNone/>
            </a:pPr>
            <a:r>
              <a:rPr sz="900" b="1">
                <a:solidFill>
                  <a:srgbClr val="FFFFFF"/>
                </a:solidFill>
              </a:rPr>
              <a:t>RISK CONTROL</a:t>
            </a:r>
            <a:endParaRPr/>
          </a:p>
        </p:txBody>
      </p:sp>
      <p:sp>
        <p:nvSpPr>
          <p:cNvPr id="115" name="Google Shape;115;p4">
            <a:extLst xmlns:a="http://schemas.openxmlformats.org/drawingml/2006/main">
              <a:ext uri="{FF2B5EF4-FFF2-40B4-BE49-F238E27FC236}">
                <a16:creationId xmlns:a16="http://schemas.microsoft.com/office/drawing/2014/main" id="{6A556DDB-689B-43D4-A271-8DFB6D127FCF}"/>
              </a:ext>
            </a:extLst>
          </p:cNvPr>
          <p:cNvSpPr>
            <a:spLocks xmlns:a="http://schemas.openxmlformats.org/drawingml/2006/main" noGrp="1"/>
          </p:cNvSpPr>
          <p:nvPr/>
        </p:nvSpPr>
        <p:spPr>
          <a:xfrm xmlns:a="http://schemas.openxmlformats.org/drawingml/2006/main">
            <a:off x="781050" y="2743200"/>
            <a:ext cx="10648950" cy="7048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6" name="Google Shape;116;p4">
            <a:extLst xmlns:a="http://schemas.openxmlformats.org/drawingml/2006/main">
              <a:ext uri="{FF2B5EF4-FFF2-40B4-BE49-F238E27FC236}">
                <a16:creationId xmlns:a16="http://schemas.microsoft.com/office/drawing/2014/main" id="{654FA47F-3F14-47C5-8DD7-A8A7DC57BF8A}"/>
              </a:ext>
            </a:extLst>
          </p:cNvPr>
          <p:cNvSpPr>
            <a:spLocks xmlns:a="http://schemas.openxmlformats.org/drawingml/2006/main" noGrp="1"/>
          </p:cNvSpPr>
          <p:nvPr/>
        </p:nvSpPr>
        <p:spPr>
          <a:xfrm xmlns:a="http://schemas.openxmlformats.org/drawingml/2006/main">
            <a:off x="904875" y="2819400"/>
            <a:ext cx="18859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Files must be found and normalized</a:t>
            </a:r>
            <a:endParaRPr/>
          </a:p>
        </p:txBody>
      </p:sp>
      <p:sp>
        <p:nvSpPr>
          <p:cNvPr id="117" name="Google Shape;117;p4">
            <a:extLst xmlns:a="http://schemas.openxmlformats.org/drawingml/2006/main">
              <a:ext uri="{FF2B5EF4-FFF2-40B4-BE49-F238E27FC236}">
                <a16:creationId xmlns:a16="http://schemas.microsoft.com/office/drawing/2014/main" id="{D14FCC2A-415D-462C-A33A-870D11AE099B}"/>
              </a:ext>
            </a:extLst>
          </p:cNvPr>
          <p:cNvSpPr>
            <a:spLocks xmlns:a="http://schemas.openxmlformats.org/drawingml/2006/main" noGrp="1"/>
          </p:cNvSpPr>
          <p:nvPr/>
        </p:nvSpPr>
        <p:spPr>
          <a:xfrm xmlns:a="http://schemas.openxmlformats.org/drawingml/2006/main">
            <a:off x="3105150" y="274320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8" name="Google Shape;118;p4">
            <a:extLst xmlns:a="http://schemas.openxmlformats.org/drawingml/2006/main">
              <a:ext uri="{FF2B5EF4-FFF2-40B4-BE49-F238E27FC236}">
                <a16:creationId xmlns:a16="http://schemas.microsoft.com/office/drawing/2014/main" id="{04FBD20D-1C76-4074-806C-8BBBF1F1A433}"/>
              </a:ext>
            </a:extLst>
          </p:cNvPr>
          <p:cNvSpPr>
            <a:spLocks xmlns:a="http://schemas.openxmlformats.org/drawingml/2006/main" noGrp="1"/>
          </p:cNvSpPr>
          <p:nvPr/>
        </p:nvSpPr>
        <p:spPr>
          <a:xfrm xmlns:a="http://schemas.openxmlformats.org/drawingml/2006/main">
            <a:off x="3228975" y="2819400"/>
            <a:ext cx="21336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Drive Intake + Clarification Gate</a:t>
            </a:r>
            <a:endParaRPr/>
          </a:p>
        </p:txBody>
      </p:sp>
      <p:sp>
        <p:nvSpPr>
          <p:cNvPr id="119" name="Google Shape;119;p4">
            <a:extLst xmlns:a="http://schemas.openxmlformats.org/drawingml/2006/main">
              <a:ext uri="{FF2B5EF4-FFF2-40B4-BE49-F238E27FC236}">
                <a16:creationId xmlns:a16="http://schemas.microsoft.com/office/drawing/2014/main" id="{61B45B90-EA45-4603-A5E2-46FC405B0308}"/>
              </a:ext>
            </a:extLst>
          </p:cNvPr>
          <p:cNvSpPr>
            <a:spLocks xmlns:a="http://schemas.openxmlformats.org/drawingml/2006/main" noGrp="1"/>
          </p:cNvSpPr>
          <p:nvPr/>
        </p:nvSpPr>
        <p:spPr>
          <a:xfrm xmlns:a="http://schemas.openxmlformats.org/drawingml/2006/main">
            <a:off x="5676900" y="274320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0" name="Google Shape;120;p4">
            <a:extLst xmlns:a="http://schemas.openxmlformats.org/drawingml/2006/main">
              <a:ext uri="{FF2B5EF4-FFF2-40B4-BE49-F238E27FC236}">
                <a16:creationId xmlns:a16="http://schemas.microsoft.com/office/drawing/2014/main" id="{6C3482AB-FF01-4B8A-99EE-09F30E75DAA0}"/>
              </a:ext>
            </a:extLst>
          </p:cNvPr>
          <p:cNvSpPr>
            <a:spLocks xmlns:a="http://schemas.openxmlformats.org/drawingml/2006/main" noGrp="1"/>
          </p:cNvSpPr>
          <p:nvPr/>
        </p:nvSpPr>
        <p:spPr>
          <a:xfrm xmlns:a="http://schemas.openxmlformats.org/drawingml/2006/main">
            <a:off x="5800725" y="2819400"/>
            <a:ext cx="1981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Source files → normalized evidence</a:t>
            </a:r>
            <a:endParaRPr/>
          </a:p>
        </p:txBody>
      </p:sp>
      <p:sp>
        <p:nvSpPr>
          <p:cNvPr id="121" name="Google Shape;121;p4">
            <a:extLst xmlns:a="http://schemas.openxmlformats.org/drawingml/2006/main">
              <a:ext uri="{FF2B5EF4-FFF2-40B4-BE49-F238E27FC236}">
                <a16:creationId xmlns:a16="http://schemas.microsoft.com/office/drawing/2014/main" id="{E2433A2F-8171-4EE4-8CA6-F5C1114BFF67}"/>
              </a:ext>
            </a:extLst>
          </p:cNvPr>
          <p:cNvSpPr>
            <a:spLocks xmlns:a="http://schemas.openxmlformats.org/drawingml/2006/main" noGrp="1"/>
          </p:cNvSpPr>
          <p:nvPr/>
        </p:nvSpPr>
        <p:spPr>
          <a:xfrm xmlns:a="http://schemas.openxmlformats.org/drawingml/2006/main">
            <a:off x="8096250" y="274320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 name="Google Shape;122;p4">
            <a:extLst xmlns:a="http://schemas.openxmlformats.org/drawingml/2006/main">
              <a:ext uri="{FF2B5EF4-FFF2-40B4-BE49-F238E27FC236}">
                <a16:creationId xmlns:a16="http://schemas.microsoft.com/office/drawing/2014/main" id="{827C5D1C-24C6-479C-8F7C-BF64584A5CEE}"/>
              </a:ext>
            </a:extLst>
          </p:cNvPr>
          <p:cNvSpPr>
            <a:spLocks xmlns:a="http://schemas.openxmlformats.org/drawingml/2006/main" noGrp="1"/>
          </p:cNvSpPr>
          <p:nvPr/>
        </p:nvSpPr>
        <p:spPr>
          <a:xfrm xmlns:a="http://schemas.openxmlformats.org/drawingml/2006/main">
            <a:off x="8220075" y="2819400"/>
            <a:ext cx="30861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Hashing, required-file checks, clarification gate</a:t>
            </a:r>
            <a:endParaRPr/>
          </a:p>
        </p:txBody>
      </p:sp>
      <p:sp>
        <p:nvSpPr>
          <p:cNvPr id="123" name="Google Shape;123;p4">
            <a:extLst xmlns:a="http://schemas.openxmlformats.org/drawingml/2006/main">
              <a:ext uri="{FF2B5EF4-FFF2-40B4-BE49-F238E27FC236}">
                <a16:creationId xmlns:a16="http://schemas.microsoft.com/office/drawing/2014/main" id="{14A281BA-0E09-4ECA-BA66-54D051B8D866}"/>
              </a:ext>
            </a:extLst>
          </p:cNvPr>
          <p:cNvSpPr>
            <a:spLocks xmlns:a="http://schemas.openxmlformats.org/drawingml/2006/main" noGrp="1"/>
          </p:cNvSpPr>
          <p:nvPr/>
        </p:nvSpPr>
        <p:spPr>
          <a:xfrm xmlns:a="http://schemas.openxmlformats.org/drawingml/2006/main">
            <a:off x="781050" y="3448050"/>
            <a:ext cx="10648950" cy="704850"/>
          </a:xfrm>
          <a:prstGeom xmlns:a="http://schemas.openxmlformats.org/drawingml/2006/main" prst="rect">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 name="Google Shape;124;p4">
            <a:extLst xmlns:a="http://schemas.openxmlformats.org/drawingml/2006/main">
              <a:ext uri="{FF2B5EF4-FFF2-40B4-BE49-F238E27FC236}">
                <a16:creationId xmlns:a16="http://schemas.microsoft.com/office/drawing/2014/main" id="{942468E3-ECC3-4421-BC27-B851C1E6F17E}"/>
              </a:ext>
            </a:extLst>
          </p:cNvPr>
          <p:cNvSpPr>
            <a:spLocks xmlns:a="http://schemas.openxmlformats.org/drawingml/2006/main" noGrp="1"/>
          </p:cNvSpPr>
          <p:nvPr/>
        </p:nvSpPr>
        <p:spPr>
          <a:xfrm xmlns:a="http://schemas.openxmlformats.org/drawingml/2006/main">
            <a:off x="904875" y="3524250"/>
            <a:ext cx="18859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Requirements are interpreted by hand</a:t>
            </a:r>
            <a:endParaRPr/>
          </a:p>
        </p:txBody>
      </p:sp>
      <p:sp>
        <p:nvSpPr>
          <p:cNvPr id="125" name="Google Shape;125;p4">
            <a:extLst xmlns:a="http://schemas.openxmlformats.org/drawingml/2006/main">
              <a:ext uri="{FF2B5EF4-FFF2-40B4-BE49-F238E27FC236}">
                <a16:creationId xmlns:a16="http://schemas.microsoft.com/office/drawing/2014/main" id="{6EC025F2-2AA5-41B1-8C1C-2FD215FDD4A9}"/>
              </a:ext>
            </a:extLst>
          </p:cNvPr>
          <p:cNvSpPr>
            <a:spLocks xmlns:a="http://schemas.openxmlformats.org/drawingml/2006/main" noGrp="1"/>
          </p:cNvSpPr>
          <p:nvPr/>
        </p:nvSpPr>
        <p:spPr>
          <a:xfrm xmlns:a="http://schemas.openxmlformats.org/drawingml/2006/main">
            <a:off x="3105150" y="344805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6" name="Google Shape;126;p4">
            <a:extLst xmlns:a="http://schemas.openxmlformats.org/drawingml/2006/main">
              <a:ext uri="{FF2B5EF4-FFF2-40B4-BE49-F238E27FC236}">
                <a16:creationId xmlns:a16="http://schemas.microsoft.com/office/drawing/2014/main" id="{D4481B61-43D7-4752-8814-7738C204D91C}"/>
              </a:ext>
            </a:extLst>
          </p:cNvPr>
          <p:cNvSpPr>
            <a:spLocks xmlns:a="http://schemas.openxmlformats.org/drawingml/2006/main" noGrp="1"/>
          </p:cNvSpPr>
          <p:nvPr/>
        </p:nvSpPr>
        <p:spPr>
          <a:xfrm xmlns:a="http://schemas.openxmlformats.org/drawingml/2006/main">
            <a:off x="3228975" y="3524250"/>
            <a:ext cx="21336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Requirement Extractor + Gap Analyzer</a:t>
            </a:r>
            <a:endParaRPr/>
          </a:p>
        </p:txBody>
      </p:sp>
      <p:sp>
        <p:nvSpPr>
          <p:cNvPr id="127" name="Google Shape;127;p4">
            <a:extLst xmlns:a="http://schemas.openxmlformats.org/drawingml/2006/main">
              <a:ext uri="{FF2B5EF4-FFF2-40B4-BE49-F238E27FC236}">
                <a16:creationId xmlns:a16="http://schemas.microsoft.com/office/drawing/2014/main" id="{0F5A4A0D-F1B3-4E01-8302-D26E643EC0B2}"/>
              </a:ext>
            </a:extLst>
          </p:cNvPr>
          <p:cNvSpPr>
            <a:spLocks xmlns:a="http://schemas.openxmlformats.org/drawingml/2006/main" noGrp="1"/>
          </p:cNvSpPr>
          <p:nvPr/>
        </p:nvSpPr>
        <p:spPr>
          <a:xfrm xmlns:a="http://schemas.openxmlformats.org/drawingml/2006/main">
            <a:off x="5676900" y="344805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 name="Google Shape;128;p4">
            <a:extLst xmlns:a="http://schemas.openxmlformats.org/drawingml/2006/main">
              <a:ext uri="{FF2B5EF4-FFF2-40B4-BE49-F238E27FC236}">
                <a16:creationId xmlns:a16="http://schemas.microsoft.com/office/drawing/2014/main" id="{6A688E4B-9D3B-4D4E-8FAB-58091F7177BD}"/>
              </a:ext>
            </a:extLst>
          </p:cNvPr>
          <p:cNvSpPr>
            <a:spLocks xmlns:a="http://schemas.openxmlformats.org/drawingml/2006/main" noGrp="1"/>
          </p:cNvSpPr>
          <p:nvPr/>
        </p:nvSpPr>
        <p:spPr>
          <a:xfrm xmlns:a="http://schemas.openxmlformats.org/drawingml/2006/main">
            <a:off x="5800725" y="3524250"/>
            <a:ext cx="1981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Citations → requirements → gaps</a:t>
            </a:r>
            <a:endParaRPr/>
          </a:p>
        </p:txBody>
      </p:sp>
      <p:sp>
        <p:nvSpPr>
          <p:cNvPr id="129" name="Google Shape;129;p4">
            <a:extLst xmlns:a="http://schemas.openxmlformats.org/drawingml/2006/main">
              <a:ext uri="{FF2B5EF4-FFF2-40B4-BE49-F238E27FC236}">
                <a16:creationId xmlns:a16="http://schemas.microsoft.com/office/drawing/2014/main" id="{A288C744-2D29-461D-827A-23F506C6B089}"/>
              </a:ext>
            </a:extLst>
          </p:cNvPr>
          <p:cNvSpPr>
            <a:spLocks xmlns:a="http://schemas.openxmlformats.org/drawingml/2006/main" noGrp="1"/>
          </p:cNvSpPr>
          <p:nvPr/>
        </p:nvSpPr>
        <p:spPr>
          <a:xfrm xmlns:a="http://schemas.openxmlformats.org/drawingml/2006/main">
            <a:off x="8096250" y="344805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0" name="Google Shape;130;p4">
            <a:extLst xmlns:a="http://schemas.openxmlformats.org/drawingml/2006/main">
              <a:ext uri="{FF2B5EF4-FFF2-40B4-BE49-F238E27FC236}">
                <a16:creationId xmlns:a16="http://schemas.microsoft.com/office/drawing/2014/main" id="{1EB8E37C-4783-4203-8C66-C86E1A32606F}"/>
              </a:ext>
            </a:extLst>
          </p:cNvPr>
          <p:cNvSpPr>
            <a:spLocks xmlns:a="http://schemas.openxmlformats.org/drawingml/2006/main" noGrp="1"/>
          </p:cNvSpPr>
          <p:nvPr/>
        </p:nvSpPr>
        <p:spPr>
          <a:xfrm xmlns:a="http://schemas.openxmlformats.org/drawingml/2006/main">
            <a:off x="8220075" y="3524250"/>
            <a:ext cx="30861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Citation IDs, confidence, contradiction and missing-data flags</a:t>
            </a:r>
            <a:endParaRPr/>
          </a:p>
        </p:txBody>
      </p:sp>
      <p:sp>
        <p:nvSpPr>
          <p:cNvPr id="131" name="Google Shape;131;p4">
            <a:extLst xmlns:a="http://schemas.openxmlformats.org/drawingml/2006/main">
              <a:ext uri="{FF2B5EF4-FFF2-40B4-BE49-F238E27FC236}">
                <a16:creationId xmlns:a16="http://schemas.microsoft.com/office/drawing/2014/main" id="{DEFEE962-C174-4C43-94C7-F6897D13AE8E}"/>
              </a:ext>
            </a:extLst>
          </p:cNvPr>
          <p:cNvSpPr>
            <a:spLocks xmlns:a="http://schemas.openxmlformats.org/drawingml/2006/main" noGrp="1"/>
          </p:cNvSpPr>
          <p:nvPr/>
        </p:nvSpPr>
        <p:spPr>
          <a:xfrm xmlns:a="http://schemas.openxmlformats.org/drawingml/2006/main">
            <a:off x="781050" y="4152900"/>
            <a:ext cx="10648950" cy="7048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4">
            <a:extLst xmlns:a="http://schemas.openxmlformats.org/drawingml/2006/main">
              <a:ext uri="{FF2B5EF4-FFF2-40B4-BE49-F238E27FC236}">
                <a16:creationId xmlns:a16="http://schemas.microsoft.com/office/drawing/2014/main" id="{0AE68724-D329-432B-9022-9FFB30C18447}"/>
              </a:ext>
            </a:extLst>
          </p:cNvPr>
          <p:cNvSpPr>
            <a:spLocks xmlns:a="http://schemas.openxmlformats.org/drawingml/2006/main" noGrp="1"/>
          </p:cNvSpPr>
          <p:nvPr/>
        </p:nvSpPr>
        <p:spPr>
          <a:xfrm xmlns:a="http://schemas.openxmlformats.org/drawingml/2006/main">
            <a:off x="904875" y="4229100"/>
            <a:ext cx="18859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PRDs and backlogs drift apart</a:t>
            </a:r>
            <a:endParaRPr/>
          </a:p>
        </p:txBody>
      </p:sp>
      <p:sp>
        <p:nvSpPr>
          <p:cNvPr id="133" name="Google Shape;133;p4">
            <a:extLst xmlns:a="http://schemas.openxmlformats.org/drawingml/2006/main">
              <a:ext uri="{FF2B5EF4-FFF2-40B4-BE49-F238E27FC236}">
                <a16:creationId xmlns:a16="http://schemas.microsoft.com/office/drawing/2014/main" id="{194A1D40-A149-428C-9056-D7CFEA36731C}"/>
              </a:ext>
            </a:extLst>
          </p:cNvPr>
          <p:cNvSpPr>
            <a:spLocks xmlns:a="http://schemas.openxmlformats.org/drawingml/2006/main" noGrp="1"/>
          </p:cNvSpPr>
          <p:nvPr/>
        </p:nvSpPr>
        <p:spPr>
          <a:xfrm xmlns:a="http://schemas.openxmlformats.org/drawingml/2006/main">
            <a:off x="3105150" y="415290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 name="Google Shape;134;p4">
            <a:extLst xmlns:a="http://schemas.openxmlformats.org/drawingml/2006/main">
              <a:ext uri="{FF2B5EF4-FFF2-40B4-BE49-F238E27FC236}">
                <a16:creationId xmlns:a16="http://schemas.microsoft.com/office/drawing/2014/main" id="{6983C270-FCA5-4EE9-89B4-BBF998C0E466}"/>
              </a:ext>
            </a:extLst>
          </p:cNvPr>
          <p:cNvSpPr>
            <a:spLocks xmlns:a="http://schemas.openxmlformats.org/drawingml/2006/main" noGrp="1"/>
          </p:cNvSpPr>
          <p:nvPr/>
        </p:nvSpPr>
        <p:spPr>
          <a:xfrm xmlns:a="http://schemas.openxmlformats.org/drawingml/2006/main">
            <a:off x="3228975" y="4229100"/>
            <a:ext cx="21336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Production PRD + Story Breakdown</a:t>
            </a:r>
            <a:endParaRPr/>
          </a:p>
        </p:txBody>
      </p:sp>
      <p:sp>
        <p:nvSpPr>
          <p:cNvPr id="135" name="Google Shape;135;p4">
            <a:extLst xmlns:a="http://schemas.openxmlformats.org/drawingml/2006/main">
              <a:ext uri="{FF2B5EF4-FFF2-40B4-BE49-F238E27FC236}">
                <a16:creationId xmlns:a16="http://schemas.microsoft.com/office/drawing/2014/main" id="{42537F87-9178-450A-BE3A-CDB2F2500040}"/>
              </a:ext>
            </a:extLst>
          </p:cNvPr>
          <p:cNvSpPr>
            <a:spLocks xmlns:a="http://schemas.openxmlformats.org/drawingml/2006/main" noGrp="1"/>
          </p:cNvSpPr>
          <p:nvPr/>
        </p:nvSpPr>
        <p:spPr>
          <a:xfrm xmlns:a="http://schemas.openxmlformats.org/drawingml/2006/main">
            <a:off x="5676900" y="415290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6" name="Google Shape;136;p4">
            <a:extLst xmlns:a="http://schemas.openxmlformats.org/drawingml/2006/main">
              <a:ext uri="{FF2B5EF4-FFF2-40B4-BE49-F238E27FC236}">
                <a16:creationId xmlns:a16="http://schemas.microsoft.com/office/drawing/2014/main" id="{9D8693DE-0E04-4ADB-94E6-DBB8C36A7DE1}"/>
              </a:ext>
            </a:extLst>
          </p:cNvPr>
          <p:cNvSpPr>
            <a:spLocks xmlns:a="http://schemas.openxmlformats.org/drawingml/2006/main" noGrp="1"/>
          </p:cNvSpPr>
          <p:nvPr/>
        </p:nvSpPr>
        <p:spPr>
          <a:xfrm xmlns:a="http://schemas.openxmlformats.org/drawingml/2006/main">
            <a:off x="5800725" y="4229100"/>
            <a:ext cx="1981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Approved evidence → PRD → 3/7/11 hierarchy</a:t>
            </a:r>
            <a:endParaRPr/>
          </a:p>
        </p:txBody>
      </p:sp>
      <p:sp>
        <p:nvSpPr>
          <p:cNvPr id="137" name="Google Shape;137;p4">
            <a:extLst xmlns:a="http://schemas.openxmlformats.org/drawingml/2006/main">
              <a:ext uri="{FF2B5EF4-FFF2-40B4-BE49-F238E27FC236}">
                <a16:creationId xmlns:a16="http://schemas.microsoft.com/office/drawing/2014/main" id="{6B37AB2A-EFA6-42F7-AB87-57DCD491BC42}"/>
              </a:ext>
            </a:extLst>
          </p:cNvPr>
          <p:cNvSpPr>
            <a:spLocks xmlns:a="http://schemas.openxmlformats.org/drawingml/2006/main" noGrp="1"/>
          </p:cNvSpPr>
          <p:nvPr/>
        </p:nvSpPr>
        <p:spPr>
          <a:xfrm xmlns:a="http://schemas.openxmlformats.org/drawingml/2006/main">
            <a:off x="8096250" y="415290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8" name="Google Shape;138;p4">
            <a:extLst xmlns:a="http://schemas.openxmlformats.org/drawingml/2006/main">
              <a:ext uri="{FF2B5EF4-FFF2-40B4-BE49-F238E27FC236}">
                <a16:creationId xmlns:a16="http://schemas.microsoft.com/office/drawing/2014/main" id="{853F5C15-930C-4850-91FF-E19A36AF6FC5}"/>
              </a:ext>
            </a:extLst>
          </p:cNvPr>
          <p:cNvSpPr>
            <a:spLocks xmlns:a="http://schemas.openxmlformats.org/drawingml/2006/main" noGrp="1"/>
          </p:cNvSpPr>
          <p:nvPr/>
        </p:nvSpPr>
        <p:spPr>
          <a:xfrm xmlns:a="http://schemas.openxmlformats.org/drawingml/2006/main">
            <a:off x="8220075" y="4229100"/>
            <a:ext cx="30861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Human approval, acceptance-criteria mapping, stable IDs</a:t>
            </a:r>
            <a:endParaRPr/>
          </a:p>
        </p:txBody>
      </p:sp>
      <p:sp>
        <p:nvSpPr>
          <p:cNvPr id="139" name="Google Shape;139;p4">
            <a:extLst xmlns:a="http://schemas.openxmlformats.org/drawingml/2006/main">
              <a:ext uri="{FF2B5EF4-FFF2-40B4-BE49-F238E27FC236}">
                <a16:creationId xmlns:a16="http://schemas.microsoft.com/office/drawing/2014/main" id="{6627CFDE-CF02-4C54-BE96-317E7BAE30E0}"/>
              </a:ext>
            </a:extLst>
          </p:cNvPr>
          <p:cNvSpPr>
            <a:spLocks xmlns:a="http://schemas.openxmlformats.org/drawingml/2006/main" noGrp="1"/>
          </p:cNvSpPr>
          <p:nvPr/>
        </p:nvSpPr>
        <p:spPr>
          <a:xfrm xmlns:a="http://schemas.openxmlformats.org/drawingml/2006/main">
            <a:off x="781050" y="4857750"/>
            <a:ext cx="10648950" cy="704850"/>
          </a:xfrm>
          <a:prstGeom xmlns:a="http://schemas.openxmlformats.org/drawingml/2006/main" prst="rect">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0" name="Google Shape;140;p4">
            <a:extLst xmlns:a="http://schemas.openxmlformats.org/drawingml/2006/main">
              <a:ext uri="{FF2B5EF4-FFF2-40B4-BE49-F238E27FC236}">
                <a16:creationId xmlns:a16="http://schemas.microsoft.com/office/drawing/2014/main" id="{34A9E348-51F8-455A-A885-E2C01630E86B}"/>
              </a:ext>
            </a:extLst>
          </p:cNvPr>
          <p:cNvSpPr>
            <a:spLocks xmlns:a="http://schemas.openxmlformats.org/drawingml/2006/main" noGrp="1"/>
          </p:cNvSpPr>
          <p:nvPr/>
        </p:nvSpPr>
        <p:spPr>
          <a:xfrm xmlns:a="http://schemas.openxmlformats.org/drawingml/2006/main">
            <a:off x="904875" y="4933950"/>
            <a:ext cx="18859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Release review is subjective</a:t>
            </a:r>
            <a:endParaRPr/>
          </a:p>
        </p:txBody>
      </p:sp>
      <p:sp>
        <p:nvSpPr>
          <p:cNvPr id="141" name="Google Shape;141;p4">
            <a:extLst xmlns:a="http://schemas.openxmlformats.org/drawingml/2006/main">
              <a:ext uri="{FF2B5EF4-FFF2-40B4-BE49-F238E27FC236}">
                <a16:creationId xmlns:a16="http://schemas.microsoft.com/office/drawing/2014/main" id="{4C315374-574C-46D6-89BC-9E4F9A48D522}"/>
              </a:ext>
            </a:extLst>
          </p:cNvPr>
          <p:cNvSpPr>
            <a:spLocks xmlns:a="http://schemas.openxmlformats.org/drawingml/2006/main" noGrp="1"/>
          </p:cNvSpPr>
          <p:nvPr/>
        </p:nvSpPr>
        <p:spPr>
          <a:xfrm xmlns:a="http://schemas.openxmlformats.org/drawingml/2006/main">
            <a:off x="3105150" y="485775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2" name="Google Shape;142;p4">
            <a:extLst xmlns:a="http://schemas.openxmlformats.org/drawingml/2006/main">
              <a:ext uri="{FF2B5EF4-FFF2-40B4-BE49-F238E27FC236}">
                <a16:creationId xmlns:a16="http://schemas.microsoft.com/office/drawing/2014/main" id="{9390FE5E-6F36-4003-8FE2-316E006EF314}"/>
              </a:ext>
            </a:extLst>
          </p:cNvPr>
          <p:cNvSpPr>
            <a:spLocks xmlns:a="http://schemas.openxmlformats.org/drawingml/2006/main" noGrp="1"/>
          </p:cNvSpPr>
          <p:nvPr/>
        </p:nvSpPr>
        <p:spPr>
          <a:xfrm xmlns:a="http://schemas.openxmlformats.org/drawingml/2006/main">
            <a:off x="3228975" y="4933950"/>
            <a:ext cx="21336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Final Validator + Story Sizing</a:t>
            </a:r>
            <a:endParaRPr/>
          </a:p>
        </p:txBody>
      </p:sp>
      <p:sp>
        <p:nvSpPr>
          <p:cNvPr id="143" name="Google Shape;143;p4">
            <a:extLst xmlns:a="http://schemas.openxmlformats.org/drawingml/2006/main">
              <a:ext uri="{FF2B5EF4-FFF2-40B4-BE49-F238E27FC236}">
                <a16:creationId xmlns:a16="http://schemas.microsoft.com/office/drawing/2014/main" id="{B23656D7-4954-46EC-80C7-2ED83B85FFB7}"/>
              </a:ext>
            </a:extLst>
          </p:cNvPr>
          <p:cNvSpPr>
            <a:spLocks xmlns:a="http://schemas.openxmlformats.org/drawingml/2006/main" noGrp="1"/>
          </p:cNvSpPr>
          <p:nvPr/>
        </p:nvSpPr>
        <p:spPr>
          <a:xfrm xmlns:a="http://schemas.openxmlformats.org/drawingml/2006/main">
            <a:off x="5676900" y="485775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 name="Google Shape;144;p4">
            <a:extLst xmlns:a="http://schemas.openxmlformats.org/drawingml/2006/main">
              <a:ext uri="{FF2B5EF4-FFF2-40B4-BE49-F238E27FC236}">
                <a16:creationId xmlns:a16="http://schemas.microsoft.com/office/drawing/2014/main" id="{314B0370-F2A4-4A88-96AA-CC10385AB6B5}"/>
              </a:ext>
            </a:extLst>
          </p:cNvPr>
          <p:cNvSpPr>
            <a:spLocks xmlns:a="http://schemas.openxmlformats.org/drawingml/2006/main" noGrp="1"/>
          </p:cNvSpPr>
          <p:nvPr/>
        </p:nvSpPr>
        <p:spPr>
          <a:xfrm xmlns:a="http://schemas.openxmlformats.org/drawingml/2006/main">
            <a:off x="5800725" y="4933950"/>
            <a:ext cx="1981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Artifacts → reconciliation → sizing → export</a:t>
            </a:r>
            <a:endParaRPr/>
          </a:p>
        </p:txBody>
      </p:sp>
      <p:sp>
        <p:nvSpPr>
          <p:cNvPr id="145" name="Google Shape;145;p4">
            <a:extLst xmlns:a="http://schemas.openxmlformats.org/drawingml/2006/main">
              <a:ext uri="{FF2B5EF4-FFF2-40B4-BE49-F238E27FC236}">
                <a16:creationId xmlns:a16="http://schemas.microsoft.com/office/drawing/2014/main" id="{3A80C98C-E109-4A8F-B01D-4B7CA21A0959}"/>
              </a:ext>
            </a:extLst>
          </p:cNvPr>
          <p:cNvSpPr>
            <a:spLocks xmlns:a="http://schemas.openxmlformats.org/drawingml/2006/main" noGrp="1"/>
          </p:cNvSpPr>
          <p:nvPr/>
        </p:nvSpPr>
        <p:spPr>
          <a:xfrm xmlns:a="http://schemas.openxmlformats.org/drawingml/2006/main">
            <a:off x="8096250" y="4857750"/>
            <a:ext cx="9525" cy="7048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6" name="Google Shape;146;p4">
            <a:extLst xmlns:a="http://schemas.openxmlformats.org/drawingml/2006/main">
              <a:ext uri="{FF2B5EF4-FFF2-40B4-BE49-F238E27FC236}">
                <a16:creationId xmlns:a16="http://schemas.microsoft.com/office/drawing/2014/main" id="{99A7AF62-B5F4-4C87-AA50-D7DFCB06BC9C}"/>
              </a:ext>
            </a:extLst>
          </p:cNvPr>
          <p:cNvSpPr>
            <a:spLocks xmlns:a="http://schemas.openxmlformats.org/drawingml/2006/main" noGrp="1"/>
          </p:cNvSpPr>
          <p:nvPr/>
        </p:nvSpPr>
        <p:spPr>
          <a:xfrm xmlns:a="http://schemas.openxmlformats.org/drawingml/2006/main">
            <a:off x="8220075" y="4933950"/>
            <a:ext cx="30861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b="0">
                <a:solidFill>
                  <a:srgbClr val="666B70"/>
                </a:solidFill>
              </a:rPr>
              <a:t>Set equality, Agreement Gate, fail-closed export, non-blocking sizing</a:t>
            </a:r>
            <a:endParaRPr/>
          </a:p>
        </p:txBody>
      </p:sp>
      <p:sp>
        <p:nvSpPr>
          <p:cNvPr id="147" name="Google Shape;147;p4">
            <a:extLst xmlns:a="http://schemas.openxmlformats.org/drawingml/2006/main">
              <a:ext uri="{FF2B5EF4-FFF2-40B4-BE49-F238E27FC236}">
                <a16:creationId xmlns:a16="http://schemas.microsoft.com/office/drawing/2014/main" id="{0E0440BE-5AC7-45FE-B560-F9FA67B78226}"/>
              </a:ext>
            </a:extLst>
          </p:cNvPr>
          <p:cNvSpPr>
            <a:spLocks xmlns:a="http://schemas.openxmlformats.org/drawingml/2006/main" noGrp="1"/>
          </p:cNvSpPr>
          <p:nvPr/>
        </p:nvSpPr>
        <p:spPr>
          <a:xfrm xmlns:a="http://schemas.openxmlformats.org/drawingml/2006/main">
            <a:off x="0" y="5829300"/>
            <a:ext cx="12192000" cy="10287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4">
            <a:extLst xmlns:a="http://schemas.openxmlformats.org/drawingml/2006/main">
              <a:ext uri="{FF2B5EF4-FFF2-40B4-BE49-F238E27FC236}">
                <a16:creationId xmlns:a16="http://schemas.microsoft.com/office/drawing/2014/main" id="{0A6C6D24-3956-4E55-88BD-E0A9FE82E996}"/>
              </a:ext>
            </a:extLst>
          </p:cNvPr>
          <p:cNvSpPr>
            <a:spLocks xmlns:a="http://schemas.openxmlformats.org/drawingml/2006/main" noGrp="1"/>
          </p:cNvSpPr>
          <p:nvPr/>
        </p:nvSpPr>
        <p:spPr>
          <a:xfrm xmlns:a="http://schemas.openxmlformats.org/drawingml/2006/main">
            <a:off x="781050" y="5981700"/>
            <a:ext cx="2571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900"/>
              <a:buFont typeface="Arial"/>
              <a:buNone/>
            </a:pPr>
            <a:r>
              <a:rPr sz="900" b="1">
                <a:solidFill>
                  <a:srgbClr val="C9C6D8"/>
                </a:solidFill>
              </a:rPr>
              <a:t>DESIGN PRINCIPLE</a:t>
            </a:r>
            <a:endParaRPr/>
          </a:p>
        </p:txBody>
      </p:sp>
      <p:sp>
        <p:nvSpPr>
          <p:cNvPr id="149" name="Google Shape;149;p4">
            <a:extLst xmlns:a="http://schemas.openxmlformats.org/drawingml/2006/main">
              <a:ext uri="{FF2B5EF4-FFF2-40B4-BE49-F238E27FC236}">
                <a16:creationId xmlns:a16="http://schemas.microsoft.com/office/drawing/2014/main" id="{95585A12-BF27-47FB-AD38-5AF3BEAC2F48}"/>
              </a:ext>
            </a:extLst>
          </p:cNvPr>
          <p:cNvSpPr>
            <a:spLocks xmlns:a="http://schemas.openxmlformats.org/drawingml/2006/main" noGrp="1"/>
          </p:cNvSpPr>
          <p:nvPr/>
        </p:nvSpPr>
        <p:spPr>
          <a:xfrm xmlns:a="http://schemas.openxmlformats.org/drawingml/2006/main">
            <a:off x="781050" y="6229350"/>
            <a:ext cx="106489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650"/>
              <a:buFont typeface="Arial"/>
              <a:buNone/>
            </a:pPr>
            <a:r>
              <a:rPr sz="1650" b="1">
                <a:solidFill>
                  <a:srgbClr val="FFFFFF"/>
                </a:solidFill>
              </a:rPr>
              <a:t>Automation accelerates the work; governance determines what may be delivered.</a:t>
            </a:r>
            <a:endParaRPr/>
          </a:p>
        </p:txBody>
      </p:sp>
    </p:spTree>
    <p:extLst>
      <p:ext uri="{BB962C8B-B14F-4D97-AF65-F5344CB8AC3E}">
        <p14:creationId xmlns:p14="http://schemas.microsoft.com/office/powerpoint/2010/main" val="109520474"/>
      </p:ext>
    </p:extLst>
  </p:cSld>
</p:sld>
</file>

<file path=ppt/slides/slide5.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55" name="Google Shape;155;p5">
            <a:extLst xmlns:a="http://schemas.openxmlformats.org/drawingml/2006/main">
              <a:ext uri="{FF2B5EF4-FFF2-40B4-BE49-F238E27FC236}">
                <a16:creationId xmlns:a16="http://schemas.microsoft.com/office/drawing/2014/main" id="{35AEDC6C-A964-4D71-BD28-CCBDBD24A3E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6" name="Google Shape;156;p5">
            <a:extLst xmlns:a="http://schemas.openxmlformats.org/drawingml/2006/main">
              <a:ext uri="{FF2B5EF4-FFF2-40B4-BE49-F238E27FC236}">
                <a16:creationId xmlns:a16="http://schemas.microsoft.com/office/drawing/2014/main" id="{327B65F7-1501-473E-AD96-9D836595D2F3}"/>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7" name="Google Shape;157;p5">
            <a:extLst xmlns:a="http://schemas.openxmlformats.org/drawingml/2006/main">
              <a:ext uri="{FF2B5EF4-FFF2-40B4-BE49-F238E27FC236}">
                <a16:creationId xmlns:a16="http://schemas.microsoft.com/office/drawing/2014/main" id="{31445343-2174-434F-B5E1-714D6844776B}"/>
              </a:ext>
            </a:extLst>
          </p:cNvPr>
          <p:cNvSpPr>
            <a:spLocks xmlns:a="http://schemas.openxmlformats.org/drawingml/2006/main" noGrp="1"/>
          </p:cNvSpPr>
          <p:nvPr/>
        </p:nvSpPr>
        <p:spPr>
          <a:xfrm xmlns:a="http://schemas.openxmlformats.org/drawingml/2006/main">
            <a:off x="781050" y="552450"/>
            <a:ext cx="4476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05  ·  PROGRAM CHARTER</a:t>
            </a:r>
            <a:endParaRPr/>
          </a:p>
        </p:txBody>
      </p:sp>
      <p:sp>
        <p:nvSpPr>
          <p:cNvPr id="158" name="Google Shape;158;p5">
            <a:extLst xmlns:a="http://schemas.openxmlformats.org/drawingml/2006/main">
              <a:ext uri="{FF2B5EF4-FFF2-40B4-BE49-F238E27FC236}">
                <a16:creationId xmlns:a16="http://schemas.microsoft.com/office/drawing/2014/main" id="{0EC7C7A0-5BCC-424C-B967-4C7310B2B12B}"/>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The charter defines a controlled product-documentation program</a:t>
            </a:r>
            <a:endParaRPr/>
          </a:p>
        </p:txBody>
      </p:sp>
      <p:sp>
        <p:nvSpPr>
          <p:cNvPr id="159" name="Google Shape;159;p5">
            <a:extLst xmlns:a="http://schemas.openxmlformats.org/drawingml/2006/main">
              <a:ext uri="{FF2B5EF4-FFF2-40B4-BE49-F238E27FC236}">
                <a16:creationId xmlns:a16="http://schemas.microsoft.com/office/drawing/2014/main" id="{BD4DB9AE-3B5C-4DAB-BED8-E680C6FCF9AB}"/>
              </a:ext>
            </a:extLst>
          </p:cNvPr>
          <p:cNvSpPr>
            <a:spLocks xmlns:a="http://schemas.openxmlformats.org/drawingml/2006/main" noGrp="1"/>
          </p:cNvSpPr>
          <p:nvPr/>
        </p:nvSpPr>
        <p:spPr>
          <a:xfrm xmlns:a="http://schemas.openxmlformats.org/drawingml/2006/main">
            <a:off x="781050" y="1914525"/>
            <a:ext cx="10648950" cy="800100"/>
          </a:xfrm>
          <a:prstGeom xmlns:a="http://schemas.openxmlformats.org/drawingml/2006/main" prst="roundRect">
            <a:avLst>
              <a:gd name="adj" fmla="val 9524"/>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0" name="Google Shape;160;p5">
            <a:extLst xmlns:a="http://schemas.openxmlformats.org/drawingml/2006/main">
              <a:ext uri="{FF2B5EF4-FFF2-40B4-BE49-F238E27FC236}">
                <a16:creationId xmlns:a16="http://schemas.microsoft.com/office/drawing/2014/main" id="{53DBD83E-4FE5-408D-A022-A14320198CEF}"/>
              </a:ext>
            </a:extLst>
          </p:cNvPr>
          <p:cNvSpPr>
            <a:spLocks xmlns:a="http://schemas.openxmlformats.org/drawingml/2006/main" noGrp="1"/>
          </p:cNvSpPr>
          <p:nvPr/>
        </p:nvSpPr>
        <p:spPr>
          <a:xfrm xmlns:a="http://schemas.openxmlformats.org/drawingml/2006/main">
            <a:off x="1009650" y="205740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900"/>
              <a:buFont typeface="Arial"/>
              <a:buNone/>
            </a:pPr>
            <a:r>
              <a:rPr sz="900" b="1">
                <a:solidFill>
                  <a:srgbClr val="C9C6D8"/>
                </a:solidFill>
              </a:rPr>
              <a:t>VISION</a:t>
            </a:r>
            <a:endParaRPr/>
          </a:p>
        </p:txBody>
      </p:sp>
      <p:sp>
        <p:nvSpPr>
          <p:cNvPr id="161" name="Google Shape;161;p5">
            <a:extLst xmlns:a="http://schemas.openxmlformats.org/drawingml/2006/main">
              <a:ext uri="{FF2B5EF4-FFF2-40B4-BE49-F238E27FC236}">
                <a16:creationId xmlns:a16="http://schemas.microsoft.com/office/drawing/2014/main" id="{C9E275A9-2BCB-406A-A547-1CEB6512C08B}"/>
              </a:ext>
            </a:extLst>
          </p:cNvPr>
          <p:cNvSpPr>
            <a:spLocks xmlns:a="http://schemas.openxmlformats.org/drawingml/2006/main" noGrp="1"/>
          </p:cNvSpPr>
          <p:nvPr/>
        </p:nvSpPr>
        <p:spPr>
          <a:xfrm xmlns:a="http://schemas.openxmlformats.org/drawingml/2006/main">
            <a:off x="2038350" y="2009775"/>
            <a:ext cx="9029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500"/>
              <a:buFont typeface="Arial"/>
              <a:buNone/>
            </a:pPr>
            <a:r>
              <a:rPr sz="1500" b="1">
                <a:solidFill>
                  <a:srgbClr val="FFFFFF"/>
                </a:solidFill>
              </a:rPr>
              <a:t>Transform fragmented stakeholder evidence into trusted, planning-ready product documentation with visible human control.</a:t>
            </a:r>
            <a:endParaRPr/>
          </a:p>
        </p:txBody>
      </p:sp>
      <p:sp>
        <p:nvSpPr>
          <p:cNvPr id="162" name="Google Shape;162;p5">
            <a:extLst xmlns:a="http://schemas.openxmlformats.org/drawingml/2006/main">
              <a:ext uri="{FF2B5EF4-FFF2-40B4-BE49-F238E27FC236}">
                <a16:creationId xmlns:a16="http://schemas.microsoft.com/office/drawing/2014/main" id="{C241C7D2-F6CF-48D3-8988-877483165141}"/>
              </a:ext>
            </a:extLst>
          </p:cNvPr>
          <p:cNvSpPr>
            <a:spLocks xmlns:a="http://schemas.openxmlformats.org/drawingml/2006/main" noGrp="1"/>
          </p:cNvSpPr>
          <p:nvPr/>
        </p:nvSpPr>
        <p:spPr>
          <a:xfrm xmlns:a="http://schemas.openxmlformats.org/drawingml/2006/main">
            <a:off x="781050" y="2962275"/>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PROGRAM OBJECTIVES</a:t>
            </a:r>
            <a:endParaRPr/>
          </a:p>
        </p:txBody>
      </p:sp>
      <p:sp>
        <p:nvSpPr>
          <p:cNvPr id="163" name="Google Shape;163;p5">
            <a:extLst xmlns:a="http://schemas.openxmlformats.org/drawingml/2006/main">
              <a:ext uri="{FF2B5EF4-FFF2-40B4-BE49-F238E27FC236}">
                <a16:creationId xmlns:a16="http://schemas.microsoft.com/office/drawing/2014/main" id="{CD0087D7-FD65-4984-B40F-DB59B1499531}"/>
              </a:ext>
            </a:extLst>
          </p:cNvPr>
          <p:cNvSpPr>
            <a:spLocks xmlns:a="http://schemas.openxmlformats.org/drawingml/2006/main" noGrp="1"/>
          </p:cNvSpPr>
          <p:nvPr/>
        </p:nvSpPr>
        <p:spPr>
          <a:xfrm xmlns:a="http://schemas.openxmlformats.org/drawingml/2006/main">
            <a:off x="781050" y="3305175"/>
            <a:ext cx="2247900"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4" name="Google Shape;164;p5">
            <a:extLst xmlns:a="http://schemas.openxmlformats.org/drawingml/2006/main">
              <a:ext uri="{FF2B5EF4-FFF2-40B4-BE49-F238E27FC236}">
                <a16:creationId xmlns:a16="http://schemas.microsoft.com/office/drawing/2014/main" id="{E9C1C3BC-68CF-4781-8B2D-3FEB40993250}"/>
              </a:ext>
            </a:extLst>
          </p:cNvPr>
          <p:cNvSpPr>
            <a:spLocks xmlns:a="http://schemas.openxmlformats.org/drawingml/2006/main" noGrp="1"/>
          </p:cNvSpPr>
          <p:nvPr/>
        </p:nvSpPr>
        <p:spPr>
          <a:xfrm xmlns:a="http://schemas.openxmlformats.org/drawingml/2006/main">
            <a:off x="942975" y="3429000"/>
            <a:ext cx="381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00"/>
              <a:buFont typeface="Arial"/>
              <a:buNone/>
            </a:pPr>
            <a:r>
              <a:rPr sz="900" b="1">
                <a:solidFill>
                  <a:srgbClr val="666B70"/>
                </a:solidFill>
              </a:rPr>
              <a:t>01</a:t>
            </a:r>
            <a:endParaRPr/>
          </a:p>
        </p:txBody>
      </p:sp>
      <p:sp>
        <p:nvSpPr>
          <p:cNvPr id="165" name="Google Shape;165;p5">
            <a:extLst xmlns:a="http://schemas.openxmlformats.org/drawingml/2006/main">
              <a:ext uri="{FF2B5EF4-FFF2-40B4-BE49-F238E27FC236}">
                <a16:creationId xmlns:a16="http://schemas.microsoft.com/office/drawing/2014/main" id="{570C5832-5F45-4156-8C4E-90FD9FD5FB26}"/>
              </a:ext>
            </a:extLst>
          </p:cNvPr>
          <p:cNvSpPr>
            <a:spLocks xmlns:a="http://schemas.openxmlformats.org/drawingml/2006/main" noGrp="1"/>
          </p:cNvSpPr>
          <p:nvPr/>
        </p:nvSpPr>
        <p:spPr>
          <a:xfrm xmlns:a="http://schemas.openxmlformats.org/drawingml/2006/main">
            <a:off x="942975" y="3714750"/>
            <a:ext cx="19240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Reduce translation effort</a:t>
            </a:r>
            <a:endParaRPr/>
          </a:p>
        </p:txBody>
      </p:sp>
      <p:sp>
        <p:nvSpPr>
          <p:cNvPr id="166" name="Google Shape;166;p5">
            <a:extLst xmlns:a="http://schemas.openxmlformats.org/drawingml/2006/main">
              <a:ext uri="{FF2B5EF4-FFF2-40B4-BE49-F238E27FC236}">
                <a16:creationId xmlns:a16="http://schemas.microsoft.com/office/drawing/2014/main" id="{0F27181B-C7FF-4ED2-9ED0-E786FE9BF0F6}"/>
              </a:ext>
            </a:extLst>
          </p:cNvPr>
          <p:cNvSpPr>
            <a:spLocks xmlns:a="http://schemas.openxmlformats.org/drawingml/2006/main" noGrp="1"/>
          </p:cNvSpPr>
          <p:nvPr/>
        </p:nvSpPr>
        <p:spPr>
          <a:xfrm xmlns:a="http://schemas.openxmlformats.org/drawingml/2006/main">
            <a:off x="942975" y="4133850"/>
            <a:ext cx="192405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Automate evidence intake, extraction, gap analysis, and artifact generation.</a:t>
            </a:r>
            <a:endParaRPr/>
          </a:p>
        </p:txBody>
      </p:sp>
      <p:sp>
        <p:nvSpPr>
          <p:cNvPr id="167" name="Google Shape;167;p5">
            <a:extLst xmlns:a="http://schemas.openxmlformats.org/drawingml/2006/main">
              <a:ext uri="{FF2B5EF4-FFF2-40B4-BE49-F238E27FC236}">
                <a16:creationId xmlns:a16="http://schemas.microsoft.com/office/drawing/2014/main" id="{B6A5A49C-80F4-4522-8056-04CDA1BA88FD}"/>
              </a:ext>
            </a:extLst>
          </p:cNvPr>
          <p:cNvSpPr>
            <a:spLocks xmlns:a="http://schemas.openxmlformats.org/drawingml/2006/main" noGrp="1"/>
          </p:cNvSpPr>
          <p:nvPr/>
        </p:nvSpPr>
        <p:spPr>
          <a:xfrm xmlns:a="http://schemas.openxmlformats.org/drawingml/2006/main">
            <a:off x="3257550" y="3305175"/>
            <a:ext cx="2247900" cy="1638300"/>
          </a:xfrm>
          <a:prstGeom xmlns:a="http://schemas.openxmlformats.org/drawingml/2006/main" prst="roundRect">
            <a:avLst>
              <a:gd name="adj" fmla="val 4651"/>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8" name="Google Shape;168;p5">
            <a:extLst xmlns:a="http://schemas.openxmlformats.org/drawingml/2006/main">
              <a:ext uri="{FF2B5EF4-FFF2-40B4-BE49-F238E27FC236}">
                <a16:creationId xmlns:a16="http://schemas.microsoft.com/office/drawing/2014/main" id="{2D9E15CC-367D-41B2-B9DC-F98CA68D0E9C}"/>
              </a:ext>
            </a:extLst>
          </p:cNvPr>
          <p:cNvSpPr>
            <a:spLocks xmlns:a="http://schemas.openxmlformats.org/drawingml/2006/main" noGrp="1"/>
          </p:cNvSpPr>
          <p:nvPr/>
        </p:nvSpPr>
        <p:spPr>
          <a:xfrm xmlns:a="http://schemas.openxmlformats.org/drawingml/2006/main">
            <a:off x="3419475" y="3429000"/>
            <a:ext cx="381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02</a:t>
            </a:r>
            <a:endParaRPr/>
          </a:p>
        </p:txBody>
      </p:sp>
      <p:sp>
        <p:nvSpPr>
          <p:cNvPr id="169" name="Google Shape;169;p5">
            <a:extLst xmlns:a="http://schemas.openxmlformats.org/drawingml/2006/main">
              <a:ext uri="{FF2B5EF4-FFF2-40B4-BE49-F238E27FC236}">
                <a16:creationId xmlns:a16="http://schemas.microsoft.com/office/drawing/2014/main" id="{0AF77493-7006-4EF2-A818-07268E157D29}"/>
              </a:ext>
            </a:extLst>
          </p:cNvPr>
          <p:cNvSpPr>
            <a:spLocks xmlns:a="http://schemas.openxmlformats.org/drawingml/2006/main" noGrp="1"/>
          </p:cNvSpPr>
          <p:nvPr/>
        </p:nvSpPr>
        <p:spPr>
          <a:xfrm xmlns:a="http://schemas.openxmlformats.org/drawingml/2006/main">
            <a:off x="3419475" y="3714750"/>
            <a:ext cx="19240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Preserve decision lineage</a:t>
            </a:r>
            <a:endParaRPr/>
          </a:p>
        </p:txBody>
      </p:sp>
      <p:sp>
        <p:nvSpPr>
          <p:cNvPr id="170" name="Google Shape;170;p5">
            <a:extLst xmlns:a="http://schemas.openxmlformats.org/drawingml/2006/main">
              <a:ext uri="{FF2B5EF4-FFF2-40B4-BE49-F238E27FC236}">
                <a16:creationId xmlns:a16="http://schemas.microsoft.com/office/drawing/2014/main" id="{2A0D6F9E-1BF4-45AF-90AE-D47D436584CA}"/>
              </a:ext>
            </a:extLst>
          </p:cNvPr>
          <p:cNvSpPr>
            <a:spLocks xmlns:a="http://schemas.openxmlformats.org/drawingml/2006/main" noGrp="1"/>
          </p:cNvSpPr>
          <p:nvPr/>
        </p:nvSpPr>
        <p:spPr>
          <a:xfrm xmlns:a="http://schemas.openxmlformats.org/drawingml/2006/main">
            <a:off x="3419475" y="4133850"/>
            <a:ext cx="192405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Maintain source-to-requirement-to-story traceability across every stage.</a:t>
            </a:r>
            <a:endParaRPr/>
          </a:p>
        </p:txBody>
      </p:sp>
      <p:sp>
        <p:nvSpPr>
          <p:cNvPr id="171" name="Google Shape;171;p5">
            <a:extLst xmlns:a="http://schemas.openxmlformats.org/drawingml/2006/main">
              <a:ext uri="{FF2B5EF4-FFF2-40B4-BE49-F238E27FC236}">
                <a16:creationId xmlns:a16="http://schemas.microsoft.com/office/drawing/2014/main" id="{A6D62EE5-E362-4DD5-89E4-CCB6441572FA}"/>
              </a:ext>
            </a:extLst>
          </p:cNvPr>
          <p:cNvSpPr>
            <a:spLocks xmlns:a="http://schemas.openxmlformats.org/drawingml/2006/main" noGrp="1"/>
          </p:cNvSpPr>
          <p:nvPr/>
        </p:nvSpPr>
        <p:spPr>
          <a:xfrm xmlns:a="http://schemas.openxmlformats.org/drawingml/2006/main">
            <a:off x="5734050" y="3305175"/>
            <a:ext cx="2247900"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2" name="Google Shape;172;p5">
            <a:extLst xmlns:a="http://schemas.openxmlformats.org/drawingml/2006/main">
              <a:ext uri="{FF2B5EF4-FFF2-40B4-BE49-F238E27FC236}">
                <a16:creationId xmlns:a16="http://schemas.microsoft.com/office/drawing/2014/main" id="{62A90E8F-8053-4DD4-8EF5-A6D3086ECC78}"/>
              </a:ext>
            </a:extLst>
          </p:cNvPr>
          <p:cNvSpPr>
            <a:spLocks xmlns:a="http://schemas.openxmlformats.org/drawingml/2006/main" noGrp="1"/>
          </p:cNvSpPr>
          <p:nvPr/>
        </p:nvSpPr>
        <p:spPr>
          <a:xfrm xmlns:a="http://schemas.openxmlformats.org/drawingml/2006/main">
            <a:off x="5895975" y="3429000"/>
            <a:ext cx="381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00"/>
              <a:buFont typeface="Arial"/>
              <a:buNone/>
            </a:pPr>
            <a:r>
              <a:rPr sz="900" b="1">
                <a:solidFill>
                  <a:srgbClr val="666B70"/>
                </a:solidFill>
              </a:rPr>
              <a:t>03</a:t>
            </a:r>
            <a:endParaRPr/>
          </a:p>
        </p:txBody>
      </p:sp>
      <p:sp>
        <p:nvSpPr>
          <p:cNvPr id="173" name="Google Shape;173;p5">
            <a:extLst xmlns:a="http://schemas.openxmlformats.org/drawingml/2006/main">
              <a:ext uri="{FF2B5EF4-FFF2-40B4-BE49-F238E27FC236}">
                <a16:creationId xmlns:a16="http://schemas.microsoft.com/office/drawing/2014/main" id="{FE45B6FE-8CD7-44A8-B6D3-A201ED4CD604}"/>
              </a:ext>
            </a:extLst>
          </p:cNvPr>
          <p:cNvSpPr>
            <a:spLocks xmlns:a="http://schemas.openxmlformats.org/drawingml/2006/main" noGrp="1"/>
          </p:cNvSpPr>
          <p:nvPr/>
        </p:nvSpPr>
        <p:spPr>
          <a:xfrm xmlns:a="http://schemas.openxmlformats.org/drawingml/2006/main">
            <a:off x="5895975" y="3714750"/>
            <a:ext cx="19240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Increase delivery confidence</a:t>
            </a:r>
            <a:endParaRPr/>
          </a:p>
        </p:txBody>
      </p:sp>
      <p:sp>
        <p:nvSpPr>
          <p:cNvPr id="174" name="Google Shape;174;p5">
            <a:extLst xmlns:a="http://schemas.openxmlformats.org/drawingml/2006/main">
              <a:ext uri="{FF2B5EF4-FFF2-40B4-BE49-F238E27FC236}">
                <a16:creationId xmlns:a16="http://schemas.microsoft.com/office/drawing/2014/main" id="{CE4C1743-EC81-488B-B895-46FDA3FF2852}"/>
              </a:ext>
            </a:extLst>
          </p:cNvPr>
          <p:cNvSpPr>
            <a:spLocks xmlns:a="http://schemas.openxmlformats.org/drawingml/2006/main" noGrp="1"/>
          </p:cNvSpPr>
          <p:nvPr/>
        </p:nvSpPr>
        <p:spPr>
          <a:xfrm xmlns:a="http://schemas.openxmlformats.org/drawingml/2006/main">
            <a:off x="5895975" y="4133850"/>
            <a:ext cx="192405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Release only reconciled artifacts that satisfy deterministic and semantic controls.</a:t>
            </a:r>
            <a:endParaRPr/>
          </a:p>
        </p:txBody>
      </p:sp>
      <p:sp>
        <p:nvSpPr>
          <p:cNvPr id="175" name="Google Shape;175;p5">
            <a:extLst xmlns:a="http://schemas.openxmlformats.org/drawingml/2006/main">
              <a:ext uri="{FF2B5EF4-FFF2-40B4-BE49-F238E27FC236}">
                <a16:creationId xmlns:a16="http://schemas.microsoft.com/office/drawing/2014/main" id="{00155A84-E143-4131-B0D3-5A751F9582DD}"/>
              </a:ext>
            </a:extLst>
          </p:cNvPr>
          <p:cNvSpPr>
            <a:spLocks xmlns:a="http://schemas.openxmlformats.org/drawingml/2006/main" noGrp="1"/>
          </p:cNvSpPr>
          <p:nvPr/>
        </p:nvSpPr>
        <p:spPr>
          <a:xfrm xmlns:a="http://schemas.openxmlformats.org/drawingml/2006/main">
            <a:off x="8248650" y="2962275"/>
            <a:ext cx="3181350" cy="1809750"/>
          </a:xfrm>
          <a:prstGeom xmlns:a="http://schemas.openxmlformats.org/drawingml/2006/main" prst="roundRect">
            <a:avLst>
              <a:gd name="adj" fmla="val 4211"/>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6" name="Google Shape;176;p5">
            <a:extLst xmlns:a="http://schemas.openxmlformats.org/drawingml/2006/main">
              <a:ext uri="{FF2B5EF4-FFF2-40B4-BE49-F238E27FC236}">
                <a16:creationId xmlns:a16="http://schemas.microsoft.com/office/drawing/2014/main" id="{E9CBE4D2-9727-4950-817F-1B8EAC1C250E}"/>
              </a:ext>
            </a:extLst>
          </p:cNvPr>
          <p:cNvSpPr>
            <a:spLocks xmlns:a="http://schemas.openxmlformats.org/drawingml/2006/main" noGrp="1"/>
          </p:cNvSpPr>
          <p:nvPr/>
        </p:nvSpPr>
        <p:spPr>
          <a:xfrm xmlns:a="http://schemas.openxmlformats.org/drawingml/2006/main">
            <a:off x="8439150" y="3124200"/>
            <a:ext cx="28003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MEASURABLE SUCCESS</a:t>
            </a:r>
            <a:endParaRPr/>
          </a:p>
        </p:txBody>
      </p:sp>
      <p:sp>
        <p:nvSpPr>
          <p:cNvPr id="177" name="Google Shape;177;p5">
            <a:extLst xmlns:a="http://schemas.openxmlformats.org/drawingml/2006/main">
              <a:ext uri="{FF2B5EF4-FFF2-40B4-BE49-F238E27FC236}">
                <a16:creationId xmlns:a16="http://schemas.microsoft.com/office/drawing/2014/main" id="{EEB3816D-C1AF-46DD-B9DC-0D8EB058CC34}"/>
              </a:ext>
            </a:extLst>
          </p:cNvPr>
          <p:cNvSpPr>
            <a:spLocks xmlns:a="http://schemas.openxmlformats.org/drawingml/2006/main" noGrp="1"/>
          </p:cNvSpPr>
          <p:nvPr/>
        </p:nvSpPr>
        <p:spPr>
          <a:xfrm xmlns:a="http://schemas.openxmlformats.org/drawingml/2006/main">
            <a:off x="8439150" y="3419475"/>
            <a:ext cx="1219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575"/>
              <a:buFont typeface="Arial"/>
              <a:buNone/>
            </a:pPr>
            <a:r>
              <a:rPr sz="1575" b="1">
                <a:solidFill>
                  <a:srgbClr val="2F6F57"/>
                </a:solidFill>
              </a:rPr>
              <a:t>100%</a:t>
            </a:r>
            <a:endParaRPr/>
          </a:p>
        </p:txBody>
      </p:sp>
      <p:sp>
        <p:nvSpPr>
          <p:cNvPr id="178" name="Google Shape;178;p5">
            <a:extLst xmlns:a="http://schemas.openxmlformats.org/drawingml/2006/main">
              <a:ext uri="{FF2B5EF4-FFF2-40B4-BE49-F238E27FC236}">
                <a16:creationId xmlns:a16="http://schemas.microsoft.com/office/drawing/2014/main" id="{0EBAA89D-8074-4EEF-A563-CB8104AC646B}"/>
              </a:ext>
            </a:extLst>
          </p:cNvPr>
          <p:cNvSpPr>
            <a:spLocks xmlns:a="http://schemas.openxmlformats.org/drawingml/2006/main" noGrp="1"/>
          </p:cNvSpPr>
          <p:nvPr/>
        </p:nvSpPr>
        <p:spPr>
          <a:xfrm xmlns:a="http://schemas.openxmlformats.org/drawingml/2006/main">
            <a:off x="8439150" y="3686175"/>
            <a:ext cx="12192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governed ID reconciliation</a:t>
            </a:r>
            <a:endParaRPr/>
          </a:p>
        </p:txBody>
      </p:sp>
      <p:sp>
        <p:nvSpPr>
          <p:cNvPr id="179" name="Google Shape;179;p5">
            <a:extLst xmlns:a="http://schemas.openxmlformats.org/drawingml/2006/main">
              <a:ext uri="{FF2B5EF4-FFF2-40B4-BE49-F238E27FC236}">
                <a16:creationId xmlns:a16="http://schemas.microsoft.com/office/drawing/2014/main" id="{DDD3E91F-AB97-4BC5-BE3A-D0DF55A59363}"/>
              </a:ext>
            </a:extLst>
          </p:cNvPr>
          <p:cNvSpPr>
            <a:spLocks xmlns:a="http://schemas.openxmlformats.org/drawingml/2006/main" noGrp="1"/>
          </p:cNvSpPr>
          <p:nvPr/>
        </p:nvSpPr>
        <p:spPr>
          <a:xfrm xmlns:a="http://schemas.openxmlformats.org/drawingml/2006/main">
            <a:off x="9829800" y="3419475"/>
            <a:ext cx="1219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575"/>
              <a:buFont typeface="Arial"/>
              <a:buNone/>
            </a:pPr>
            <a:r>
              <a:rPr sz="1575" b="1">
                <a:solidFill>
                  <a:srgbClr val="2F6F57"/>
                </a:solidFill>
              </a:rPr>
              <a:t>0</a:t>
            </a:r>
            <a:endParaRPr/>
          </a:p>
        </p:txBody>
      </p:sp>
      <p:sp>
        <p:nvSpPr>
          <p:cNvPr id="180" name="Google Shape;180;p5">
            <a:extLst xmlns:a="http://schemas.openxmlformats.org/drawingml/2006/main">
              <a:ext uri="{FF2B5EF4-FFF2-40B4-BE49-F238E27FC236}">
                <a16:creationId xmlns:a16="http://schemas.microsoft.com/office/drawing/2014/main" id="{03CF58E3-6FFE-40AB-B474-C9DC7D9F9777}"/>
              </a:ext>
            </a:extLst>
          </p:cNvPr>
          <p:cNvSpPr>
            <a:spLocks xmlns:a="http://schemas.openxmlformats.org/drawingml/2006/main" noGrp="1"/>
          </p:cNvSpPr>
          <p:nvPr/>
        </p:nvSpPr>
        <p:spPr>
          <a:xfrm xmlns:a="http://schemas.openxmlformats.org/drawingml/2006/main">
            <a:off x="9829800" y="3686175"/>
            <a:ext cx="12192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orphaned delivery records</a:t>
            </a:r>
            <a:endParaRPr/>
          </a:p>
        </p:txBody>
      </p:sp>
      <p:sp>
        <p:nvSpPr>
          <p:cNvPr id="181" name="Google Shape;181;p5">
            <a:extLst xmlns:a="http://schemas.openxmlformats.org/drawingml/2006/main">
              <a:ext uri="{FF2B5EF4-FFF2-40B4-BE49-F238E27FC236}">
                <a16:creationId xmlns:a16="http://schemas.microsoft.com/office/drawing/2014/main" id="{04AB9053-2364-4A46-9557-605AEC668FC4}"/>
              </a:ext>
            </a:extLst>
          </p:cNvPr>
          <p:cNvSpPr>
            <a:spLocks xmlns:a="http://schemas.openxmlformats.org/drawingml/2006/main" noGrp="1"/>
          </p:cNvSpPr>
          <p:nvPr/>
        </p:nvSpPr>
        <p:spPr>
          <a:xfrm xmlns:a="http://schemas.openxmlformats.org/drawingml/2006/main">
            <a:off x="8439150" y="4076700"/>
            <a:ext cx="1219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575"/>
              <a:buFont typeface="Arial"/>
              <a:buNone/>
            </a:pPr>
            <a:r>
              <a:rPr sz="1575" b="1">
                <a:solidFill>
                  <a:srgbClr val="2F6F57"/>
                </a:solidFill>
              </a:rPr>
              <a:t>11/11</a:t>
            </a:r>
            <a:endParaRPr/>
          </a:p>
        </p:txBody>
      </p:sp>
      <p:sp>
        <p:nvSpPr>
          <p:cNvPr id="182" name="Google Shape;182;p5">
            <a:extLst xmlns:a="http://schemas.openxmlformats.org/drawingml/2006/main">
              <a:ext uri="{FF2B5EF4-FFF2-40B4-BE49-F238E27FC236}">
                <a16:creationId xmlns:a16="http://schemas.microsoft.com/office/drawing/2014/main" id="{71AC4079-5F1E-4BDE-83C1-60F1BC327FD1}"/>
              </a:ext>
            </a:extLst>
          </p:cNvPr>
          <p:cNvSpPr>
            <a:spLocks xmlns:a="http://schemas.openxmlformats.org/drawingml/2006/main" noGrp="1"/>
          </p:cNvSpPr>
          <p:nvPr/>
        </p:nvSpPr>
        <p:spPr>
          <a:xfrm xmlns:a="http://schemas.openxmlformats.org/drawingml/2006/main">
            <a:off x="8439150" y="4343400"/>
            <a:ext cx="12192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stories with sizing guidance</a:t>
            </a:r>
            <a:endParaRPr/>
          </a:p>
        </p:txBody>
      </p:sp>
      <p:sp>
        <p:nvSpPr>
          <p:cNvPr id="183" name="Google Shape;183;p5">
            <a:extLst xmlns:a="http://schemas.openxmlformats.org/drawingml/2006/main">
              <a:ext uri="{FF2B5EF4-FFF2-40B4-BE49-F238E27FC236}">
                <a16:creationId xmlns:a16="http://schemas.microsoft.com/office/drawing/2014/main" id="{2EBC8AF2-A473-47B0-B65F-E2294A1745E2}"/>
              </a:ext>
            </a:extLst>
          </p:cNvPr>
          <p:cNvSpPr>
            <a:spLocks xmlns:a="http://schemas.openxmlformats.org/drawingml/2006/main" noGrp="1"/>
          </p:cNvSpPr>
          <p:nvPr/>
        </p:nvSpPr>
        <p:spPr>
          <a:xfrm xmlns:a="http://schemas.openxmlformats.org/drawingml/2006/main">
            <a:off x="9829800" y="4076700"/>
            <a:ext cx="1219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575"/>
              <a:buFont typeface="Arial"/>
              <a:buNone/>
            </a:pPr>
            <a:r>
              <a:rPr sz="1575" b="1">
                <a:solidFill>
                  <a:srgbClr val="2F6F57"/>
                </a:solidFill>
              </a:rPr>
              <a:t>3</a:t>
            </a:r>
            <a:endParaRPr/>
          </a:p>
        </p:txBody>
      </p:sp>
      <p:sp>
        <p:nvSpPr>
          <p:cNvPr id="184" name="Google Shape;184;p5">
            <a:extLst xmlns:a="http://schemas.openxmlformats.org/drawingml/2006/main">
              <a:ext uri="{FF2B5EF4-FFF2-40B4-BE49-F238E27FC236}">
                <a16:creationId xmlns:a16="http://schemas.microsoft.com/office/drawing/2014/main" id="{3BC91FEF-596E-4017-871F-C37A5535A704}"/>
              </a:ext>
            </a:extLst>
          </p:cNvPr>
          <p:cNvSpPr>
            <a:spLocks xmlns:a="http://schemas.openxmlformats.org/drawingml/2006/main" noGrp="1"/>
          </p:cNvSpPr>
          <p:nvPr/>
        </p:nvSpPr>
        <p:spPr>
          <a:xfrm xmlns:a="http://schemas.openxmlformats.org/drawingml/2006/main">
            <a:off x="9829800" y="4343400"/>
            <a:ext cx="12192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validated planning artifacts</a:t>
            </a:r>
            <a:endParaRPr/>
          </a:p>
        </p:txBody>
      </p:sp>
      <p:sp>
        <p:nvSpPr>
          <p:cNvPr id="185" name="Google Shape;185;p5">
            <a:extLst xmlns:a="http://schemas.openxmlformats.org/drawingml/2006/main">
              <a:ext uri="{FF2B5EF4-FFF2-40B4-BE49-F238E27FC236}">
                <a16:creationId xmlns:a16="http://schemas.microsoft.com/office/drawing/2014/main" id="{35AFB41A-4228-42FB-A5F0-6BC8F256308E}"/>
              </a:ext>
            </a:extLst>
          </p:cNvPr>
          <p:cNvSpPr>
            <a:spLocks xmlns:a="http://schemas.openxmlformats.org/drawingml/2006/main" noGrp="1"/>
          </p:cNvSpPr>
          <p:nvPr/>
        </p:nvSpPr>
        <p:spPr>
          <a:xfrm xmlns:a="http://schemas.openxmlformats.org/drawingml/2006/main">
            <a:off x="781050" y="5095875"/>
            <a:ext cx="5143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6" name="Google Shape;186;p5">
            <a:extLst xmlns:a="http://schemas.openxmlformats.org/drawingml/2006/main">
              <a:ext uri="{FF2B5EF4-FFF2-40B4-BE49-F238E27FC236}">
                <a16:creationId xmlns:a16="http://schemas.microsoft.com/office/drawing/2014/main" id="{F2E2FF36-A680-45A5-AC59-B8D075733C78}"/>
              </a:ext>
            </a:extLst>
          </p:cNvPr>
          <p:cNvSpPr>
            <a:spLocks xmlns:a="http://schemas.openxmlformats.org/drawingml/2006/main" noGrp="1"/>
          </p:cNvSpPr>
          <p:nvPr/>
        </p:nvSpPr>
        <p:spPr>
          <a:xfrm xmlns:a="http://schemas.openxmlformats.org/drawingml/2006/main">
            <a:off x="971550" y="5219700"/>
            <a:ext cx="1047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IN SCOPE</a:t>
            </a:r>
            <a:endParaRPr/>
          </a:p>
        </p:txBody>
      </p:sp>
      <p:sp>
        <p:nvSpPr>
          <p:cNvPr id="187" name="Google Shape;187;p5">
            <a:extLst xmlns:a="http://schemas.openxmlformats.org/drawingml/2006/main">
              <a:ext uri="{FF2B5EF4-FFF2-40B4-BE49-F238E27FC236}">
                <a16:creationId xmlns:a16="http://schemas.microsoft.com/office/drawing/2014/main" id="{7E9E8327-9661-4E3B-BCD0-2D9DFBB74B59}"/>
              </a:ext>
            </a:extLst>
          </p:cNvPr>
          <p:cNvSpPr>
            <a:spLocks xmlns:a="http://schemas.openxmlformats.org/drawingml/2006/main" noGrp="1"/>
          </p:cNvSpPr>
          <p:nvPr/>
        </p:nvSpPr>
        <p:spPr>
          <a:xfrm xmlns:a="http://schemas.openxmlformats.org/drawingml/2006/main">
            <a:off x="971550" y="5495925"/>
            <a:ext cx="476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Evidence intake · requirement extraction · gap analysis · approval · PRD · stories · validation · sizing · export</a:t>
            </a:r>
            <a:endParaRPr/>
          </a:p>
        </p:txBody>
      </p:sp>
      <p:sp>
        <p:nvSpPr>
          <p:cNvPr id="188" name="Google Shape;188;p5">
            <a:extLst xmlns:a="http://schemas.openxmlformats.org/drawingml/2006/main">
              <a:ext uri="{FF2B5EF4-FFF2-40B4-BE49-F238E27FC236}">
                <a16:creationId xmlns:a16="http://schemas.microsoft.com/office/drawing/2014/main" id="{31902DA5-6575-430F-B763-9A1A9B933F4F}"/>
              </a:ext>
            </a:extLst>
          </p:cNvPr>
          <p:cNvSpPr>
            <a:spLocks xmlns:a="http://schemas.openxmlformats.org/drawingml/2006/main" noGrp="1"/>
          </p:cNvSpPr>
          <p:nvPr/>
        </p:nvSpPr>
        <p:spPr>
          <a:xfrm xmlns:a="http://schemas.openxmlformats.org/drawingml/2006/main">
            <a:off x="6191250" y="5095875"/>
            <a:ext cx="5238750" cy="1066800"/>
          </a:xfrm>
          <a:prstGeom xmlns:a="http://schemas.openxmlformats.org/drawingml/2006/main" prst="roundRect">
            <a:avLst>
              <a:gd name="adj" fmla="val 7143"/>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9" name="Google Shape;189;p5">
            <a:extLst xmlns:a="http://schemas.openxmlformats.org/drawingml/2006/main">
              <a:ext uri="{FF2B5EF4-FFF2-40B4-BE49-F238E27FC236}">
                <a16:creationId xmlns:a16="http://schemas.microsoft.com/office/drawing/2014/main" id="{D67F1C0B-DCBD-4B4E-A64B-C6CDDC6DB2EA}"/>
              </a:ext>
            </a:extLst>
          </p:cNvPr>
          <p:cNvSpPr>
            <a:spLocks xmlns:a="http://schemas.openxmlformats.org/drawingml/2006/main" noGrp="1"/>
          </p:cNvSpPr>
          <p:nvPr/>
        </p:nvSpPr>
        <p:spPr>
          <a:xfrm xmlns:a="http://schemas.openxmlformats.org/drawingml/2006/main">
            <a:off x="6381750" y="5219700"/>
            <a:ext cx="1428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OUT OF SCOPE</a:t>
            </a:r>
            <a:endParaRPr/>
          </a:p>
        </p:txBody>
      </p:sp>
      <p:sp>
        <p:nvSpPr>
          <p:cNvPr id="190" name="Google Shape;190;p5">
            <a:extLst xmlns:a="http://schemas.openxmlformats.org/drawingml/2006/main">
              <a:ext uri="{FF2B5EF4-FFF2-40B4-BE49-F238E27FC236}">
                <a16:creationId xmlns:a16="http://schemas.microsoft.com/office/drawing/2014/main" id="{55ADF3B0-2457-40B2-ACF7-B5621606DE0C}"/>
              </a:ext>
            </a:extLst>
          </p:cNvPr>
          <p:cNvSpPr>
            <a:spLocks xmlns:a="http://schemas.openxmlformats.org/drawingml/2006/main" noGrp="1"/>
          </p:cNvSpPr>
          <p:nvPr/>
        </p:nvSpPr>
        <p:spPr>
          <a:xfrm xmlns:a="http://schemas.openxmlformats.org/drawingml/2006/main">
            <a:off x="6381750" y="5495925"/>
            <a:ext cx="48577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Autonomous product decisions · automatic production triggers · engineering estimates as commitments · source-system replacement</a:t>
            </a:r>
            <a:endParaRPr/>
          </a:p>
        </p:txBody>
      </p:sp>
      <p:sp>
        <p:nvSpPr>
          <p:cNvPr id="191" name="Google Shape;191;p5">
            <a:extLst xmlns:a="http://schemas.openxmlformats.org/drawingml/2006/main">
              <a:ext uri="{FF2B5EF4-FFF2-40B4-BE49-F238E27FC236}">
                <a16:creationId xmlns:a16="http://schemas.microsoft.com/office/drawing/2014/main" id="{C07D1FEA-B001-4E4E-831F-FC239A1A471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2" name="Google Shape;192;p5">
            <a:extLst xmlns:a="http://schemas.openxmlformats.org/drawingml/2006/main">
              <a:ext uri="{FF2B5EF4-FFF2-40B4-BE49-F238E27FC236}">
                <a16:creationId xmlns:a16="http://schemas.microsoft.com/office/drawing/2014/main" id="{AF82010D-FF59-48B0-8C9E-AE5D226662BB}"/>
              </a:ext>
            </a:extLst>
          </p:cNvPr>
          <p:cNvSpPr>
            <a:spLocks xmlns:a="http://schemas.openxmlformats.org/drawingml/2006/main" noGrp="1"/>
          </p:cNvSpPr>
          <p:nvPr/>
        </p:nvSpPr>
        <p:spPr>
          <a:xfrm xmlns:a="http://schemas.openxmlformats.org/drawingml/2006/main">
            <a:off x="781050" y="6572250"/>
            <a:ext cx="106489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75"/>
              <a:buFont typeface="Arial"/>
              <a:buNone/>
            </a:pPr>
            <a:r>
              <a:rPr sz="975" b="1">
                <a:solidFill>
                  <a:srgbClr val="FFFFFF"/>
                </a:solidFill>
              </a:rPr>
              <a:t>A bounded charter protects both delivery speed and decision accountability.</a:t>
            </a:r>
            <a:endParaRPr/>
          </a:p>
        </p:txBody>
      </p:sp>
    </p:spTree>
    <p:extLst>
      <p:ext uri="{BB962C8B-B14F-4D97-AF65-F5344CB8AC3E}">
        <p14:creationId xmlns:p14="http://schemas.microsoft.com/office/powerpoint/2010/main" val="2082888591"/>
      </p:ext>
    </p:extLst>
  </p:cSld>
</p:sld>
</file>

<file path=ppt/slides/slide6.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98" name="Google Shape;198;p6">
            <a:extLst xmlns:a="http://schemas.openxmlformats.org/drawingml/2006/main">
              <a:ext uri="{FF2B5EF4-FFF2-40B4-BE49-F238E27FC236}">
                <a16:creationId xmlns:a16="http://schemas.microsoft.com/office/drawing/2014/main" id="{4BA652EF-70DE-45BF-A7AA-DF179BAB3B3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9" name="Google Shape;199;p6">
            <a:extLst xmlns:a="http://schemas.openxmlformats.org/drawingml/2006/main">
              <a:ext uri="{FF2B5EF4-FFF2-40B4-BE49-F238E27FC236}">
                <a16:creationId xmlns:a16="http://schemas.microsoft.com/office/drawing/2014/main" id="{07FF03AD-5713-4374-A61F-FBE2CA8AA13D}"/>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 name="Google Shape;200;p6">
            <a:extLst xmlns:a="http://schemas.openxmlformats.org/drawingml/2006/main">
              <a:ext uri="{FF2B5EF4-FFF2-40B4-BE49-F238E27FC236}">
                <a16:creationId xmlns:a16="http://schemas.microsoft.com/office/drawing/2014/main" id="{2AEFD76A-EC4F-4AFA-80C9-89A363CAF903}"/>
              </a:ext>
            </a:extLst>
          </p:cNvPr>
          <p:cNvSpPr>
            <a:spLocks xmlns:a="http://schemas.openxmlformats.org/drawingml/2006/main" noGrp="1"/>
          </p:cNvSpPr>
          <p:nvPr/>
        </p:nvSpPr>
        <p:spPr>
          <a:xfrm xmlns:a="http://schemas.openxmlformats.org/drawingml/2006/main">
            <a:off x="781050" y="552450"/>
            <a:ext cx="495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06  ·  GOVERNANCE &amp; ROLLOUT</a:t>
            </a:r>
            <a:endParaRPr/>
          </a:p>
        </p:txBody>
      </p:sp>
      <p:sp>
        <p:nvSpPr>
          <p:cNvPr id="201" name="Google Shape;201;p6">
            <a:extLst xmlns:a="http://schemas.openxmlformats.org/drawingml/2006/main">
              <a:ext uri="{FF2B5EF4-FFF2-40B4-BE49-F238E27FC236}">
                <a16:creationId xmlns:a16="http://schemas.microsoft.com/office/drawing/2014/main" id="{3C3CDCB9-2724-4D2F-8DE4-6387F316D0E5}"/>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Delivery is governed through ownership, stages, and rollout controls</a:t>
            </a:r>
            <a:endParaRPr/>
          </a:p>
        </p:txBody>
      </p:sp>
      <p:sp>
        <p:nvSpPr>
          <p:cNvPr id="202" name="Google Shape;202;p6">
            <a:extLst xmlns:a="http://schemas.openxmlformats.org/drawingml/2006/main">
              <a:ext uri="{FF2B5EF4-FFF2-40B4-BE49-F238E27FC236}">
                <a16:creationId xmlns:a16="http://schemas.microsoft.com/office/drawing/2014/main" id="{C13DEEAD-4372-437D-86D9-ADAF158991DB}"/>
              </a:ext>
            </a:extLst>
          </p:cNvPr>
          <p:cNvSpPr>
            <a:spLocks xmlns:a="http://schemas.openxmlformats.org/drawingml/2006/main" noGrp="1"/>
          </p:cNvSpPr>
          <p:nvPr/>
        </p:nvSpPr>
        <p:spPr>
          <a:xfrm xmlns:a="http://schemas.openxmlformats.org/drawingml/2006/main">
            <a:off x="781050" y="1724025"/>
            <a:ext cx="106489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The program moves from discovery to controlled operation without bypassing human approval or evidence validation.</a:t>
            </a:r>
            <a:endParaRPr/>
          </a:p>
        </p:txBody>
      </p:sp>
      <p:sp>
        <p:nvSpPr>
          <p:cNvPr id="203" name="Google Shape;203;p6">
            <a:extLst xmlns:a="http://schemas.openxmlformats.org/drawingml/2006/main">
              <a:ext uri="{FF2B5EF4-FFF2-40B4-BE49-F238E27FC236}">
                <a16:creationId xmlns:a16="http://schemas.microsoft.com/office/drawing/2014/main" id="{46713FA9-18B4-40B9-959C-964B272F82CB}"/>
              </a:ext>
            </a:extLst>
          </p:cNvPr>
          <p:cNvSpPr>
            <a:spLocks xmlns:a="http://schemas.openxmlformats.org/drawingml/2006/main" noGrp="1"/>
          </p:cNvSpPr>
          <p:nvPr/>
        </p:nvSpPr>
        <p:spPr>
          <a:xfrm xmlns:a="http://schemas.openxmlformats.org/drawingml/2006/main">
            <a:off x="781050" y="2276475"/>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PHASED DELIVERY PLAN</a:t>
            </a:r>
            <a:endParaRPr/>
          </a:p>
        </p:txBody>
      </p:sp>
      <p:sp>
        <p:nvSpPr>
          <p:cNvPr id="204" name="Google Shape;204;p6">
            <a:extLst xmlns:a="http://schemas.openxmlformats.org/drawingml/2006/main">
              <a:ext uri="{FF2B5EF4-FFF2-40B4-BE49-F238E27FC236}">
                <a16:creationId xmlns:a16="http://schemas.microsoft.com/office/drawing/2014/main" id="{3A260EB8-2C7C-4FBC-B1AA-14D2A6EFC5F8}"/>
              </a:ext>
            </a:extLst>
          </p:cNvPr>
          <p:cNvSpPr>
            <a:spLocks xmlns:a="http://schemas.openxmlformats.org/drawingml/2006/main" noGrp="1"/>
          </p:cNvSpPr>
          <p:nvPr/>
        </p:nvSpPr>
        <p:spPr>
          <a:xfrm xmlns:a="http://schemas.openxmlformats.org/drawingml/2006/main">
            <a:off x="1285875" y="3000375"/>
            <a:ext cx="9620250" cy="3810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5" name="Google Shape;205;p6">
            <a:extLst xmlns:a="http://schemas.openxmlformats.org/drawingml/2006/main">
              <a:ext uri="{FF2B5EF4-FFF2-40B4-BE49-F238E27FC236}">
                <a16:creationId xmlns:a16="http://schemas.microsoft.com/office/drawing/2014/main" id="{42CB9FB8-714E-4320-9470-3CA2B18E1DCF}"/>
              </a:ext>
            </a:extLst>
          </p:cNvPr>
          <p:cNvSpPr>
            <a:spLocks xmlns:a="http://schemas.openxmlformats.org/drawingml/2006/main" noGrp="1"/>
          </p:cNvSpPr>
          <p:nvPr/>
        </p:nvSpPr>
        <p:spPr>
          <a:xfrm xmlns:a="http://schemas.openxmlformats.org/drawingml/2006/main">
            <a:off x="1638300" y="2838450"/>
            <a:ext cx="361950" cy="361950"/>
          </a:xfrm>
          <a:prstGeom xmlns:a="http://schemas.openxmlformats.org/drawingml/2006/main" prst="roundRect">
            <a:avLst>
              <a:gd name="adj" fmla="val 21053"/>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6" name="Google Shape;206;p6">
            <a:extLst xmlns:a="http://schemas.openxmlformats.org/drawingml/2006/main">
              <a:ext uri="{FF2B5EF4-FFF2-40B4-BE49-F238E27FC236}">
                <a16:creationId xmlns:a16="http://schemas.microsoft.com/office/drawing/2014/main" id="{9252845B-3E3A-439C-8403-2E7CBF7FBBF8}"/>
              </a:ext>
            </a:extLst>
          </p:cNvPr>
          <p:cNvSpPr>
            <a:spLocks xmlns:a="http://schemas.openxmlformats.org/drawingml/2006/main" noGrp="1"/>
          </p:cNvSpPr>
          <p:nvPr/>
        </p:nvSpPr>
        <p:spPr>
          <a:xfrm xmlns:a="http://schemas.openxmlformats.org/drawingml/2006/main">
            <a:off x="1638300" y="2847975"/>
            <a:ext cx="3619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00"/>
              <a:buFont typeface="Arial"/>
              <a:buNone/>
            </a:pPr>
            <a:r>
              <a:rPr sz="900" b="1">
                <a:solidFill>
                  <a:srgbClr val="FFFFFF"/>
                </a:solidFill>
              </a:rPr>
              <a:t>01</a:t>
            </a:r>
            <a:endParaRPr/>
          </a:p>
        </p:txBody>
      </p:sp>
      <p:sp>
        <p:nvSpPr>
          <p:cNvPr id="207" name="Google Shape;207;p6">
            <a:extLst xmlns:a="http://schemas.openxmlformats.org/drawingml/2006/main">
              <a:ext uri="{FF2B5EF4-FFF2-40B4-BE49-F238E27FC236}">
                <a16:creationId xmlns:a16="http://schemas.microsoft.com/office/drawing/2014/main" id="{B93567FE-8872-48DC-BB89-E89C04F29DD2}"/>
              </a:ext>
            </a:extLst>
          </p:cNvPr>
          <p:cNvSpPr>
            <a:spLocks xmlns:a="http://schemas.openxmlformats.org/drawingml/2006/main" noGrp="1"/>
          </p:cNvSpPr>
          <p:nvPr/>
        </p:nvSpPr>
        <p:spPr>
          <a:xfrm xmlns:a="http://schemas.openxmlformats.org/drawingml/2006/main">
            <a:off x="781050" y="3286125"/>
            <a:ext cx="2076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050"/>
              <a:buFont typeface="Arial"/>
              <a:buNone/>
            </a:pPr>
            <a:r>
              <a:rPr sz="1050" b="1">
                <a:solidFill>
                  <a:srgbClr val="B85042"/>
                </a:solidFill>
              </a:rPr>
              <a:t>DISCOVER</a:t>
            </a:r>
            <a:endParaRPr/>
          </a:p>
        </p:txBody>
      </p:sp>
      <p:sp>
        <p:nvSpPr>
          <p:cNvPr id="208" name="Google Shape;208;p6">
            <a:extLst xmlns:a="http://schemas.openxmlformats.org/drawingml/2006/main">
              <a:ext uri="{FF2B5EF4-FFF2-40B4-BE49-F238E27FC236}">
                <a16:creationId xmlns:a16="http://schemas.microsoft.com/office/drawing/2014/main" id="{5282BC11-B10C-4183-A217-667DE8B6F16E}"/>
              </a:ext>
            </a:extLst>
          </p:cNvPr>
          <p:cNvSpPr>
            <a:spLocks xmlns:a="http://schemas.openxmlformats.org/drawingml/2006/main" noGrp="1"/>
          </p:cNvSpPr>
          <p:nvPr/>
        </p:nvSpPr>
        <p:spPr>
          <a:xfrm xmlns:a="http://schemas.openxmlformats.org/drawingml/2006/main">
            <a:off x="781050" y="3524250"/>
            <a:ext cx="2076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Weeks 1–2</a:t>
            </a:r>
            <a:endParaRPr/>
          </a:p>
        </p:txBody>
      </p:sp>
      <p:sp>
        <p:nvSpPr>
          <p:cNvPr id="209" name="Google Shape;209;p6">
            <a:extLst xmlns:a="http://schemas.openxmlformats.org/drawingml/2006/main">
              <a:ext uri="{FF2B5EF4-FFF2-40B4-BE49-F238E27FC236}">
                <a16:creationId xmlns:a16="http://schemas.microsoft.com/office/drawing/2014/main" id="{6BA58A1D-70A8-4226-9900-EFD8B9E24128}"/>
              </a:ext>
            </a:extLst>
          </p:cNvPr>
          <p:cNvSpPr>
            <a:spLocks xmlns:a="http://schemas.openxmlformats.org/drawingml/2006/main" noGrp="1"/>
          </p:cNvSpPr>
          <p:nvPr/>
        </p:nvSpPr>
        <p:spPr>
          <a:xfrm xmlns:a="http://schemas.openxmlformats.org/drawingml/2006/main">
            <a:off x="781050" y="3781425"/>
            <a:ext cx="2076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Baseline evidence, users, risks, and success measures</a:t>
            </a:r>
            <a:endParaRPr/>
          </a:p>
        </p:txBody>
      </p:sp>
      <p:sp>
        <p:nvSpPr>
          <p:cNvPr id="210" name="Google Shape;210;p6">
            <a:extLst xmlns:a="http://schemas.openxmlformats.org/drawingml/2006/main">
              <a:ext uri="{FF2B5EF4-FFF2-40B4-BE49-F238E27FC236}">
                <a16:creationId xmlns:a16="http://schemas.microsoft.com/office/drawing/2014/main" id="{9AD6B68B-B72F-4BD6-9F02-B4CEBD304230}"/>
              </a:ext>
            </a:extLst>
          </p:cNvPr>
          <p:cNvSpPr>
            <a:spLocks xmlns:a="http://schemas.openxmlformats.org/drawingml/2006/main" noGrp="1"/>
          </p:cNvSpPr>
          <p:nvPr/>
        </p:nvSpPr>
        <p:spPr>
          <a:xfrm xmlns:a="http://schemas.openxmlformats.org/drawingml/2006/main">
            <a:off x="4419600" y="2838450"/>
            <a:ext cx="361950" cy="361950"/>
          </a:xfrm>
          <a:prstGeom xmlns:a="http://schemas.openxmlformats.org/drawingml/2006/main" prst="roundRect">
            <a:avLst>
              <a:gd name="adj" fmla="val 21053"/>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1" name="Google Shape;211;p6">
            <a:extLst xmlns:a="http://schemas.openxmlformats.org/drawingml/2006/main">
              <a:ext uri="{FF2B5EF4-FFF2-40B4-BE49-F238E27FC236}">
                <a16:creationId xmlns:a16="http://schemas.microsoft.com/office/drawing/2014/main" id="{2C944AC4-7D46-4151-9692-E2AB8F433F05}"/>
              </a:ext>
            </a:extLst>
          </p:cNvPr>
          <p:cNvSpPr>
            <a:spLocks xmlns:a="http://schemas.openxmlformats.org/drawingml/2006/main" noGrp="1"/>
          </p:cNvSpPr>
          <p:nvPr/>
        </p:nvSpPr>
        <p:spPr>
          <a:xfrm xmlns:a="http://schemas.openxmlformats.org/drawingml/2006/main">
            <a:off x="4419600" y="2847975"/>
            <a:ext cx="3619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00"/>
              <a:buFont typeface="Arial"/>
              <a:buNone/>
            </a:pPr>
            <a:r>
              <a:rPr sz="900" b="1">
                <a:solidFill>
                  <a:srgbClr val="FFFFFF"/>
                </a:solidFill>
              </a:rPr>
              <a:t>02</a:t>
            </a:r>
            <a:endParaRPr/>
          </a:p>
        </p:txBody>
      </p:sp>
      <p:sp>
        <p:nvSpPr>
          <p:cNvPr id="212" name="Google Shape;212;p6">
            <a:extLst xmlns:a="http://schemas.openxmlformats.org/drawingml/2006/main">
              <a:ext uri="{FF2B5EF4-FFF2-40B4-BE49-F238E27FC236}">
                <a16:creationId xmlns:a16="http://schemas.microsoft.com/office/drawing/2014/main" id="{1173D4F7-B08D-4BDE-857F-E462E75FD1DA}"/>
              </a:ext>
            </a:extLst>
          </p:cNvPr>
          <p:cNvSpPr>
            <a:spLocks xmlns:a="http://schemas.openxmlformats.org/drawingml/2006/main" noGrp="1"/>
          </p:cNvSpPr>
          <p:nvPr/>
        </p:nvSpPr>
        <p:spPr>
          <a:xfrm xmlns:a="http://schemas.openxmlformats.org/drawingml/2006/main">
            <a:off x="3562350" y="3286125"/>
            <a:ext cx="2076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050"/>
              <a:buFont typeface="Arial"/>
              <a:buNone/>
            </a:pPr>
            <a:r>
              <a:rPr sz="1050" b="1">
                <a:solidFill>
                  <a:srgbClr val="B85042"/>
                </a:solidFill>
              </a:rPr>
              <a:t>BUILD</a:t>
            </a:r>
            <a:endParaRPr/>
          </a:p>
        </p:txBody>
      </p:sp>
      <p:sp>
        <p:nvSpPr>
          <p:cNvPr id="213" name="Google Shape;213;p6">
            <a:extLst xmlns:a="http://schemas.openxmlformats.org/drawingml/2006/main">
              <a:ext uri="{FF2B5EF4-FFF2-40B4-BE49-F238E27FC236}">
                <a16:creationId xmlns:a16="http://schemas.microsoft.com/office/drawing/2014/main" id="{FB7B3470-753C-4B81-A717-7D99B3B78427}"/>
              </a:ext>
            </a:extLst>
          </p:cNvPr>
          <p:cNvSpPr>
            <a:spLocks xmlns:a="http://schemas.openxmlformats.org/drawingml/2006/main" noGrp="1"/>
          </p:cNvSpPr>
          <p:nvPr/>
        </p:nvSpPr>
        <p:spPr>
          <a:xfrm xmlns:a="http://schemas.openxmlformats.org/drawingml/2006/main">
            <a:off x="3562350" y="3524250"/>
            <a:ext cx="2076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Weeks 3–5</a:t>
            </a:r>
            <a:endParaRPr/>
          </a:p>
        </p:txBody>
      </p:sp>
      <p:sp>
        <p:nvSpPr>
          <p:cNvPr id="214" name="Google Shape;214;p6">
            <a:extLst xmlns:a="http://schemas.openxmlformats.org/drawingml/2006/main">
              <a:ext uri="{FF2B5EF4-FFF2-40B4-BE49-F238E27FC236}">
                <a16:creationId xmlns:a16="http://schemas.microsoft.com/office/drawing/2014/main" id="{12606841-2267-4659-BF12-47D9551DB159}"/>
              </a:ext>
            </a:extLst>
          </p:cNvPr>
          <p:cNvSpPr>
            <a:spLocks xmlns:a="http://schemas.openxmlformats.org/drawingml/2006/main" noGrp="1"/>
          </p:cNvSpPr>
          <p:nvPr/>
        </p:nvSpPr>
        <p:spPr>
          <a:xfrm xmlns:a="http://schemas.openxmlformats.org/drawingml/2006/main">
            <a:off x="3562350" y="3781425"/>
            <a:ext cx="2076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Core agents, prompts, handoffs, and artifact contracts</a:t>
            </a:r>
            <a:endParaRPr/>
          </a:p>
        </p:txBody>
      </p:sp>
      <p:sp>
        <p:nvSpPr>
          <p:cNvPr id="215" name="Google Shape;215;p6">
            <a:extLst xmlns:a="http://schemas.openxmlformats.org/drawingml/2006/main">
              <a:ext uri="{FF2B5EF4-FFF2-40B4-BE49-F238E27FC236}">
                <a16:creationId xmlns:a16="http://schemas.microsoft.com/office/drawing/2014/main" id="{A868BE41-583C-463A-8DD3-94462E6AEAE3}"/>
              </a:ext>
            </a:extLst>
          </p:cNvPr>
          <p:cNvSpPr>
            <a:spLocks xmlns:a="http://schemas.openxmlformats.org/drawingml/2006/main" noGrp="1"/>
          </p:cNvSpPr>
          <p:nvPr/>
        </p:nvSpPr>
        <p:spPr>
          <a:xfrm xmlns:a="http://schemas.openxmlformats.org/drawingml/2006/main">
            <a:off x="7200900" y="2838450"/>
            <a:ext cx="361950" cy="361950"/>
          </a:xfrm>
          <a:prstGeom xmlns:a="http://schemas.openxmlformats.org/drawingml/2006/main" prst="roundRect">
            <a:avLst>
              <a:gd name="adj" fmla="val 21053"/>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6" name="Google Shape;216;p6">
            <a:extLst xmlns:a="http://schemas.openxmlformats.org/drawingml/2006/main">
              <a:ext uri="{FF2B5EF4-FFF2-40B4-BE49-F238E27FC236}">
                <a16:creationId xmlns:a16="http://schemas.microsoft.com/office/drawing/2014/main" id="{37FF59DF-B3A5-420D-BFE3-DFC59AD24E9A}"/>
              </a:ext>
            </a:extLst>
          </p:cNvPr>
          <p:cNvSpPr>
            <a:spLocks xmlns:a="http://schemas.openxmlformats.org/drawingml/2006/main" noGrp="1"/>
          </p:cNvSpPr>
          <p:nvPr/>
        </p:nvSpPr>
        <p:spPr>
          <a:xfrm xmlns:a="http://schemas.openxmlformats.org/drawingml/2006/main">
            <a:off x="7200900" y="2847975"/>
            <a:ext cx="3619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00"/>
              <a:buFont typeface="Arial"/>
              <a:buNone/>
            </a:pPr>
            <a:r>
              <a:rPr sz="900" b="1">
                <a:solidFill>
                  <a:srgbClr val="FFFFFF"/>
                </a:solidFill>
              </a:rPr>
              <a:t>03</a:t>
            </a:r>
            <a:endParaRPr/>
          </a:p>
        </p:txBody>
      </p:sp>
      <p:sp>
        <p:nvSpPr>
          <p:cNvPr id="217" name="Google Shape;217;p6">
            <a:extLst xmlns:a="http://schemas.openxmlformats.org/drawingml/2006/main">
              <a:ext uri="{FF2B5EF4-FFF2-40B4-BE49-F238E27FC236}">
                <a16:creationId xmlns:a16="http://schemas.microsoft.com/office/drawing/2014/main" id="{E8B412DB-656D-4429-9FBE-9E616EB35D01}"/>
              </a:ext>
            </a:extLst>
          </p:cNvPr>
          <p:cNvSpPr>
            <a:spLocks xmlns:a="http://schemas.openxmlformats.org/drawingml/2006/main" noGrp="1"/>
          </p:cNvSpPr>
          <p:nvPr/>
        </p:nvSpPr>
        <p:spPr>
          <a:xfrm xmlns:a="http://schemas.openxmlformats.org/drawingml/2006/main">
            <a:off x="6343650" y="3286125"/>
            <a:ext cx="2076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050"/>
              <a:buFont typeface="Arial"/>
              <a:buNone/>
            </a:pPr>
            <a:r>
              <a:rPr sz="1050" b="1">
                <a:solidFill>
                  <a:srgbClr val="B85042"/>
                </a:solidFill>
              </a:rPr>
              <a:t>VALIDATE</a:t>
            </a:r>
            <a:endParaRPr/>
          </a:p>
        </p:txBody>
      </p:sp>
      <p:sp>
        <p:nvSpPr>
          <p:cNvPr id="218" name="Google Shape;218;p6">
            <a:extLst xmlns:a="http://schemas.openxmlformats.org/drawingml/2006/main">
              <a:ext uri="{FF2B5EF4-FFF2-40B4-BE49-F238E27FC236}">
                <a16:creationId xmlns:a16="http://schemas.microsoft.com/office/drawing/2014/main" id="{D11FBB27-1713-4131-B324-1787A1F7CAE5}"/>
              </a:ext>
            </a:extLst>
          </p:cNvPr>
          <p:cNvSpPr>
            <a:spLocks xmlns:a="http://schemas.openxmlformats.org/drawingml/2006/main" noGrp="1"/>
          </p:cNvSpPr>
          <p:nvPr/>
        </p:nvSpPr>
        <p:spPr>
          <a:xfrm xmlns:a="http://schemas.openxmlformats.org/drawingml/2006/main">
            <a:off x="6343650" y="3524250"/>
            <a:ext cx="2076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Weeks 6–7</a:t>
            </a:r>
            <a:endParaRPr/>
          </a:p>
        </p:txBody>
      </p:sp>
      <p:sp>
        <p:nvSpPr>
          <p:cNvPr id="219" name="Google Shape;219;p6">
            <a:extLst xmlns:a="http://schemas.openxmlformats.org/drawingml/2006/main">
              <a:ext uri="{FF2B5EF4-FFF2-40B4-BE49-F238E27FC236}">
                <a16:creationId xmlns:a16="http://schemas.microsoft.com/office/drawing/2014/main" id="{9CC33DC4-D91A-4714-824C-5F3D65381AC7}"/>
              </a:ext>
            </a:extLst>
          </p:cNvPr>
          <p:cNvSpPr>
            <a:spLocks xmlns:a="http://schemas.openxmlformats.org/drawingml/2006/main" noGrp="1"/>
          </p:cNvSpPr>
          <p:nvPr/>
        </p:nvSpPr>
        <p:spPr>
          <a:xfrm xmlns:a="http://schemas.openxmlformats.org/drawingml/2006/main">
            <a:off x="6343650" y="3781425"/>
            <a:ext cx="2076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T1–T12 tests, evaluators, traceability, and canaries</a:t>
            </a:r>
            <a:endParaRPr/>
          </a:p>
        </p:txBody>
      </p:sp>
      <p:sp>
        <p:nvSpPr>
          <p:cNvPr id="220" name="Google Shape;220;p6">
            <a:extLst xmlns:a="http://schemas.openxmlformats.org/drawingml/2006/main">
              <a:ext uri="{FF2B5EF4-FFF2-40B4-BE49-F238E27FC236}">
                <a16:creationId xmlns:a16="http://schemas.microsoft.com/office/drawing/2014/main" id="{511B0562-2EE0-4123-92F4-1B9E856CF926}"/>
              </a:ext>
            </a:extLst>
          </p:cNvPr>
          <p:cNvSpPr>
            <a:spLocks xmlns:a="http://schemas.openxmlformats.org/drawingml/2006/main" noGrp="1"/>
          </p:cNvSpPr>
          <p:nvPr/>
        </p:nvSpPr>
        <p:spPr>
          <a:xfrm xmlns:a="http://schemas.openxmlformats.org/drawingml/2006/main">
            <a:off x="9982200" y="2838450"/>
            <a:ext cx="361950" cy="361950"/>
          </a:xfrm>
          <a:prstGeom xmlns:a="http://schemas.openxmlformats.org/drawingml/2006/main" prst="roundRect">
            <a:avLst>
              <a:gd name="adj" fmla="val 21053"/>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1" name="Google Shape;221;p6">
            <a:extLst xmlns:a="http://schemas.openxmlformats.org/drawingml/2006/main">
              <a:ext uri="{FF2B5EF4-FFF2-40B4-BE49-F238E27FC236}">
                <a16:creationId xmlns:a16="http://schemas.microsoft.com/office/drawing/2014/main" id="{ED5085B7-35F2-4389-B9BE-0FFC116C6CA2}"/>
              </a:ext>
            </a:extLst>
          </p:cNvPr>
          <p:cNvSpPr>
            <a:spLocks xmlns:a="http://schemas.openxmlformats.org/drawingml/2006/main" noGrp="1"/>
          </p:cNvSpPr>
          <p:nvPr/>
        </p:nvSpPr>
        <p:spPr>
          <a:xfrm xmlns:a="http://schemas.openxmlformats.org/drawingml/2006/main">
            <a:off x="9982200" y="2847975"/>
            <a:ext cx="3619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00"/>
              <a:buFont typeface="Arial"/>
              <a:buNone/>
            </a:pPr>
            <a:r>
              <a:rPr sz="900" b="1">
                <a:solidFill>
                  <a:srgbClr val="FFFFFF"/>
                </a:solidFill>
              </a:rPr>
              <a:t>04</a:t>
            </a:r>
            <a:endParaRPr/>
          </a:p>
        </p:txBody>
      </p:sp>
      <p:sp>
        <p:nvSpPr>
          <p:cNvPr id="222" name="Google Shape;222;p6">
            <a:extLst xmlns:a="http://schemas.openxmlformats.org/drawingml/2006/main">
              <a:ext uri="{FF2B5EF4-FFF2-40B4-BE49-F238E27FC236}">
                <a16:creationId xmlns:a16="http://schemas.microsoft.com/office/drawing/2014/main" id="{8DA9B287-3ABA-4CEF-B193-9BE0F6296B79}"/>
              </a:ext>
            </a:extLst>
          </p:cNvPr>
          <p:cNvSpPr>
            <a:spLocks xmlns:a="http://schemas.openxmlformats.org/drawingml/2006/main" noGrp="1"/>
          </p:cNvSpPr>
          <p:nvPr/>
        </p:nvSpPr>
        <p:spPr>
          <a:xfrm xmlns:a="http://schemas.openxmlformats.org/drawingml/2006/main">
            <a:off x="9124950" y="3286125"/>
            <a:ext cx="2076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OPERATE</a:t>
            </a:r>
            <a:endParaRPr/>
          </a:p>
        </p:txBody>
      </p:sp>
      <p:sp>
        <p:nvSpPr>
          <p:cNvPr id="223" name="Google Shape;223;p6">
            <a:extLst xmlns:a="http://schemas.openxmlformats.org/drawingml/2006/main">
              <a:ext uri="{FF2B5EF4-FFF2-40B4-BE49-F238E27FC236}">
                <a16:creationId xmlns:a16="http://schemas.microsoft.com/office/drawing/2014/main" id="{C88BC845-92B7-4059-981C-248C8D2BAF11}"/>
              </a:ext>
            </a:extLst>
          </p:cNvPr>
          <p:cNvSpPr>
            <a:spLocks xmlns:a="http://schemas.openxmlformats.org/drawingml/2006/main" noGrp="1"/>
          </p:cNvSpPr>
          <p:nvPr/>
        </p:nvSpPr>
        <p:spPr>
          <a:xfrm xmlns:a="http://schemas.openxmlformats.org/drawingml/2006/main">
            <a:off x="9124950" y="3524250"/>
            <a:ext cx="2076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Week 8+</a:t>
            </a:r>
            <a:endParaRPr/>
          </a:p>
        </p:txBody>
      </p:sp>
      <p:sp>
        <p:nvSpPr>
          <p:cNvPr id="224" name="Google Shape;224;p6">
            <a:extLst xmlns:a="http://schemas.openxmlformats.org/drawingml/2006/main">
              <a:ext uri="{FF2B5EF4-FFF2-40B4-BE49-F238E27FC236}">
                <a16:creationId xmlns:a16="http://schemas.microsoft.com/office/drawing/2014/main" id="{86958B77-2EC0-44C6-B641-511AD248FFD6}"/>
              </a:ext>
            </a:extLst>
          </p:cNvPr>
          <p:cNvSpPr>
            <a:spLocks xmlns:a="http://schemas.openxmlformats.org/drawingml/2006/main" noGrp="1"/>
          </p:cNvSpPr>
          <p:nvPr/>
        </p:nvSpPr>
        <p:spPr>
          <a:xfrm xmlns:a="http://schemas.openxmlformats.org/drawingml/2006/main">
            <a:off x="9124950" y="3781425"/>
            <a:ext cx="2076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Manual trigger, monitored release, rollback, and iteration</a:t>
            </a:r>
            <a:endParaRPr/>
          </a:p>
        </p:txBody>
      </p:sp>
      <p:sp>
        <p:nvSpPr>
          <p:cNvPr id="225" name="Google Shape;225;p6">
            <a:extLst xmlns:a="http://schemas.openxmlformats.org/drawingml/2006/main">
              <a:ext uri="{FF2B5EF4-FFF2-40B4-BE49-F238E27FC236}">
                <a16:creationId xmlns:a16="http://schemas.microsoft.com/office/drawing/2014/main" id="{5872741D-0857-40E5-BDEF-58EF98F2BABF}"/>
              </a:ext>
            </a:extLst>
          </p:cNvPr>
          <p:cNvSpPr>
            <a:spLocks xmlns:a="http://schemas.openxmlformats.org/drawingml/2006/main" noGrp="1"/>
          </p:cNvSpPr>
          <p:nvPr/>
        </p:nvSpPr>
        <p:spPr>
          <a:xfrm xmlns:a="http://schemas.openxmlformats.org/drawingml/2006/main">
            <a:off x="781050" y="4552950"/>
            <a:ext cx="40005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6" name="Google Shape;226;p6">
            <a:extLst xmlns:a="http://schemas.openxmlformats.org/drawingml/2006/main">
              <a:ext uri="{FF2B5EF4-FFF2-40B4-BE49-F238E27FC236}">
                <a16:creationId xmlns:a16="http://schemas.microsoft.com/office/drawing/2014/main" id="{64B4FF46-CDFB-4375-B27C-2F3CC7794334}"/>
              </a:ext>
            </a:extLst>
          </p:cNvPr>
          <p:cNvSpPr>
            <a:spLocks xmlns:a="http://schemas.openxmlformats.org/drawingml/2006/main" noGrp="1"/>
          </p:cNvSpPr>
          <p:nvPr/>
        </p:nvSpPr>
        <p:spPr>
          <a:xfrm xmlns:a="http://schemas.openxmlformats.org/drawingml/2006/main">
            <a:off x="990600" y="4695825"/>
            <a:ext cx="3524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ACCOUNTABLE STAKEHOLDERS</a:t>
            </a:r>
            <a:endParaRPr/>
          </a:p>
        </p:txBody>
      </p:sp>
      <p:sp>
        <p:nvSpPr>
          <p:cNvPr id="227" name="Google Shape;227;p6">
            <a:extLst xmlns:a="http://schemas.openxmlformats.org/drawingml/2006/main">
              <a:ext uri="{FF2B5EF4-FFF2-40B4-BE49-F238E27FC236}">
                <a16:creationId xmlns:a16="http://schemas.microsoft.com/office/drawing/2014/main" id="{A7F49E1B-6B8D-41D8-A927-C6B47F23D72A}"/>
              </a:ext>
            </a:extLst>
          </p:cNvPr>
          <p:cNvSpPr>
            <a:spLocks xmlns:a="http://schemas.openxmlformats.org/drawingml/2006/main" noGrp="1"/>
          </p:cNvSpPr>
          <p:nvPr/>
        </p:nvSpPr>
        <p:spPr>
          <a:xfrm xmlns:a="http://schemas.openxmlformats.org/drawingml/2006/main">
            <a:off x="990600" y="5010150"/>
            <a:ext cx="1333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Product owner</a:t>
            </a:r>
            <a:endParaRPr/>
          </a:p>
        </p:txBody>
      </p:sp>
      <p:sp>
        <p:nvSpPr>
          <p:cNvPr id="228" name="Google Shape;228;p6">
            <a:extLst xmlns:a="http://schemas.openxmlformats.org/drawingml/2006/main">
              <a:ext uri="{FF2B5EF4-FFF2-40B4-BE49-F238E27FC236}">
                <a16:creationId xmlns:a16="http://schemas.microsoft.com/office/drawing/2014/main" id="{9D2398F3-4FA3-4FCD-BB93-4DCDA0CD752D}"/>
              </a:ext>
            </a:extLst>
          </p:cNvPr>
          <p:cNvSpPr>
            <a:spLocks xmlns:a="http://schemas.openxmlformats.org/drawingml/2006/main" noGrp="1"/>
          </p:cNvSpPr>
          <p:nvPr/>
        </p:nvSpPr>
        <p:spPr>
          <a:xfrm xmlns:a="http://schemas.openxmlformats.org/drawingml/2006/main">
            <a:off x="2324100" y="5010150"/>
            <a:ext cx="22479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scope, approval, release decision</a:t>
            </a:r>
            <a:endParaRPr/>
          </a:p>
        </p:txBody>
      </p:sp>
      <p:sp>
        <p:nvSpPr>
          <p:cNvPr id="229" name="Google Shape;229;p6">
            <a:extLst xmlns:a="http://schemas.openxmlformats.org/drawingml/2006/main">
              <a:ext uri="{FF2B5EF4-FFF2-40B4-BE49-F238E27FC236}">
                <a16:creationId xmlns:a16="http://schemas.microsoft.com/office/drawing/2014/main" id="{1BFF751C-DFB6-4B78-A566-214AC28E381C}"/>
              </a:ext>
            </a:extLst>
          </p:cNvPr>
          <p:cNvSpPr>
            <a:spLocks xmlns:a="http://schemas.openxmlformats.org/drawingml/2006/main" noGrp="1"/>
          </p:cNvSpPr>
          <p:nvPr/>
        </p:nvSpPr>
        <p:spPr>
          <a:xfrm xmlns:a="http://schemas.openxmlformats.org/drawingml/2006/main">
            <a:off x="990600" y="5276850"/>
            <a:ext cx="1333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SME reviewers</a:t>
            </a:r>
            <a:endParaRPr/>
          </a:p>
        </p:txBody>
      </p:sp>
      <p:sp>
        <p:nvSpPr>
          <p:cNvPr id="230" name="Google Shape;230;p6">
            <a:extLst xmlns:a="http://schemas.openxmlformats.org/drawingml/2006/main">
              <a:ext uri="{FF2B5EF4-FFF2-40B4-BE49-F238E27FC236}">
                <a16:creationId xmlns:a16="http://schemas.microsoft.com/office/drawing/2014/main" id="{D1B48144-8BD3-496B-B10C-8B1E82FA20DE}"/>
              </a:ext>
            </a:extLst>
          </p:cNvPr>
          <p:cNvSpPr>
            <a:spLocks xmlns:a="http://schemas.openxmlformats.org/drawingml/2006/main" noGrp="1"/>
          </p:cNvSpPr>
          <p:nvPr/>
        </p:nvSpPr>
        <p:spPr>
          <a:xfrm xmlns:a="http://schemas.openxmlformats.org/drawingml/2006/main">
            <a:off x="2324100" y="5276850"/>
            <a:ext cx="22479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evidence quality and clarification</a:t>
            </a:r>
            <a:endParaRPr/>
          </a:p>
        </p:txBody>
      </p:sp>
      <p:sp>
        <p:nvSpPr>
          <p:cNvPr id="231" name="Google Shape;231;p6">
            <a:extLst xmlns:a="http://schemas.openxmlformats.org/drawingml/2006/main">
              <a:ext uri="{FF2B5EF4-FFF2-40B4-BE49-F238E27FC236}">
                <a16:creationId xmlns:a16="http://schemas.microsoft.com/office/drawing/2014/main" id="{68D1402C-57E8-4501-A7F8-C539AB59D7AA}"/>
              </a:ext>
            </a:extLst>
          </p:cNvPr>
          <p:cNvSpPr>
            <a:spLocks xmlns:a="http://schemas.openxmlformats.org/drawingml/2006/main" noGrp="1"/>
          </p:cNvSpPr>
          <p:nvPr/>
        </p:nvSpPr>
        <p:spPr>
          <a:xfrm xmlns:a="http://schemas.openxmlformats.org/drawingml/2006/main">
            <a:off x="990600" y="5543550"/>
            <a:ext cx="1333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Engineering team</a:t>
            </a:r>
            <a:endParaRPr/>
          </a:p>
        </p:txBody>
      </p:sp>
      <p:sp>
        <p:nvSpPr>
          <p:cNvPr id="232" name="Google Shape;232;p6">
            <a:extLst xmlns:a="http://schemas.openxmlformats.org/drawingml/2006/main">
              <a:ext uri="{FF2B5EF4-FFF2-40B4-BE49-F238E27FC236}">
                <a16:creationId xmlns:a16="http://schemas.microsoft.com/office/drawing/2014/main" id="{FD4EBFCC-61A6-415C-B53F-3CCD66D60B63}"/>
              </a:ext>
            </a:extLst>
          </p:cNvPr>
          <p:cNvSpPr>
            <a:spLocks xmlns:a="http://schemas.openxmlformats.org/drawingml/2006/main" noGrp="1"/>
          </p:cNvSpPr>
          <p:nvPr/>
        </p:nvSpPr>
        <p:spPr>
          <a:xfrm xmlns:a="http://schemas.openxmlformats.org/drawingml/2006/main">
            <a:off x="2324100" y="5543550"/>
            <a:ext cx="22479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artifact usability and feasibility</a:t>
            </a:r>
            <a:endParaRPr/>
          </a:p>
        </p:txBody>
      </p:sp>
      <p:sp>
        <p:nvSpPr>
          <p:cNvPr id="233" name="Google Shape;233;p6">
            <a:extLst xmlns:a="http://schemas.openxmlformats.org/drawingml/2006/main">
              <a:ext uri="{FF2B5EF4-FFF2-40B4-BE49-F238E27FC236}">
                <a16:creationId xmlns:a16="http://schemas.microsoft.com/office/drawing/2014/main" id="{D02506A2-5472-44B0-A417-BF252702FE86}"/>
              </a:ext>
            </a:extLst>
          </p:cNvPr>
          <p:cNvSpPr>
            <a:spLocks xmlns:a="http://schemas.openxmlformats.org/drawingml/2006/main" noGrp="1"/>
          </p:cNvSpPr>
          <p:nvPr/>
        </p:nvSpPr>
        <p:spPr>
          <a:xfrm xmlns:a="http://schemas.openxmlformats.org/drawingml/2006/main">
            <a:off x="990600" y="5810250"/>
            <a:ext cx="1333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Workflow owner</a:t>
            </a:r>
            <a:endParaRPr/>
          </a:p>
        </p:txBody>
      </p:sp>
      <p:sp>
        <p:nvSpPr>
          <p:cNvPr id="234" name="Google Shape;234;p6">
            <a:extLst xmlns:a="http://schemas.openxmlformats.org/drawingml/2006/main">
              <a:ext uri="{FF2B5EF4-FFF2-40B4-BE49-F238E27FC236}">
                <a16:creationId xmlns:a16="http://schemas.microsoft.com/office/drawing/2014/main" id="{20030925-83A2-4660-BAEB-2996B817F57B}"/>
              </a:ext>
            </a:extLst>
          </p:cNvPr>
          <p:cNvSpPr>
            <a:spLocks xmlns:a="http://schemas.openxmlformats.org/drawingml/2006/main" noGrp="1"/>
          </p:cNvSpPr>
          <p:nvPr/>
        </p:nvSpPr>
        <p:spPr>
          <a:xfrm xmlns:a="http://schemas.openxmlformats.org/drawingml/2006/main">
            <a:off x="2324100" y="5810250"/>
            <a:ext cx="22479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operations, credentials, monitoring, rollback</a:t>
            </a:r>
            <a:endParaRPr/>
          </a:p>
        </p:txBody>
      </p:sp>
      <p:sp>
        <p:nvSpPr>
          <p:cNvPr id="235" name="Google Shape;235;p6">
            <a:extLst xmlns:a="http://schemas.openxmlformats.org/drawingml/2006/main">
              <a:ext uri="{FF2B5EF4-FFF2-40B4-BE49-F238E27FC236}">
                <a16:creationId xmlns:a16="http://schemas.microsoft.com/office/drawing/2014/main" id="{4B4B364D-92D1-4EBB-8D8F-CE6BE80F02B8}"/>
              </a:ext>
            </a:extLst>
          </p:cNvPr>
          <p:cNvSpPr>
            <a:spLocks xmlns:a="http://schemas.openxmlformats.org/drawingml/2006/main" noGrp="1"/>
          </p:cNvSpPr>
          <p:nvPr/>
        </p:nvSpPr>
        <p:spPr>
          <a:xfrm xmlns:a="http://schemas.openxmlformats.org/drawingml/2006/main">
            <a:off x="5048250" y="4552950"/>
            <a:ext cx="6381750" cy="1657350"/>
          </a:xfrm>
          <a:prstGeom xmlns:a="http://schemas.openxmlformats.org/drawingml/2006/main" prst="roundRect">
            <a:avLst>
              <a:gd name="adj" fmla="val 4598"/>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6" name="Google Shape;236;p6">
            <a:extLst xmlns:a="http://schemas.openxmlformats.org/drawingml/2006/main">
              <a:ext uri="{FF2B5EF4-FFF2-40B4-BE49-F238E27FC236}">
                <a16:creationId xmlns:a16="http://schemas.microsoft.com/office/drawing/2014/main" id="{BD8DC207-765E-43BC-8EBF-52CD36D06E78}"/>
              </a:ext>
            </a:extLst>
          </p:cNvPr>
          <p:cNvSpPr>
            <a:spLocks xmlns:a="http://schemas.openxmlformats.org/drawingml/2006/main" noGrp="1"/>
          </p:cNvSpPr>
          <p:nvPr/>
        </p:nvSpPr>
        <p:spPr>
          <a:xfrm xmlns:a="http://schemas.openxmlformats.org/drawingml/2006/main">
            <a:off x="5257800" y="4695825"/>
            <a:ext cx="5905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PRINCIPAL RISKS → MITIGATIONS</a:t>
            </a:r>
            <a:endParaRPr/>
          </a:p>
        </p:txBody>
      </p:sp>
      <p:sp>
        <p:nvSpPr>
          <p:cNvPr id="237" name="Google Shape;237;p6">
            <a:extLst xmlns:a="http://schemas.openxmlformats.org/drawingml/2006/main">
              <a:ext uri="{FF2B5EF4-FFF2-40B4-BE49-F238E27FC236}">
                <a16:creationId xmlns:a16="http://schemas.microsoft.com/office/drawing/2014/main" id="{F60FAED5-3F48-4E0E-BEC8-C77A9C297A66}"/>
              </a:ext>
            </a:extLst>
          </p:cNvPr>
          <p:cNvSpPr>
            <a:spLocks xmlns:a="http://schemas.openxmlformats.org/drawingml/2006/main" noGrp="1"/>
          </p:cNvSpPr>
          <p:nvPr/>
        </p:nvSpPr>
        <p:spPr>
          <a:xfrm xmlns:a="http://schemas.openxmlformats.org/drawingml/2006/main">
            <a:off x="5257800" y="5010150"/>
            <a:ext cx="17716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Unsupported requirements</a:t>
            </a:r>
            <a:endParaRPr/>
          </a:p>
        </p:txBody>
      </p:sp>
      <p:sp>
        <p:nvSpPr>
          <p:cNvPr id="238" name="Google Shape;238;p6">
            <a:extLst xmlns:a="http://schemas.openxmlformats.org/drawingml/2006/main">
              <a:ext uri="{FF2B5EF4-FFF2-40B4-BE49-F238E27FC236}">
                <a16:creationId xmlns:a16="http://schemas.microsoft.com/office/drawing/2014/main" id="{6BE00E70-1A39-4050-A51A-92061573D7CE}"/>
              </a:ext>
            </a:extLst>
          </p:cNvPr>
          <p:cNvSpPr>
            <a:spLocks xmlns:a="http://schemas.openxmlformats.org/drawingml/2006/main" noGrp="1"/>
          </p:cNvSpPr>
          <p:nvPr/>
        </p:nvSpPr>
        <p:spPr>
          <a:xfrm xmlns:a="http://schemas.openxmlformats.org/drawingml/2006/main">
            <a:off x="7029450" y="5010150"/>
            <a:ext cx="2667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125"/>
              <a:buFont typeface="Arial"/>
              <a:buNone/>
            </a:pPr>
            <a:r>
              <a:rPr sz="1125" b="1">
                <a:solidFill>
                  <a:srgbClr val="B85042"/>
                </a:solidFill>
              </a:rPr>
              <a:t>→</a:t>
            </a:r>
            <a:endParaRPr/>
          </a:p>
        </p:txBody>
      </p:sp>
      <p:sp>
        <p:nvSpPr>
          <p:cNvPr id="239" name="Google Shape;239;p6">
            <a:extLst xmlns:a="http://schemas.openxmlformats.org/drawingml/2006/main">
              <a:ext uri="{FF2B5EF4-FFF2-40B4-BE49-F238E27FC236}">
                <a16:creationId xmlns:a16="http://schemas.microsoft.com/office/drawing/2014/main" id="{05F1347F-1718-4B78-BC4E-C0182F251EB3}"/>
              </a:ext>
            </a:extLst>
          </p:cNvPr>
          <p:cNvSpPr>
            <a:spLocks xmlns:a="http://schemas.openxmlformats.org/drawingml/2006/main" noGrp="1"/>
          </p:cNvSpPr>
          <p:nvPr/>
        </p:nvSpPr>
        <p:spPr>
          <a:xfrm xmlns:a="http://schemas.openxmlformats.org/drawingml/2006/main">
            <a:off x="7334250" y="5010150"/>
            <a:ext cx="3829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citation IDs + faithfulness / hallucination checks</a:t>
            </a:r>
            <a:endParaRPr/>
          </a:p>
        </p:txBody>
      </p:sp>
      <p:sp>
        <p:nvSpPr>
          <p:cNvPr id="240" name="Google Shape;240;p6">
            <a:extLst xmlns:a="http://schemas.openxmlformats.org/drawingml/2006/main">
              <a:ext uri="{FF2B5EF4-FFF2-40B4-BE49-F238E27FC236}">
                <a16:creationId xmlns:a16="http://schemas.microsoft.com/office/drawing/2014/main" id="{81266AC5-B520-4453-B5AC-2781668435FF}"/>
              </a:ext>
            </a:extLst>
          </p:cNvPr>
          <p:cNvSpPr>
            <a:spLocks xmlns:a="http://schemas.openxmlformats.org/drawingml/2006/main" noGrp="1"/>
          </p:cNvSpPr>
          <p:nvPr/>
        </p:nvSpPr>
        <p:spPr>
          <a:xfrm xmlns:a="http://schemas.openxmlformats.org/drawingml/2006/main">
            <a:off x="5257800" y="5276850"/>
            <a:ext cx="17716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Automation bias</a:t>
            </a:r>
            <a:endParaRPr/>
          </a:p>
        </p:txBody>
      </p:sp>
      <p:sp>
        <p:nvSpPr>
          <p:cNvPr id="241" name="Google Shape;241;p6">
            <a:extLst xmlns:a="http://schemas.openxmlformats.org/drawingml/2006/main">
              <a:ext uri="{FF2B5EF4-FFF2-40B4-BE49-F238E27FC236}">
                <a16:creationId xmlns:a16="http://schemas.microsoft.com/office/drawing/2014/main" id="{515CD455-F34A-40C9-8D35-56732843A66C}"/>
              </a:ext>
            </a:extLst>
          </p:cNvPr>
          <p:cNvSpPr>
            <a:spLocks xmlns:a="http://schemas.openxmlformats.org/drawingml/2006/main" noGrp="1"/>
          </p:cNvSpPr>
          <p:nvPr/>
        </p:nvSpPr>
        <p:spPr>
          <a:xfrm xmlns:a="http://schemas.openxmlformats.org/drawingml/2006/main">
            <a:off x="7029450" y="5276850"/>
            <a:ext cx="2667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125"/>
              <a:buFont typeface="Arial"/>
              <a:buNone/>
            </a:pPr>
            <a:r>
              <a:rPr sz="1125" b="1">
                <a:solidFill>
                  <a:srgbClr val="B85042"/>
                </a:solidFill>
              </a:rPr>
              <a:t>→</a:t>
            </a:r>
            <a:endParaRPr/>
          </a:p>
        </p:txBody>
      </p:sp>
      <p:sp>
        <p:nvSpPr>
          <p:cNvPr id="242" name="Google Shape;242;p6">
            <a:extLst xmlns:a="http://schemas.openxmlformats.org/drawingml/2006/main">
              <a:ext uri="{FF2B5EF4-FFF2-40B4-BE49-F238E27FC236}">
                <a16:creationId xmlns:a16="http://schemas.microsoft.com/office/drawing/2014/main" id="{0D886639-BA6E-4C06-AB2C-2F50DAB3BC68}"/>
              </a:ext>
            </a:extLst>
          </p:cNvPr>
          <p:cNvSpPr>
            <a:spLocks xmlns:a="http://schemas.openxmlformats.org/drawingml/2006/main" noGrp="1"/>
          </p:cNvSpPr>
          <p:nvPr/>
        </p:nvSpPr>
        <p:spPr>
          <a:xfrm xmlns:a="http://schemas.openxmlformats.org/drawingml/2006/main">
            <a:off x="7334250" y="5276850"/>
            <a:ext cx="3829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mandatory human approval + visible uncertainty</a:t>
            </a:r>
            <a:endParaRPr/>
          </a:p>
        </p:txBody>
      </p:sp>
      <p:sp>
        <p:nvSpPr>
          <p:cNvPr id="243" name="Google Shape;243;p6">
            <a:extLst xmlns:a="http://schemas.openxmlformats.org/drawingml/2006/main">
              <a:ext uri="{FF2B5EF4-FFF2-40B4-BE49-F238E27FC236}">
                <a16:creationId xmlns:a16="http://schemas.microsoft.com/office/drawing/2014/main" id="{0891E1F0-4FB8-47BD-9B7B-F9EFB8E6DEBC}"/>
              </a:ext>
            </a:extLst>
          </p:cNvPr>
          <p:cNvSpPr>
            <a:spLocks xmlns:a="http://schemas.openxmlformats.org/drawingml/2006/main" noGrp="1"/>
          </p:cNvSpPr>
          <p:nvPr/>
        </p:nvSpPr>
        <p:spPr>
          <a:xfrm xmlns:a="http://schemas.openxmlformats.org/drawingml/2006/main">
            <a:off x="5257800" y="5543550"/>
            <a:ext cx="17716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Workflow regression</a:t>
            </a:r>
            <a:endParaRPr/>
          </a:p>
        </p:txBody>
      </p:sp>
      <p:sp>
        <p:nvSpPr>
          <p:cNvPr id="244" name="Google Shape;244;p6">
            <a:extLst xmlns:a="http://schemas.openxmlformats.org/drawingml/2006/main">
              <a:ext uri="{FF2B5EF4-FFF2-40B4-BE49-F238E27FC236}">
                <a16:creationId xmlns:a16="http://schemas.microsoft.com/office/drawing/2014/main" id="{A0968077-26C4-4F93-8F6B-83AF5C5C5866}"/>
              </a:ext>
            </a:extLst>
          </p:cNvPr>
          <p:cNvSpPr>
            <a:spLocks xmlns:a="http://schemas.openxmlformats.org/drawingml/2006/main" noGrp="1"/>
          </p:cNvSpPr>
          <p:nvPr/>
        </p:nvSpPr>
        <p:spPr>
          <a:xfrm xmlns:a="http://schemas.openxmlformats.org/drawingml/2006/main">
            <a:off x="7029450" y="5543550"/>
            <a:ext cx="2667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125"/>
              <a:buFont typeface="Arial"/>
              <a:buNone/>
            </a:pPr>
            <a:r>
              <a:rPr sz="1125" b="1">
                <a:solidFill>
                  <a:srgbClr val="B85042"/>
                </a:solidFill>
              </a:rPr>
              <a:t>→</a:t>
            </a:r>
            <a:endParaRPr/>
          </a:p>
        </p:txBody>
      </p:sp>
      <p:sp>
        <p:nvSpPr>
          <p:cNvPr id="245" name="Google Shape;245;p6">
            <a:extLst xmlns:a="http://schemas.openxmlformats.org/drawingml/2006/main">
              <a:ext uri="{FF2B5EF4-FFF2-40B4-BE49-F238E27FC236}">
                <a16:creationId xmlns:a16="http://schemas.microsoft.com/office/drawing/2014/main" id="{60541DE1-8770-414F-AB4B-B7BB853ED09A}"/>
              </a:ext>
            </a:extLst>
          </p:cNvPr>
          <p:cNvSpPr>
            <a:spLocks xmlns:a="http://schemas.openxmlformats.org/drawingml/2006/main" noGrp="1"/>
          </p:cNvSpPr>
          <p:nvPr/>
        </p:nvSpPr>
        <p:spPr>
          <a:xfrm xmlns:a="http://schemas.openxmlformats.org/drawingml/2006/main">
            <a:off x="7334250" y="5543550"/>
            <a:ext cx="3829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versioned JSONs + canary evidence + v0.3.7 rollback</a:t>
            </a:r>
            <a:endParaRPr/>
          </a:p>
        </p:txBody>
      </p:sp>
      <p:sp>
        <p:nvSpPr>
          <p:cNvPr id="246" name="Google Shape;246;p6">
            <a:extLst xmlns:a="http://schemas.openxmlformats.org/drawingml/2006/main">
              <a:ext uri="{FF2B5EF4-FFF2-40B4-BE49-F238E27FC236}">
                <a16:creationId xmlns:a16="http://schemas.microsoft.com/office/drawing/2014/main" id="{D3182FA1-5DCC-42EC-BC33-16F9D3B43CB2}"/>
              </a:ext>
            </a:extLst>
          </p:cNvPr>
          <p:cNvSpPr>
            <a:spLocks xmlns:a="http://schemas.openxmlformats.org/drawingml/2006/main" noGrp="1"/>
          </p:cNvSpPr>
          <p:nvPr/>
        </p:nvSpPr>
        <p:spPr>
          <a:xfrm xmlns:a="http://schemas.openxmlformats.org/drawingml/2006/main">
            <a:off x="5257800" y="5810250"/>
            <a:ext cx="17716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75"/>
              <a:buFont typeface="Arial"/>
              <a:buNone/>
            </a:pPr>
            <a:r>
              <a:rPr sz="975" b="1">
                <a:solidFill>
                  <a:srgbClr val="1A1A2E"/>
                </a:solidFill>
              </a:rPr>
              <a:t>Evaluator cost growth</a:t>
            </a:r>
            <a:endParaRPr/>
          </a:p>
        </p:txBody>
      </p:sp>
      <p:sp>
        <p:nvSpPr>
          <p:cNvPr id="247" name="Google Shape;247;p6">
            <a:extLst xmlns:a="http://schemas.openxmlformats.org/drawingml/2006/main">
              <a:ext uri="{FF2B5EF4-FFF2-40B4-BE49-F238E27FC236}">
                <a16:creationId xmlns:a16="http://schemas.microsoft.com/office/drawing/2014/main" id="{AF550CA1-75EB-4E9C-A27B-648683E497F6}"/>
              </a:ext>
            </a:extLst>
          </p:cNvPr>
          <p:cNvSpPr>
            <a:spLocks xmlns:a="http://schemas.openxmlformats.org/drawingml/2006/main" noGrp="1"/>
          </p:cNvSpPr>
          <p:nvPr/>
        </p:nvSpPr>
        <p:spPr>
          <a:xfrm xmlns:a="http://schemas.openxmlformats.org/drawingml/2006/main">
            <a:off x="7029450" y="5810250"/>
            <a:ext cx="2667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125"/>
              <a:buFont typeface="Arial"/>
              <a:buNone/>
            </a:pPr>
            <a:r>
              <a:rPr sz="1125" b="1">
                <a:solidFill>
                  <a:srgbClr val="B85042"/>
                </a:solidFill>
              </a:rPr>
              <a:t>→</a:t>
            </a:r>
            <a:endParaRPr/>
          </a:p>
        </p:txBody>
      </p:sp>
      <p:sp>
        <p:nvSpPr>
          <p:cNvPr id="248" name="Google Shape;248;p6">
            <a:extLst xmlns:a="http://schemas.openxmlformats.org/drawingml/2006/main">
              <a:ext uri="{FF2B5EF4-FFF2-40B4-BE49-F238E27FC236}">
                <a16:creationId xmlns:a16="http://schemas.microsoft.com/office/drawing/2014/main" id="{FD09C235-81B1-4250-B77F-832E0BDE47A2}"/>
              </a:ext>
            </a:extLst>
          </p:cNvPr>
          <p:cNvSpPr>
            <a:spLocks xmlns:a="http://schemas.openxmlformats.org/drawingml/2006/main" noGrp="1"/>
          </p:cNvSpPr>
          <p:nvPr/>
        </p:nvSpPr>
        <p:spPr>
          <a:xfrm xmlns:a="http://schemas.openxmlformats.org/drawingml/2006/main">
            <a:off x="7334250" y="5810250"/>
            <a:ext cx="3829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deterministic-first controls + selective LLM evaluation</a:t>
            </a:r>
            <a:endParaRPr/>
          </a:p>
        </p:txBody>
      </p:sp>
      <p:sp>
        <p:nvSpPr>
          <p:cNvPr id="249" name="Google Shape;249;p6">
            <a:extLst xmlns:a="http://schemas.openxmlformats.org/drawingml/2006/main">
              <a:ext uri="{FF2B5EF4-FFF2-40B4-BE49-F238E27FC236}">
                <a16:creationId xmlns:a16="http://schemas.microsoft.com/office/drawing/2014/main" id="{26883540-C7B4-4548-9AC2-4A4C3ACE7F25}"/>
              </a:ext>
            </a:extLst>
          </p:cNvPr>
          <p:cNvSpPr>
            <a:spLocks xmlns:a="http://schemas.openxmlformats.org/drawingml/2006/main" noGrp="1"/>
          </p:cNvSpPr>
          <p:nvPr/>
        </p:nvSpPr>
        <p:spPr>
          <a:xfrm xmlns:a="http://schemas.openxmlformats.org/drawingml/2006/main">
            <a:off x="0" y="6515100"/>
            <a:ext cx="12192000" cy="3429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0" name="Google Shape;250;p6">
            <a:extLst xmlns:a="http://schemas.openxmlformats.org/drawingml/2006/main">
              <a:ext uri="{FF2B5EF4-FFF2-40B4-BE49-F238E27FC236}">
                <a16:creationId xmlns:a16="http://schemas.microsoft.com/office/drawing/2014/main" id="{FB3EBF3A-438C-4976-9573-C61752FD385C}"/>
              </a:ext>
            </a:extLst>
          </p:cNvPr>
          <p:cNvSpPr>
            <a:spLocks xmlns:a="http://schemas.openxmlformats.org/drawingml/2006/main" noGrp="1"/>
          </p:cNvSpPr>
          <p:nvPr/>
        </p:nvSpPr>
        <p:spPr>
          <a:xfrm xmlns:a="http://schemas.openxmlformats.org/drawingml/2006/main">
            <a:off x="781050" y="6515100"/>
            <a:ext cx="106489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050"/>
              <a:buFont typeface="Arial"/>
              <a:buNone/>
            </a:pPr>
            <a:r>
              <a:rPr sz="1050" b="1">
                <a:solidFill>
                  <a:srgbClr val="FFFFFF"/>
                </a:solidFill>
              </a:rPr>
              <a:t>Rollout policy: manual production trigger → controlled canary → Agreement Gate → monitored promotion.</a:t>
            </a:r>
            <a:endParaRPr/>
          </a:p>
        </p:txBody>
      </p:sp>
    </p:spTree>
    <p:extLst>
      <p:ext uri="{BB962C8B-B14F-4D97-AF65-F5344CB8AC3E}">
        <p14:creationId xmlns:p14="http://schemas.microsoft.com/office/powerpoint/2010/main" val="1101930101"/>
      </p:ext>
    </p:extLst>
  </p:cSld>
</p:sld>
</file>

<file path=ppt/slides/slide7.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256" name="Google Shape;256;p7">
            <a:extLst xmlns:a="http://schemas.openxmlformats.org/drawingml/2006/main">
              <a:ext uri="{FF2B5EF4-FFF2-40B4-BE49-F238E27FC236}">
                <a16:creationId xmlns:a16="http://schemas.microsoft.com/office/drawing/2014/main" id="{53ADD548-BC73-441D-AB7B-E8E4DF6D670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7" name="Google Shape;257;p7">
            <a:extLst xmlns:a="http://schemas.openxmlformats.org/drawingml/2006/main">
              <a:ext uri="{FF2B5EF4-FFF2-40B4-BE49-F238E27FC236}">
                <a16:creationId xmlns:a16="http://schemas.microsoft.com/office/drawing/2014/main" id="{7B41A73C-358C-4F05-8B16-B0FCED1577A0}"/>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8" name="Google Shape;258;p7">
            <a:extLst xmlns:a="http://schemas.openxmlformats.org/drawingml/2006/main">
              <a:ext uri="{FF2B5EF4-FFF2-40B4-BE49-F238E27FC236}">
                <a16:creationId xmlns:a16="http://schemas.microsoft.com/office/drawing/2014/main" id="{0B82B808-21EF-47E4-9A82-72EFC3F74F0E}"/>
              </a:ext>
            </a:extLst>
          </p:cNvPr>
          <p:cNvSpPr>
            <a:spLocks xmlns:a="http://schemas.openxmlformats.org/drawingml/2006/main" noGrp="1"/>
          </p:cNvSpPr>
          <p:nvPr/>
        </p:nvSpPr>
        <p:spPr>
          <a:xfrm xmlns:a="http://schemas.openxmlformats.org/drawingml/2006/main">
            <a:off x="781050" y="552450"/>
            <a:ext cx="495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07  ·  SYSTEM ARCHITECTURE</a:t>
            </a:r>
            <a:endParaRPr/>
          </a:p>
        </p:txBody>
      </p:sp>
      <p:sp>
        <p:nvSpPr>
          <p:cNvPr id="259" name="Google Shape;259;p7">
            <a:extLst xmlns:a="http://schemas.openxmlformats.org/drawingml/2006/main">
              <a:ext uri="{FF2B5EF4-FFF2-40B4-BE49-F238E27FC236}">
                <a16:creationId xmlns:a16="http://schemas.microsoft.com/office/drawing/2014/main" id="{B8C70257-12AD-467A-8836-E15570BBE789}"/>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A sequential multi-agent architecture preserves evidence through delivery</a:t>
            </a:r>
            <a:endParaRPr/>
          </a:p>
        </p:txBody>
      </p:sp>
      <p:sp>
        <p:nvSpPr>
          <p:cNvPr id="260" name="Google Shape;260;p7">
            <a:extLst xmlns:a="http://schemas.openxmlformats.org/drawingml/2006/main">
              <a:ext uri="{FF2B5EF4-FFF2-40B4-BE49-F238E27FC236}">
                <a16:creationId xmlns:a16="http://schemas.microsoft.com/office/drawing/2014/main" id="{48BC0779-1A2F-4603-AACA-B6A099F3F981}"/>
              </a:ext>
            </a:extLst>
          </p:cNvPr>
          <p:cNvSpPr>
            <a:spLocks xmlns:a="http://schemas.openxmlformats.org/drawingml/2006/main" noGrp="1"/>
          </p:cNvSpPr>
          <p:nvPr/>
        </p:nvSpPr>
        <p:spPr>
          <a:xfrm xmlns:a="http://schemas.openxmlformats.org/drawingml/2006/main">
            <a:off x="781050" y="1885950"/>
            <a:ext cx="2400300" cy="914400"/>
          </a:xfrm>
          <a:prstGeom xmlns:a="http://schemas.openxmlformats.org/drawingml/2006/main" prst="roundRect">
            <a:avLst>
              <a:gd name="adj" fmla="val 833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1" name="Google Shape;261;p7">
            <a:extLst xmlns:a="http://schemas.openxmlformats.org/drawingml/2006/main">
              <a:ext uri="{FF2B5EF4-FFF2-40B4-BE49-F238E27FC236}">
                <a16:creationId xmlns:a16="http://schemas.microsoft.com/office/drawing/2014/main" id="{D57F7721-2639-41C7-8DE9-E5B72D6DF2F9}"/>
              </a:ext>
            </a:extLst>
          </p:cNvPr>
          <p:cNvSpPr>
            <a:spLocks xmlns:a="http://schemas.openxmlformats.org/drawingml/2006/main" noGrp="1"/>
          </p:cNvSpPr>
          <p:nvPr/>
        </p:nvSpPr>
        <p:spPr>
          <a:xfrm xmlns:a="http://schemas.openxmlformats.org/drawingml/2006/main">
            <a:off x="914400" y="1981200"/>
            <a:ext cx="21336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810"/>
              <a:buFont typeface="Arial"/>
              <a:buNone/>
            </a:pPr>
            <a:r>
              <a:rPr sz="810" b="1">
                <a:solidFill>
                  <a:srgbClr val="3B6EBF"/>
                </a:solidFill>
              </a:rPr>
              <a:t>GOOGLE DRIVE · AUTHORITATIVE INPUTS</a:t>
            </a:r>
            <a:endParaRPr/>
          </a:p>
        </p:txBody>
      </p:sp>
      <p:sp>
        <p:nvSpPr>
          <p:cNvPr id="262" name="Google Shape;262;p7">
            <a:extLst xmlns:a="http://schemas.openxmlformats.org/drawingml/2006/main">
              <a:ext uri="{FF2B5EF4-FFF2-40B4-BE49-F238E27FC236}">
                <a16:creationId xmlns:a16="http://schemas.microsoft.com/office/drawing/2014/main" id="{DF89B948-F3EC-428A-8A41-6C193C571004}"/>
              </a:ext>
            </a:extLst>
          </p:cNvPr>
          <p:cNvSpPr>
            <a:spLocks xmlns:a="http://schemas.openxmlformats.org/drawingml/2006/main" noGrp="1"/>
          </p:cNvSpPr>
          <p:nvPr/>
        </p:nvSpPr>
        <p:spPr>
          <a:xfrm xmlns:a="http://schemas.openxmlformats.org/drawingml/2006/main">
            <a:off x="914400" y="2324100"/>
            <a:ext cx="2133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63"/>
              <a:buFont typeface="Arial"/>
              <a:buNone/>
            </a:pPr>
            <a:r>
              <a:rPr sz="863" b="1">
                <a:solidFill>
                  <a:srgbClr val="1A1A2E"/>
                </a:solidFill>
              </a:rPr>
              <a:t>6 approved files · current-run content</a:t>
            </a:r>
            <a:endParaRPr/>
          </a:p>
          <a:p xmlns:a="http://schemas.openxmlformats.org/drawingml/2006/main">
            <a:pPr marL="0" marR="0" lvl="0" indent="0" algn="l">
              <a:spcBef>
                <a:spcPts val="0"/>
              </a:spcBef>
              <a:spcAft>
                <a:spcPts val="0"/>
              </a:spcAft>
              <a:buClr>
                <a:srgbClr val="1A1A2E"/>
              </a:buClr>
              <a:buSzPts val="863"/>
              <a:buFont typeface="Arial"/>
              <a:buNone/>
            </a:pPr>
            <a:r>
              <a:rPr sz="863" b="1">
                <a:solidFill>
                  <a:srgbClr val="1A1A2E"/>
                </a:solidFill>
              </a:rPr>
              <a:t>SHA-256 hashes</a:t>
            </a:r>
            <a:endParaRPr/>
          </a:p>
        </p:txBody>
      </p:sp>
      <p:sp>
        <p:nvSpPr>
          <p:cNvPr id="263" name="Google Shape;263;p7">
            <a:extLst xmlns:a="http://schemas.openxmlformats.org/drawingml/2006/main">
              <a:ext uri="{FF2B5EF4-FFF2-40B4-BE49-F238E27FC236}">
                <a16:creationId xmlns:a16="http://schemas.microsoft.com/office/drawing/2014/main" id="{34D5D5CE-E7B3-4485-B3F0-C506A6477C23}"/>
              </a:ext>
            </a:extLst>
          </p:cNvPr>
          <p:cNvSpPr>
            <a:spLocks xmlns:a="http://schemas.openxmlformats.org/drawingml/2006/main" noGrp="1"/>
          </p:cNvSpPr>
          <p:nvPr/>
        </p:nvSpPr>
        <p:spPr>
          <a:xfrm xmlns:a="http://schemas.openxmlformats.org/drawingml/2006/main">
            <a:off x="3733800" y="1885950"/>
            <a:ext cx="4724400" cy="914400"/>
          </a:xfrm>
          <a:prstGeom xmlns:a="http://schemas.openxmlformats.org/drawingml/2006/main" prst="roundRect">
            <a:avLst>
              <a:gd name="adj" fmla="val 8333"/>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4" name="Google Shape;264;p7">
            <a:extLst xmlns:a="http://schemas.openxmlformats.org/drawingml/2006/main">
              <a:ext uri="{FF2B5EF4-FFF2-40B4-BE49-F238E27FC236}">
                <a16:creationId xmlns:a16="http://schemas.microsoft.com/office/drawing/2014/main" id="{91505D6C-39CF-4F67-9834-A97F20F4AE62}"/>
              </a:ext>
            </a:extLst>
          </p:cNvPr>
          <p:cNvSpPr>
            <a:spLocks xmlns:a="http://schemas.openxmlformats.org/drawingml/2006/main" noGrp="1"/>
          </p:cNvSpPr>
          <p:nvPr/>
        </p:nvSpPr>
        <p:spPr>
          <a:xfrm xmlns:a="http://schemas.openxmlformats.org/drawingml/2006/main">
            <a:off x="3943350" y="2028825"/>
            <a:ext cx="43053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050"/>
              <a:buFont typeface="Arial"/>
              <a:buNone/>
            </a:pPr>
            <a:r>
              <a:rPr sz="1050" b="1">
                <a:solidFill>
                  <a:srgbClr val="B85042"/>
                </a:solidFill>
              </a:rPr>
              <a:t>v0.3.8 CANDIDATE PARENT</a:t>
            </a:r>
            <a:endParaRPr/>
          </a:p>
        </p:txBody>
      </p:sp>
      <p:sp>
        <p:nvSpPr>
          <p:cNvPr id="265" name="Google Shape;265;p7">
            <a:extLst xmlns:a="http://schemas.openxmlformats.org/drawingml/2006/main">
              <a:ext uri="{FF2B5EF4-FFF2-40B4-BE49-F238E27FC236}">
                <a16:creationId xmlns:a16="http://schemas.microsoft.com/office/drawing/2014/main" id="{95D1E11E-9B28-405D-8F92-AE289E726B54}"/>
              </a:ext>
            </a:extLst>
          </p:cNvPr>
          <p:cNvSpPr>
            <a:spLocks xmlns:a="http://schemas.openxmlformats.org/drawingml/2006/main" noGrp="1"/>
          </p:cNvSpPr>
          <p:nvPr/>
        </p:nvSpPr>
        <p:spPr>
          <a:xfrm xmlns:a="http://schemas.openxmlformats.org/drawingml/2006/main">
            <a:off x="3943350" y="2324100"/>
            <a:ext cx="4305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13"/>
              <a:buFont typeface="Arial"/>
              <a:buNone/>
            </a:pPr>
            <a:r>
              <a:rPr sz="1013" b="1">
                <a:solidFill>
                  <a:srgbClr val="1A1A2E"/>
                </a:solidFill>
              </a:rPr>
              <a:t>Manual trigger · run identity · dynamic stage contracts</a:t>
            </a:r>
            <a:endParaRPr/>
          </a:p>
        </p:txBody>
      </p:sp>
      <p:sp>
        <p:nvSpPr>
          <p:cNvPr id="266" name="Google Shape;266;p7">
            <a:extLst xmlns:a="http://schemas.openxmlformats.org/drawingml/2006/main">
              <a:ext uri="{FF2B5EF4-FFF2-40B4-BE49-F238E27FC236}">
                <a16:creationId xmlns:a16="http://schemas.microsoft.com/office/drawing/2014/main" id="{E6C2BA9E-0E1C-405E-A110-1F7B077463D5}"/>
              </a:ext>
            </a:extLst>
          </p:cNvPr>
          <p:cNvSpPr>
            <a:spLocks xmlns:a="http://schemas.openxmlformats.org/drawingml/2006/main" noGrp="1"/>
          </p:cNvSpPr>
          <p:nvPr/>
        </p:nvSpPr>
        <p:spPr>
          <a:xfrm xmlns:a="http://schemas.openxmlformats.org/drawingml/2006/main">
            <a:off x="9010650" y="1885950"/>
            <a:ext cx="2419350" cy="914400"/>
          </a:xfrm>
          <a:prstGeom xmlns:a="http://schemas.openxmlformats.org/drawingml/2006/main" prst="roundRect">
            <a:avLst>
              <a:gd name="adj" fmla="val 8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7" name="Google Shape;267;p7">
            <a:extLst xmlns:a="http://schemas.openxmlformats.org/drawingml/2006/main">
              <a:ext uri="{FF2B5EF4-FFF2-40B4-BE49-F238E27FC236}">
                <a16:creationId xmlns:a16="http://schemas.microsoft.com/office/drawing/2014/main" id="{A319F673-4C32-4944-961A-28543063DBA7}"/>
              </a:ext>
            </a:extLst>
          </p:cNvPr>
          <p:cNvSpPr>
            <a:spLocks xmlns:a="http://schemas.openxmlformats.org/drawingml/2006/main" noGrp="1"/>
          </p:cNvSpPr>
          <p:nvPr/>
        </p:nvSpPr>
        <p:spPr>
          <a:xfrm xmlns:a="http://schemas.openxmlformats.org/drawingml/2006/main">
            <a:off x="9144000" y="1981200"/>
            <a:ext cx="21526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10"/>
              <a:buFont typeface="Arial"/>
              <a:buNone/>
            </a:pPr>
            <a:r>
              <a:rPr sz="810" b="1">
                <a:solidFill>
                  <a:srgbClr val="2F6F57"/>
                </a:solidFill>
              </a:rPr>
              <a:t>GOOGLE DRIVE · CANDIDATE OUTPUTS</a:t>
            </a:r>
            <a:endParaRPr/>
          </a:p>
        </p:txBody>
      </p:sp>
      <p:sp>
        <p:nvSpPr>
          <p:cNvPr id="268" name="Google Shape;268;p7">
            <a:extLst xmlns:a="http://schemas.openxmlformats.org/drawingml/2006/main">
              <a:ext uri="{FF2B5EF4-FFF2-40B4-BE49-F238E27FC236}">
                <a16:creationId xmlns:a16="http://schemas.microsoft.com/office/drawing/2014/main" id="{D79EA9BB-59D4-4EFB-A9DB-BD304AD13C3E}"/>
              </a:ext>
            </a:extLst>
          </p:cNvPr>
          <p:cNvSpPr>
            <a:spLocks xmlns:a="http://schemas.openxmlformats.org/drawingml/2006/main" noGrp="1"/>
          </p:cNvSpPr>
          <p:nvPr/>
        </p:nvSpPr>
        <p:spPr>
          <a:xfrm xmlns:a="http://schemas.openxmlformats.org/drawingml/2006/main">
            <a:off x="9144000" y="2324100"/>
            <a:ext cx="21526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7 summary, PRD, story, sizing,</a:t>
            </a:r>
            <a:endParaRPr/>
          </a:p>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and lineage artifacts</a:t>
            </a:r>
            <a:endParaRPr/>
          </a:p>
        </p:txBody>
      </p:sp>
      <p:cxnSp>
        <p:nvCxnSpPr>
          <p:cNvPr id="380" name="Google Shape;269;p7"/>
          <p:cNvCxnSpPr>
            <a:stCxn xmlns:a="http://schemas.openxmlformats.org/drawingml/2006/main" id="260" idx="3"/>
            <a:endCxn xmlns:a="http://schemas.openxmlformats.org/drawingml/2006/main" id="263" idx="1"/>
          </p:cNvCxnSpPr>
          <p:nvPr/>
        </p:nvCxnSpPr>
        <p:spPr>
          <a:xfrm xmlns:a="http://schemas.openxmlformats.org/drawingml/2006/main">
            <a:off x="3181350" y="2343150"/>
            <a:ext cx="552600" cy="0"/>
          </a:xfrm>
          <a:prstGeom xmlns:a="http://schemas.openxmlformats.org/drawingml/2006/main" prst="straightConnector1">
            <a:avLst/>
          </a:prstGeom>
          <a:ln xmlns:a="http://schemas.openxmlformats.org/drawingml/2006/main" w="23800" cap="flat">
            <a:solidFill>
              <a:srgbClr val="B85042"/>
            </a:solidFill>
            <a:prstDash val="solid"/>
            <a:round/>
            <a:headEnd type="none" w="sm" len="sm"/>
            <a:tailEnd type="triangle" w="med" len="med"/>
          </a:ln>
        </p:spPr>
      </p:cxnSp>
      <p:cxnSp>
        <p:nvCxnSpPr>
          <p:cNvPr id="381" name="Google Shape;270;p7"/>
          <p:cNvCxnSpPr>
            <a:stCxn xmlns:a="http://schemas.openxmlformats.org/drawingml/2006/main" id="263" idx="3"/>
            <a:endCxn xmlns:a="http://schemas.openxmlformats.org/drawingml/2006/main" id="266" idx="1"/>
          </p:cNvCxnSpPr>
          <p:nvPr/>
        </p:nvCxnSpPr>
        <p:spPr>
          <a:xfrm xmlns:a="http://schemas.openxmlformats.org/drawingml/2006/main">
            <a:off x="8458200" y="2343150"/>
            <a:ext cx="552600" cy="0"/>
          </a:xfrm>
          <a:prstGeom xmlns:a="http://schemas.openxmlformats.org/drawingml/2006/main" prst="straightConnector1">
            <a:avLst/>
          </a:prstGeom>
          <a:ln xmlns:a="http://schemas.openxmlformats.org/drawingml/2006/main" w="23800" cap="flat">
            <a:solidFill>
              <a:srgbClr val="B85042"/>
            </a:solidFill>
            <a:prstDash val="solid"/>
            <a:round/>
            <a:headEnd type="none" w="sm" len="sm"/>
            <a:tailEnd type="triangle" w="med" len="med"/>
          </a:ln>
        </p:spPr>
      </p:cxnSp>
      <p:sp>
        <p:nvSpPr>
          <p:cNvPr id="271" name="Google Shape;271;p7">
            <a:extLst xmlns:a="http://schemas.openxmlformats.org/drawingml/2006/main">
              <a:ext uri="{FF2B5EF4-FFF2-40B4-BE49-F238E27FC236}">
                <a16:creationId xmlns:a16="http://schemas.microsoft.com/office/drawing/2014/main" id="{47B0F77E-CB6B-46C5-BC6C-B4367D83E542}"/>
              </a:ext>
            </a:extLst>
          </p:cNvPr>
          <p:cNvSpPr>
            <a:spLocks xmlns:a="http://schemas.openxmlformats.org/drawingml/2006/main" noGrp="1"/>
          </p:cNvSpPr>
          <p:nvPr/>
        </p:nvSpPr>
        <p:spPr>
          <a:xfrm xmlns:a="http://schemas.openxmlformats.org/drawingml/2006/main">
            <a:off x="781050" y="3009900"/>
            <a:ext cx="3048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GOVERNED EXECUTION PATH</a:t>
            </a:r>
            <a:endParaRPr/>
          </a:p>
        </p:txBody>
      </p:sp>
      <p:sp>
        <p:nvSpPr>
          <p:cNvPr id="272" name="Google Shape;272;p7">
            <a:extLst xmlns:a="http://schemas.openxmlformats.org/drawingml/2006/main">
              <a:ext uri="{FF2B5EF4-FFF2-40B4-BE49-F238E27FC236}">
                <a16:creationId xmlns:a16="http://schemas.microsoft.com/office/drawing/2014/main" id="{CD4B157E-8A52-4ABD-A917-26FDAEECA2AC}"/>
              </a:ext>
            </a:extLst>
          </p:cNvPr>
          <p:cNvSpPr>
            <a:spLocks xmlns:a="http://schemas.openxmlformats.org/drawingml/2006/main" noGrp="1"/>
          </p:cNvSpPr>
          <p:nvPr/>
        </p:nvSpPr>
        <p:spPr>
          <a:xfrm xmlns:a="http://schemas.openxmlformats.org/drawingml/2006/main">
            <a:off x="781050" y="3371850"/>
            <a:ext cx="1104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3" name="Google Shape;273;p7">
            <a:extLst xmlns:a="http://schemas.openxmlformats.org/drawingml/2006/main">
              <a:ext uri="{FF2B5EF4-FFF2-40B4-BE49-F238E27FC236}">
                <a16:creationId xmlns:a16="http://schemas.microsoft.com/office/drawing/2014/main" id="{DEEBAF8D-CFFD-4EB1-BC67-22DB56B71AF9}"/>
              </a:ext>
            </a:extLst>
          </p:cNvPr>
          <p:cNvSpPr>
            <a:spLocks xmlns:a="http://schemas.openxmlformats.org/drawingml/2006/main" noGrp="1"/>
          </p:cNvSpPr>
          <p:nvPr/>
        </p:nvSpPr>
        <p:spPr>
          <a:xfrm xmlns:a="http://schemas.openxmlformats.org/drawingml/2006/main">
            <a:off x="895350" y="3467100"/>
            <a:ext cx="876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01</a:t>
            </a:r>
            <a:endParaRPr/>
          </a:p>
        </p:txBody>
      </p:sp>
      <p:sp>
        <p:nvSpPr>
          <p:cNvPr id="274" name="Google Shape;274;p7">
            <a:extLst xmlns:a="http://schemas.openxmlformats.org/drawingml/2006/main">
              <a:ext uri="{FF2B5EF4-FFF2-40B4-BE49-F238E27FC236}">
                <a16:creationId xmlns:a16="http://schemas.microsoft.com/office/drawing/2014/main" id="{520575CB-D7E3-4F0C-8809-BF148299F8D0}"/>
              </a:ext>
            </a:extLst>
          </p:cNvPr>
          <p:cNvSpPr>
            <a:spLocks xmlns:a="http://schemas.openxmlformats.org/drawingml/2006/main" noGrp="1"/>
          </p:cNvSpPr>
          <p:nvPr/>
        </p:nvSpPr>
        <p:spPr>
          <a:xfrm xmlns:a="http://schemas.openxmlformats.org/drawingml/2006/main">
            <a:off x="857250" y="3705225"/>
            <a:ext cx="95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Drive +</a:t>
            </a:r>
            <a:endParaRPr/>
          </a:p>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clarification gate</a:t>
            </a:r>
            <a:endParaRPr/>
          </a:p>
        </p:txBody>
      </p:sp>
      <p:sp>
        <p:nvSpPr>
          <p:cNvPr id="275" name="Google Shape;275;p7">
            <a:extLst xmlns:a="http://schemas.openxmlformats.org/drawingml/2006/main">
              <a:ext uri="{FF2B5EF4-FFF2-40B4-BE49-F238E27FC236}">
                <a16:creationId xmlns:a16="http://schemas.microsoft.com/office/drawing/2014/main" id="{3938F4D2-04AB-4654-A868-C891A260AC44}"/>
              </a:ext>
            </a:extLst>
          </p:cNvPr>
          <p:cNvSpPr>
            <a:spLocks xmlns:a="http://schemas.openxmlformats.org/drawingml/2006/main" noGrp="1"/>
          </p:cNvSpPr>
          <p:nvPr/>
        </p:nvSpPr>
        <p:spPr>
          <a:xfrm xmlns:a="http://schemas.openxmlformats.org/drawingml/2006/main">
            <a:off x="2143125" y="3371850"/>
            <a:ext cx="1104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6" name="Google Shape;276;p7">
            <a:extLst xmlns:a="http://schemas.openxmlformats.org/drawingml/2006/main">
              <a:ext uri="{FF2B5EF4-FFF2-40B4-BE49-F238E27FC236}">
                <a16:creationId xmlns:a16="http://schemas.microsoft.com/office/drawing/2014/main" id="{F2496F5D-CB4D-43D6-83D3-0A0B981EE3C6}"/>
              </a:ext>
            </a:extLst>
          </p:cNvPr>
          <p:cNvSpPr>
            <a:spLocks xmlns:a="http://schemas.openxmlformats.org/drawingml/2006/main" noGrp="1"/>
          </p:cNvSpPr>
          <p:nvPr/>
        </p:nvSpPr>
        <p:spPr>
          <a:xfrm xmlns:a="http://schemas.openxmlformats.org/drawingml/2006/main">
            <a:off x="2257425" y="3467100"/>
            <a:ext cx="876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02</a:t>
            </a:r>
            <a:endParaRPr/>
          </a:p>
        </p:txBody>
      </p:sp>
      <p:sp>
        <p:nvSpPr>
          <p:cNvPr id="277" name="Google Shape;277;p7">
            <a:extLst xmlns:a="http://schemas.openxmlformats.org/drawingml/2006/main">
              <a:ext uri="{FF2B5EF4-FFF2-40B4-BE49-F238E27FC236}">
                <a16:creationId xmlns:a16="http://schemas.microsoft.com/office/drawing/2014/main" id="{99F70D23-80B7-49A8-B827-EFA56942DDEA}"/>
              </a:ext>
            </a:extLst>
          </p:cNvPr>
          <p:cNvSpPr>
            <a:spLocks xmlns:a="http://schemas.openxmlformats.org/drawingml/2006/main" noGrp="1"/>
          </p:cNvSpPr>
          <p:nvPr/>
        </p:nvSpPr>
        <p:spPr>
          <a:xfrm xmlns:a="http://schemas.openxmlformats.org/drawingml/2006/main">
            <a:off x="2219325" y="3705225"/>
            <a:ext cx="95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Requirement</a:t>
            </a:r>
            <a:endParaRPr/>
          </a:p>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extractor</a:t>
            </a:r>
            <a:endParaRPr/>
          </a:p>
        </p:txBody>
      </p:sp>
      <p:sp>
        <p:nvSpPr>
          <p:cNvPr id="278" name="Google Shape;278;p7">
            <a:extLst xmlns:a="http://schemas.openxmlformats.org/drawingml/2006/main">
              <a:ext uri="{FF2B5EF4-FFF2-40B4-BE49-F238E27FC236}">
                <a16:creationId xmlns:a16="http://schemas.microsoft.com/office/drawing/2014/main" id="{EE405E46-9610-45C6-A05D-E390C477094B}"/>
              </a:ext>
            </a:extLst>
          </p:cNvPr>
          <p:cNvSpPr>
            <a:spLocks xmlns:a="http://schemas.openxmlformats.org/drawingml/2006/main" noGrp="1"/>
          </p:cNvSpPr>
          <p:nvPr/>
        </p:nvSpPr>
        <p:spPr>
          <a:xfrm xmlns:a="http://schemas.openxmlformats.org/drawingml/2006/main">
            <a:off x="3505200" y="3371850"/>
            <a:ext cx="1104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9" name="Google Shape;279;p7">
            <a:extLst xmlns:a="http://schemas.openxmlformats.org/drawingml/2006/main">
              <a:ext uri="{FF2B5EF4-FFF2-40B4-BE49-F238E27FC236}">
                <a16:creationId xmlns:a16="http://schemas.microsoft.com/office/drawing/2014/main" id="{727BFE08-3B7F-4EEF-97EC-63EA4D5A3807}"/>
              </a:ext>
            </a:extLst>
          </p:cNvPr>
          <p:cNvSpPr>
            <a:spLocks xmlns:a="http://schemas.openxmlformats.org/drawingml/2006/main" noGrp="1"/>
          </p:cNvSpPr>
          <p:nvPr/>
        </p:nvSpPr>
        <p:spPr>
          <a:xfrm xmlns:a="http://schemas.openxmlformats.org/drawingml/2006/main">
            <a:off x="3619500" y="3467100"/>
            <a:ext cx="876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03</a:t>
            </a:r>
            <a:endParaRPr/>
          </a:p>
        </p:txBody>
      </p:sp>
      <p:sp>
        <p:nvSpPr>
          <p:cNvPr id="280" name="Google Shape;280;p7">
            <a:extLst xmlns:a="http://schemas.openxmlformats.org/drawingml/2006/main">
              <a:ext uri="{FF2B5EF4-FFF2-40B4-BE49-F238E27FC236}">
                <a16:creationId xmlns:a16="http://schemas.microsoft.com/office/drawing/2014/main" id="{3FCDA6A3-095E-48F1-9B79-EFFFA579DDB2}"/>
              </a:ext>
            </a:extLst>
          </p:cNvPr>
          <p:cNvSpPr>
            <a:spLocks xmlns:a="http://schemas.openxmlformats.org/drawingml/2006/main" noGrp="1"/>
          </p:cNvSpPr>
          <p:nvPr/>
        </p:nvSpPr>
        <p:spPr>
          <a:xfrm xmlns:a="http://schemas.openxmlformats.org/drawingml/2006/main">
            <a:off x="3581400" y="3705225"/>
            <a:ext cx="95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Gap</a:t>
            </a:r>
            <a:endParaRPr/>
          </a:p>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analyzer</a:t>
            </a:r>
            <a:endParaRPr/>
          </a:p>
        </p:txBody>
      </p:sp>
      <p:sp>
        <p:nvSpPr>
          <p:cNvPr id="281" name="Google Shape;281;p7">
            <a:extLst xmlns:a="http://schemas.openxmlformats.org/drawingml/2006/main">
              <a:ext uri="{FF2B5EF4-FFF2-40B4-BE49-F238E27FC236}">
                <a16:creationId xmlns:a16="http://schemas.microsoft.com/office/drawing/2014/main" id="{2E43BBC7-70FB-4E31-9F5B-94470C53B5CA}"/>
              </a:ext>
            </a:extLst>
          </p:cNvPr>
          <p:cNvSpPr>
            <a:spLocks xmlns:a="http://schemas.openxmlformats.org/drawingml/2006/main" noGrp="1"/>
          </p:cNvSpPr>
          <p:nvPr/>
        </p:nvSpPr>
        <p:spPr>
          <a:xfrm xmlns:a="http://schemas.openxmlformats.org/drawingml/2006/main">
            <a:off x="4867275" y="3371850"/>
            <a:ext cx="1104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2" name="Google Shape;282;p7">
            <a:extLst xmlns:a="http://schemas.openxmlformats.org/drawingml/2006/main">
              <a:ext uri="{FF2B5EF4-FFF2-40B4-BE49-F238E27FC236}">
                <a16:creationId xmlns:a16="http://schemas.microsoft.com/office/drawing/2014/main" id="{AB074C5A-621D-4BF5-9EEC-83F453B776DC}"/>
              </a:ext>
            </a:extLst>
          </p:cNvPr>
          <p:cNvSpPr>
            <a:spLocks xmlns:a="http://schemas.openxmlformats.org/drawingml/2006/main" noGrp="1"/>
          </p:cNvSpPr>
          <p:nvPr/>
        </p:nvSpPr>
        <p:spPr>
          <a:xfrm xmlns:a="http://schemas.openxmlformats.org/drawingml/2006/main">
            <a:off x="4981575" y="3467100"/>
            <a:ext cx="876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04</a:t>
            </a:r>
            <a:endParaRPr/>
          </a:p>
        </p:txBody>
      </p:sp>
      <p:sp>
        <p:nvSpPr>
          <p:cNvPr id="283" name="Google Shape;283;p7">
            <a:extLst xmlns:a="http://schemas.openxmlformats.org/drawingml/2006/main">
              <a:ext uri="{FF2B5EF4-FFF2-40B4-BE49-F238E27FC236}">
                <a16:creationId xmlns:a16="http://schemas.microsoft.com/office/drawing/2014/main" id="{8A686323-4BE5-46D5-B69E-FE1BF9483D99}"/>
              </a:ext>
            </a:extLst>
          </p:cNvPr>
          <p:cNvSpPr>
            <a:spLocks xmlns:a="http://schemas.openxmlformats.org/drawingml/2006/main" noGrp="1"/>
          </p:cNvSpPr>
          <p:nvPr/>
        </p:nvSpPr>
        <p:spPr>
          <a:xfrm xmlns:a="http://schemas.openxmlformats.org/drawingml/2006/main">
            <a:off x="4943475" y="3705225"/>
            <a:ext cx="95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Human</a:t>
            </a:r>
            <a:endParaRPr/>
          </a:p>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approval</a:t>
            </a:r>
            <a:endParaRPr/>
          </a:p>
        </p:txBody>
      </p:sp>
      <p:sp>
        <p:nvSpPr>
          <p:cNvPr id="284" name="Google Shape;284;p7">
            <a:extLst xmlns:a="http://schemas.openxmlformats.org/drawingml/2006/main">
              <a:ext uri="{FF2B5EF4-FFF2-40B4-BE49-F238E27FC236}">
                <a16:creationId xmlns:a16="http://schemas.microsoft.com/office/drawing/2014/main" id="{818F775E-6ACB-4C4D-9B89-25CA8BC6236F}"/>
              </a:ext>
            </a:extLst>
          </p:cNvPr>
          <p:cNvSpPr>
            <a:spLocks xmlns:a="http://schemas.openxmlformats.org/drawingml/2006/main" noGrp="1"/>
          </p:cNvSpPr>
          <p:nvPr/>
        </p:nvSpPr>
        <p:spPr>
          <a:xfrm xmlns:a="http://schemas.openxmlformats.org/drawingml/2006/main">
            <a:off x="6229350" y="3371850"/>
            <a:ext cx="1104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5" name="Google Shape;285;p7">
            <a:extLst xmlns:a="http://schemas.openxmlformats.org/drawingml/2006/main">
              <a:ext uri="{FF2B5EF4-FFF2-40B4-BE49-F238E27FC236}">
                <a16:creationId xmlns:a16="http://schemas.microsoft.com/office/drawing/2014/main" id="{F4F5CE9F-13AA-4CB0-8F68-8F03E6989931}"/>
              </a:ext>
            </a:extLst>
          </p:cNvPr>
          <p:cNvSpPr>
            <a:spLocks xmlns:a="http://schemas.openxmlformats.org/drawingml/2006/main" noGrp="1"/>
          </p:cNvSpPr>
          <p:nvPr/>
        </p:nvSpPr>
        <p:spPr>
          <a:xfrm xmlns:a="http://schemas.openxmlformats.org/drawingml/2006/main">
            <a:off x="6343650" y="3467100"/>
            <a:ext cx="876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05</a:t>
            </a:r>
            <a:endParaRPr/>
          </a:p>
        </p:txBody>
      </p:sp>
      <p:sp>
        <p:nvSpPr>
          <p:cNvPr id="286" name="Google Shape;286;p7">
            <a:extLst xmlns:a="http://schemas.openxmlformats.org/drawingml/2006/main">
              <a:ext uri="{FF2B5EF4-FFF2-40B4-BE49-F238E27FC236}">
                <a16:creationId xmlns:a16="http://schemas.microsoft.com/office/drawing/2014/main" id="{DE8B7A90-CC45-4504-8D59-BFB638DB97ED}"/>
              </a:ext>
            </a:extLst>
          </p:cNvPr>
          <p:cNvSpPr>
            <a:spLocks xmlns:a="http://schemas.openxmlformats.org/drawingml/2006/main" noGrp="1"/>
          </p:cNvSpPr>
          <p:nvPr/>
        </p:nvSpPr>
        <p:spPr>
          <a:xfrm xmlns:a="http://schemas.openxmlformats.org/drawingml/2006/main">
            <a:off x="6305550" y="3705225"/>
            <a:ext cx="95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Production</a:t>
            </a:r>
            <a:endParaRPr/>
          </a:p>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PRD</a:t>
            </a:r>
            <a:endParaRPr/>
          </a:p>
        </p:txBody>
      </p:sp>
      <p:sp>
        <p:nvSpPr>
          <p:cNvPr id="287" name="Google Shape;287;p7">
            <a:extLst xmlns:a="http://schemas.openxmlformats.org/drawingml/2006/main">
              <a:ext uri="{FF2B5EF4-FFF2-40B4-BE49-F238E27FC236}">
                <a16:creationId xmlns:a16="http://schemas.microsoft.com/office/drawing/2014/main" id="{19C2C1FE-3518-415A-B637-BC1EB08087D5}"/>
              </a:ext>
            </a:extLst>
          </p:cNvPr>
          <p:cNvSpPr>
            <a:spLocks xmlns:a="http://schemas.openxmlformats.org/drawingml/2006/main" noGrp="1"/>
          </p:cNvSpPr>
          <p:nvPr/>
        </p:nvSpPr>
        <p:spPr>
          <a:xfrm xmlns:a="http://schemas.openxmlformats.org/drawingml/2006/main">
            <a:off x="7591425" y="3371850"/>
            <a:ext cx="1104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8" name="Google Shape;288;p7">
            <a:extLst xmlns:a="http://schemas.openxmlformats.org/drawingml/2006/main">
              <a:ext uri="{FF2B5EF4-FFF2-40B4-BE49-F238E27FC236}">
                <a16:creationId xmlns:a16="http://schemas.microsoft.com/office/drawing/2014/main" id="{898DDBA6-AF03-4F39-8946-2F82F36B4123}"/>
              </a:ext>
            </a:extLst>
          </p:cNvPr>
          <p:cNvSpPr>
            <a:spLocks xmlns:a="http://schemas.openxmlformats.org/drawingml/2006/main" noGrp="1"/>
          </p:cNvSpPr>
          <p:nvPr/>
        </p:nvSpPr>
        <p:spPr>
          <a:xfrm xmlns:a="http://schemas.openxmlformats.org/drawingml/2006/main">
            <a:off x="7705725" y="3467100"/>
            <a:ext cx="876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06</a:t>
            </a:r>
            <a:endParaRPr/>
          </a:p>
        </p:txBody>
      </p:sp>
      <p:sp>
        <p:nvSpPr>
          <p:cNvPr id="289" name="Google Shape;289;p7">
            <a:extLst xmlns:a="http://schemas.openxmlformats.org/drawingml/2006/main">
              <a:ext uri="{FF2B5EF4-FFF2-40B4-BE49-F238E27FC236}">
                <a16:creationId xmlns:a16="http://schemas.microsoft.com/office/drawing/2014/main" id="{CC48AF36-6C29-4101-A577-62D79235843E}"/>
              </a:ext>
            </a:extLst>
          </p:cNvPr>
          <p:cNvSpPr>
            <a:spLocks xmlns:a="http://schemas.openxmlformats.org/drawingml/2006/main" noGrp="1"/>
          </p:cNvSpPr>
          <p:nvPr/>
        </p:nvSpPr>
        <p:spPr>
          <a:xfrm xmlns:a="http://schemas.openxmlformats.org/drawingml/2006/main">
            <a:off x="7667625" y="3705225"/>
            <a:ext cx="95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Story</a:t>
            </a:r>
            <a:endParaRPr/>
          </a:p>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breakdown</a:t>
            </a:r>
            <a:endParaRPr/>
          </a:p>
        </p:txBody>
      </p:sp>
      <p:sp>
        <p:nvSpPr>
          <p:cNvPr id="290" name="Google Shape;290;p7">
            <a:extLst xmlns:a="http://schemas.openxmlformats.org/drawingml/2006/main">
              <a:ext uri="{FF2B5EF4-FFF2-40B4-BE49-F238E27FC236}">
                <a16:creationId xmlns:a16="http://schemas.microsoft.com/office/drawing/2014/main" id="{39DAEB26-1483-42BA-BF7A-5DBFB881FE55}"/>
              </a:ext>
            </a:extLst>
          </p:cNvPr>
          <p:cNvSpPr>
            <a:spLocks xmlns:a="http://schemas.openxmlformats.org/drawingml/2006/main" noGrp="1"/>
          </p:cNvSpPr>
          <p:nvPr/>
        </p:nvSpPr>
        <p:spPr>
          <a:xfrm xmlns:a="http://schemas.openxmlformats.org/drawingml/2006/main">
            <a:off x="8953500" y="3371850"/>
            <a:ext cx="11049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1" name="Google Shape;291;p7">
            <a:extLst xmlns:a="http://schemas.openxmlformats.org/drawingml/2006/main">
              <a:ext uri="{FF2B5EF4-FFF2-40B4-BE49-F238E27FC236}">
                <a16:creationId xmlns:a16="http://schemas.microsoft.com/office/drawing/2014/main" id="{7E5CA18D-CB4E-433F-9D7C-1690ADDD7097}"/>
              </a:ext>
            </a:extLst>
          </p:cNvPr>
          <p:cNvSpPr>
            <a:spLocks xmlns:a="http://schemas.openxmlformats.org/drawingml/2006/main" noGrp="1"/>
          </p:cNvSpPr>
          <p:nvPr/>
        </p:nvSpPr>
        <p:spPr>
          <a:xfrm xmlns:a="http://schemas.openxmlformats.org/drawingml/2006/main">
            <a:off x="9067800" y="3467100"/>
            <a:ext cx="876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07</a:t>
            </a:r>
            <a:endParaRPr/>
          </a:p>
        </p:txBody>
      </p:sp>
      <p:sp>
        <p:nvSpPr>
          <p:cNvPr id="292" name="Google Shape;292;p7">
            <a:extLst xmlns:a="http://schemas.openxmlformats.org/drawingml/2006/main">
              <a:ext uri="{FF2B5EF4-FFF2-40B4-BE49-F238E27FC236}">
                <a16:creationId xmlns:a16="http://schemas.microsoft.com/office/drawing/2014/main" id="{E1ED9936-9E2E-4DB2-84EA-FA39BA8DF9A4}"/>
              </a:ext>
            </a:extLst>
          </p:cNvPr>
          <p:cNvSpPr>
            <a:spLocks xmlns:a="http://schemas.openxmlformats.org/drawingml/2006/main" noGrp="1"/>
          </p:cNvSpPr>
          <p:nvPr/>
        </p:nvSpPr>
        <p:spPr>
          <a:xfrm xmlns:a="http://schemas.openxmlformats.org/drawingml/2006/main">
            <a:off x="9029700" y="3705225"/>
            <a:ext cx="95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Validator</a:t>
            </a:r>
            <a:endParaRPr/>
          </a:p>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 export</a:t>
            </a:r>
            <a:endParaRPr/>
          </a:p>
        </p:txBody>
      </p:sp>
      <p:sp>
        <p:nvSpPr>
          <p:cNvPr id="293" name="Google Shape;293;p7">
            <a:extLst xmlns:a="http://schemas.openxmlformats.org/drawingml/2006/main">
              <a:ext uri="{FF2B5EF4-FFF2-40B4-BE49-F238E27FC236}">
                <a16:creationId xmlns:a16="http://schemas.microsoft.com/office/drawing/2014/main" id="{BF38DCEE-05ED-4939-8352-AC7AC97C0150}"/>
              </a:ext>
            </a:extLst>
          </p:cNvPr>
          <p:cNvSpPr>
            <a:spLocks xmlns:a="http://schemas.openxmlformats.org/drawingml/2006/main" noGrp="1"/>
          </p:cNvSpPr>
          <p:nvPr/>
        </p:nvSpPr>
        <p:spPr>
          <a:xfrm xmlns:a="http://schemas.openxmlformats.org/drawingml/2006/main">
            <a:off x="10315575" y="3371850"/>
            <a:ext cx="1104900" cy="1028700"/>
          </a:xfrm>
          <a:prstGeom xmlns:a="http://schemas.openxmlformats.org/drawingml/2006/main" prst="roundRect">
            <a:avLst>
              <a:gd name="adj" fmla="val 740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4" name="Google Shape;294;p7">
            <a:extLst xmlns:a="http://schemas.openxmlformats.org/drawingml/2006/main">
              <a:ext uri="{FF2B5EF4-FFF2-40B4-BE49-F238E27FC236}">
                <a16:creationId xmlns:a16="http://schemas.microsoft.com/office/drawing/2014/main" id="{7F631D2F-1417-4D25-BA18-4167EF39B0B7}"/>
              </a:ext>
            </a:extLst>
          </p:cNvPr>
          <p:cNvSpPr>
            <a:spLocks xmlns:a="http://schemas.openxmlformats.org/drawingml/2006/main" noGrp="1"/>
          </p:cNvSpPr>
          <p:nvPr/>
        </p:nvSpPr>
        <p:spPr>
          <a:xfrm xmlns:a="http://schemas.openxmlformats.org/drawingml/2006/main">
            <a:off x="10429875" y="3467100"/>
            <a:ext cx="876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25"/>
              <a:buFont typeface="Arial"/>
              <a:buNone/>
            </a:pPr>
            <a:r>
              <a:rPr sz="825" b="1">
                <a:solidFill>
                  <a:srgbClr val="2F6F57"/>
                </a:solidFill>
              </a:rPr>
              <a:t>POST</a:t>
            </a:r>
            <a:endParaRPr/>
          </a:p>
        </p:txBody>
      </p:sp>
      <p:sp>
        <p:nvSpPr>
          <p:cNvPr id="295" name="Google Shape;295;p7">
            <a:extLst xmlns:a="http://schemas.openxmlformats.org/drawingml/2006/main">
              <a:ext uri="{FF2B5EF4-FFF2-40B4-BE49-F238E27FC236}">
                <a16:creationId xmlns:a16="http://schemas.microsoft.com/office/drawing/2014/main" id="{06215E41-B1AF-45A4-A358-482B89687A77}"/>
              </a:ext>
            </a:extLst>
          </p:cNvPr>
          <p:cNvSpPr>
            <a:spLocks xmlns:a="http://schemas.openxmlformats.org/drawingml/2006/main" noGrp="1"/>
          </p:cNvSpPr>
          <p:nvPr/>
        </p:nvSpPr>
        <p:spPr>
          <a:xfrm xmlns:a="http://schemas.openxmlformats.org/drawingml/2006/main">
            <a:off x="10391775" y="3705225"/>
            <a:ext cx="952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T-shirt</a:t>
            </a:r>
            <a:endParaRPr/>
          </a:p>
          <a:p xmlns:a="http://schemas.openxmlformats.org/drawingml/2006/main">
            <a:pPr marL="0" marR="0" lvl="0" indent="0" algn="l">
              <a:spcBef>
                <a:spcPts val="0"/>
              </a:spcBef>
              <a:spcAft>
                <a:spcPts val="0"/>
              </a:spcAft>
              <a:buClr>
                <a:srgbClr val="1A1A2E"/>
              </a:buClr>
              <a:buSzPts val="914"/>
              <a:buFont typeface="Arial"/>
              <a:buNone/>
            </a:pPr>
            <a:r>
              <a:rPr sz="915" b="1">
                <a:solidFill>
                  <a:srgbClr val="1A1A2E"/>
                </a:solidFill>
              </a:rPr>
              <a:t>sizing</a:t>
            </a:r>
            <a:endParaRPr/>
          </a:p>
        </p:txBody>
      </p:sp>
      <p:sp>
        <p:nvSpPr>
          <p:cNvPr id="296" name="Google Shape;296;p7">
            <a:extLst xmlns:a="http://schemas.openxmlformats.org/drawingml/2006/main">
              <a:ext uri="{FF2B5EF4-FFF2-40B4-BE49-F238E27FC236}">
                <a16:creationId xmlns:a16="http://schemas.microsoft.com/office/drawing/2014/main" id="{9D3E2A69-AC44-4C1F-AD6D-8B14FCC47882}"/>
              </a:ext>
            </a:extLst>
          </p:cNvPr>
          <p:cNvSpPr>
            <a:spLocks xmlns:a="http://schemas.openxmlformats.org/drawingml/2006/main" noGrp="1"/>
          </p:cNvSpPr>
          <p:nvPr/>
        </p:nvSpPr>
        <p:spPr>
          <a:xfrm xmlns:a="http://schemas.openxmlformats.org/drawingml/2006/main">
            <a:off x="6076950" y="3295650"/>
            <a:ext cx="38100" cy="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cxnSp>
        <p:nvCxnSpPr>
          <p:cNvPr id="408" name="Google Shape;297;p7"/>
          <p:cNvCxnSpPr>
            <a:stCxn xmlns:a="http://schemas.openxmlformats.org/drawingml/2006/main" id="263" idx="2"/>
            <a:endCxn xmlns:a="http://schemas.openxmlformats.org/drawingml/2006/main" id="296" idx="0"/>
          </p:cNvCxnSpPr>
          <p:nvPr/>
        </p:nvCxnSpPr>
        <p:spPr>
          <a:xfrm xmlns:a="http://schemas.openxmlformats.org/drawingml/2006/main">
            <a:off x="6096000" y="2800350"/>
            <a:ext cx="0" cy="495300"/>
          </a:xfrm>
          <a:prstGeom xmlns:a="http://schemas.openxmlformats.org/drawingml/2006/main" prst="straightConnector1">
            <a:avLst/>
          </a:prstGeom>
          <a:ln xmlns:a="http://schemas.openxmlformats.org/drawingml/2006/main" w="23800" cap="flat">
            <a:solidFill>
              <a:srgbClr val="B85042"/>
            </a:solidFill>
            <a:prstDash val="solid"/>
            <a:round/>
            <a:headEnd type="none" w="sm" len="sm"/>
            <a:tailEnd type="triangle" w="med" len="med"/>
          </a:ln>
        </p:spPr>
      </p:cxnSp>
      <p:cxnSp>
        <p:nvCxnSpPr>
          <p:cNvPr id="409" name="Google Shape;298;p7"/>
          <p:cNvCxnSpPr>
            <a:stCxn xmlns:a="http://schemas.openxmlformats.org/drawingml/2006/main" id="272" idx="3"/>
            <a:endCxn xmlns:a="http://schemas.openxmlformats.org/drawingml/2006/main" id="275" idx="1"/>
          </p:cNvCxnSpPr>
          <p:nvPr/>
        </p:nvCxnSpPr>
        <p:spPr>
          <a:xfrm xmlns:a="http://schemas.openxmlformats.org/drawingml/2006/main">
            <a:off x="1885950" y="3886200"/>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410" name="Google Shape;299;p7"/>
          <p:cNvCxnSpPr>
            <a:stCxn xmlns:a="http://schemas.openxmlformats.org/drawingml/2006/main" id="275" idx="3"/>
            <a:endCxn xmlns:a="http://schemas.openxmlformats.org/drawingml/2006/main" id="278" idx="1"/>
          </p:cNvCxnSpPr>
          <p:nvPr/>
        </p:nvCxnSpPr>
        <p:spPr>
          <a:xfrm xmlns:a="http://schemas.openxmlformats.org/drawingml/2006/main">
            <a:off x="3248025" y="3886200"/>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411" name="Google Shape;300;p7"/>
          <p:cNvCxnSpPr>
            <a:stCxn xmlns:a="http://schemas.openxmlformats.org/drawingml/2006/main" id="278" idx="3"/>
            <a:endCxn xmlns:a="http://schemas.openxmlformats.org/drawingml/2006/main" id="281" idx="1"/>
          </p:cNvCxnSpPr>
          <p:nvPr/>
        </p:nvCxnSpPr>
        <p:spPr>
          <a:xfrm xmlns:a="http://schemas.openxmlformats.org/drawingml/2006/main">
            <a:off x="4610100" y="3886200"/>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412" name="Google Shape;301;p7"/>
          <p:cNvCxnSpPr>
            <a:stCxn xmlns:a="http://schemas.openxmlformats.org/drawingml/2006/main" id="281" idx="3"/>
            <a:endCxn xmlns:a="http://schemas.openxmlformats.org/drawingml/2006/main" id="284" idx="1"/>
          </p:cNvCxnSpPr>
          <p:nvPr/>
        </p:nvCxnSpPr>
        <p:spPr>
          <a:xfrm xmlns:a="http://schemas.openxmlformats.org/drawingml/2006/main">
            <a:off x="5972175" y="3886200"/>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413" name="Google Shape;302;p7"/>
          <p:cNvCxnSpPr>
            <a:stCxn xmlns:a="http://schemas.openxmlformats.org/drawingml/2006/main" id="284" idx="3"/>
            <a:endCxn xmlns:a="http://schemas.openxmlformats.org/drawingml/2006/main" id="287" idx="1"/>
          </p:cNvCxnSpPr>
          <p:nvPr/>
        </p:nvCxnSpPr>
        <p:spPr>
          <a:xfrm xmlns:a="http://schemas.openxmlformats.org/drawingml/2006/main">
            <a:off x="7334250" y="3886200"/>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414" name="Google Shape;303;p7"/>
          <p:cNvCxnSpPr>
            <a:stCxn xmlns:a="http://schemas.openxmlformats.org/drawingml/2006/main" id="287" idx="3"/>
            <a:endCxn xmlns:a="http://schemas.openxmlformats.org/drawingml/2006/main" id="290" idx="1"/>
          </p:cNvCxnSpPr>
          <p:nvPr/>
        </p:nvCxnSpPr>
        <p:spPr>
          <a:xfrm xmlns:a="http://schemas.openxmlformats.org/drawingml/2006/main">
            <a:off x="8696325" y="3886200"/>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415" name="Google Shape;304;p7"/>
          <p:cNvCxnSpPr>
            <a:stCxn xmlns:a="http://schemas.openxmlformats.org/drawingml/2006/main" id="290" idx="3"/>
            <a:endCxn xmlns:a="http://schemas.openxmlformats.org/drawingml/2006/main" id="293" idx="1"/>
          </p:cNvCxnSpPr>
          <p:nvPr/>
        </p:nvCxnSpPr>
        <p:spPr>
          <a:xfrm xmlns:a="http://schemas.openxmlformats.org/drawingml/2006/main">
            <a:off x="10058400" y="3886200"/>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sp>
        <p:nvSpPr>
          <p:cNvPr id="305" name="Google Shape;305;p7">
            <a:extLst xmlns:a="http://schemas.openxmlformats.org/drawingml/2006/main">
              <a:ext uri="{FF2B5EF4-FFF2-40B4-BE49-F238E27FC236}">
                <a16:creationId xmlns:a16="http://schemas.microsoft.com/office/drawing/2014/main" id="{4C218FAC-792E-4EFC-BF4A-30EAF78BB600}"/>
              </a:ext>
            </a:extLst>
          </p:cNvPr>
          <p:cNvSpPr>
            <a:spLocks xmlns:a="http://schemas.openxmlformats.org/drawingml/2006/main" noGrp="1"/>
          </p:cNvSpPr>
          <p:nvPr/>
        </p:nvSpPr>
        <p:spPr>
          <a:xfrm xmlns:a="http://schemas.openxmlformats.org/drawingml/2006/main">
            <a:off x="10239375" y="4467225"/>
            <a:ext cx="119062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non-blocking</a:t>
            </a:r>
            <a:endParaRPr/>
          </a:p>
        </p:txBody>
      </p:sp>
      <p:sp>
        <p:nvSpPr>
          <p:cNvPr id="306" name="Google Shape;306;p7">
            <a:extLst xmlns:a="http://schemas.openxmlformats.org/drawingml/2006/main">
              <a:ext uri="{FF2B5EF4-FFF2-40B4-BE49-F238E27FC236}">
                <a16:creationId xmlns:a16="http://schemas.microsoft.com/office/drawing/2014/main" id="{EB13B42D-AA0D-45F6-8DE0-032DE1EFC3D1}"/>
              </a:ext>
            </a:extLst>
          </p:cNvPr>
          <p:cNvSpPr>
            <a:spLocks xmlns:a="http://schemas.openxmlformats.org/drawingml/2006/main" noGrp="1"/>
          </p:cNvSpPr>
          <p:nvPr/>
        </p:nvSpPr>
        <p:spPr>
          <a:xfrm xmlns:a="http://schemas.openxmlformats.org/drawingml/2006/main">
            <a:off x="781050" y="4781550"/>
            <a:ext cx="3429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CROSS-CUTTING CONTROL LAYERS</a:t>
            </a:r>
            <a:endParaRPr/>
          </a:p>
        </p:txBody>
      </p:sp>
      <p:sp>
        <p:nvSpPr>
          <p:cNvPr id="307" name="Google Shape;307;p7">
            <a:extLst xmlns:a="http://schemas.openxmlformats.org/drawingml/2006/main">
              <a:ext uri="{FF2B5EF4-FFF2-40B4-BE49-F238E27FC236}">
                <a16:creationId xmlns:a16="http://schemas.microsoft.com/office/drawing/2014/main" id="{E2215B1B-7A08-415A-B766-CB001C4E9B60}"/>
              </a:ext>
            </a:extLst>
          </p:cNvPr>
          <p:cNvSpPr>
            <a:spLocks xmlns:a="http://schemas.openxmlformats.org/drawingml/2006/main" noGrp="1"/>
          </p:cNvSpPr>
          <p:nvPr/>
        </p:nvSpPr>
        <p:spPr>
          <a:xfrm xmlns:a="http://schemas.openxmlformats.org/drawingml/2006/main">
            <a:off x="781050" y="5114925"/>
            <a:ext cx="3409950" cy="781050"/>
          </a:xfrm>
          <a:prstGeom xmlns:a="http://schemas.openxmlformats.org/drawingml/2006/main" prst="roundRect">
            <a:avLst>
              <a:gd name="adj" fmla="val 9756"/>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8" name="Google Shape;308;p7">
            <a:extLst xmlns:a="http://schemas.openxmlformats.org/drawingml/2006/main">
              <a:ext uri="{FF2B5EF4-FFF2-40B4-BE49-F238E27FC236}">
                <a16:creationId xmlns:a16="http://schemas.microsoft.com/office/drawing/2014/main" id="{C3E1B2F0-7738-417F-A07C-76438F86BEB1}"/>
              </a:ext>
            </a:extLst>
          </p:cNvPr>
          <p:cNvSpPr>
            <a:spLocks xmlns:a="http://schemas.openxmlformats.org/drawingml/2006/main" noGrp="1"/>
          </p:cNvSpPr>
          <p:nvPr/>
        </p:nvSpPr>
        <p:spPr>
          <a:xfrm xmlns:a="http://schemas.openxmlformats.org/drawingml/2006/main">
            <a:off x="952500" y="5238750"/>
            <a:ext cx="3067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38"/>
              <a:buFont typeface="Arial"/>
              <a:buNone/>
            </a:pPr>
            <a:r>
              <a:rPr sz="938" b="1">
                <a:solidFill>
                  <a:srgbClr val="3B6EBF"/>
                </a:solidFill>
              </a:rPr>
              <a:t>OPENAI INTELLIGENCE · GPT-5.6 TERRA</a:t>
            </a:r>
            <a:endParaRPr/>
          </a:p>
        </p:txBody>
      </p:sp>
      <p:sp>
        <p:nvSpPr>
          <p:cNvPr id="309" name="Google Shape;309;p7">
            <a:extLst xmlns:a="http://schemas.openxmlformats.org/drawingml/2006/main">
              <a:ext uri="{FF2B5EF4-FFF2-40B4-BE49-F238E27FC236}">
                <a16:creationId xmlns:a16="http://schemas.microsoft.com/office/drawing/2014/main" id="{9D36BC80-289E-4159-8BE8-A11EEE860FDA}"/>
              </a:ext>
            </a:extLst>
          </p:cNvPr>
          <p:cNvSpPr>
            <a:spLocks xmlns:a="http://schemas.openxmlformats.org/drawingml/2006/main" noGrp="1"/>
          </p:cNvSpPr>
          <p:nvPr/>
        </p:nvSpPr>
        <p:spPr>
          <a:xfrm xmlns:a="http://schemas.openxmlformats.org/drawingml/2006/main">
            <a:off x="952500" y="5495925"/>
            <a:ext cx="3067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Evidence-grounded reasoning for extraction · analysis · generation · decomposition</a:t>
            </a:r>
            <a:endParaRPr/>
          </a:p>
        </p:txBody>
      </p:sp>
      <p:sp>
        <p:nvSpPr>
          <p:cNvPr id="310" name="Google Shape;310;p7">
            <a:extLst xmlns:a="http://schemas.openxmlformats.org/drawingml/2006/main">
              <a:ext uri="{FF2B5EF4-FFF2-40B4-BE49-F238E27FC236}">
                <a16:creationId xmlns:a16="http://schemas.microsoft.com/office/drawing/2014/main" id="{7ED5C0E3-9969-4091-A345-0CA70DA001A1}"/>
              </a:ext>
            </a:extLst>
          </p:cNvPr>
          <p:cNvSpPr>
            <a:spLocks xmlns:a="http://schemas.openxmlformats.org/drawingml/2006/main" noGrp="1"/>
          </p:cNvSpPr>
          <p:nvPr/>
        </p:nvSpPr>
        <p:spPr>
          <a:xfrm xmlns:a="http://schemas.openxmlformats.org/drawingml/2006/main">
            <a:off x="4400550" y="5114925"/>
            <a:ext cx="3409950" cy="781050"/>
          </a:xfrm>
          <a:prstGeom xmlns:a="http://schemas.openxmlformats.org/drawingml/2006/main" prst="roundRect">
            <a:avLst>
              <a:gd name="adj" fmla="val 9756"/>
            </a:avLst>
          </a:prstGeom>
          <a:solidFill xmlns:a="http://schemas.openxmlformats.org/drawingml/2006/main">
            <a:srgbClr val="F0EBE5"/>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1" name="Google Shape;311;p7">
            <a:extLst xmlns:a="http://schemas.openxmlformats.org/drawingml/2006/main">
              <a:ext uri="{FF2B5EF4-FFF2-40B4-BE49-F238E27FC236}">
                <a16:creationId xmlns:a16="http://schemas.microsoft.com/office/drawing/2014/main" id="{2C1DAF9C-0169-4A20-AB3A-4D941627AC99}"/>
              </a:ext>
            </a:extLst>
          </p:cNvPr>
          <p:cNvSpPr>
            <a:spLocks xmlns:a="http://schemas.openxmlformats.org/drawingml/2006/main" noGrp="1"/>
          </p:cNvSpPr>
          <p:nvPr/>
        </p:nvSpPr>
        <p:spPr>
          <a:xfrm xmlns:a="http://schemas.openxmlformats.org/drawingml/2006/main">
            <a:off x="4572000" y="5238750"/>
            <a:ext cx="3067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38"/>
              <a:buFont typeface="Arial"/>
              <a:buNone/>
            </a:pPr>
            <a:r>
              <a:rPr sz="938" b="1">
                <a:solidFill>
                  <a:srgbClr val="B85042"/>
                </a:solidFill>
              </a:rPr>
              <a:t>LANGFUSE OBSERVABILITY</a:t>
            </a:r>
            <a:endParaRPr/>
          </a:p>
        </p:txBody>
      </p:sp>
      <p:sp>
        <p:nvSpPr>
          <p:cNvPr id="312" name="Google Shape;312;p7">
            <a:extLst xmlns:a="http://schemas.openxmlformats.org/drawingml/2006/main">
              <a:ext uri="{FF2B5EF4-FFF2-40B4-BE49-F238E27FC236}">
                <a16:creationId xmlns:a16="http://schemas.microsoft.com/office/drawing/2014/main" id="{FF924E4F-2AD2-4627-A1AC-E98927299C04}"/>
              </a:ext>
            </a:extLst>
          </p:cNvPr>
          <p:cNvSpPr>
            <a:spLocks xmlns:a="http://schemas.openxmlformats.org/drawingml/2006/main" noGrp="1"/>
          </p:cNvSpPr>
          <p:nvPr/>
        </p:nvSpPr>
        <p:spPr>
          <a:xfrm xmlns:a="http://schemas.openxmlformats.org/drawingml/2006/main">
            <a:off x="4572000" y="5495925"/>
            <a:ext cx="3067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Traces · code/LLM evaluators · latency · tokens · loaded cost</a:t>
            </a:r>
            <a:endParaRPr/>
          </a:p>
        </p:txBody>
      </p:sp>
      <p:sp>
        <p:nvSpPr>
          <p:cNvPr id="313" name="Google Shape;313;p7">
            <a:extLst xmlns:a="http://schemas.openxmlformats.org/drawingml/2006/main">
              <a:ext uri="{FF2B5EF4-FFF2-40B4-BE49-F238E27FC236}">
                <a16:creationId xmlns:a16="http://schemas.microsoft.com/office/drawing/2014/main" id="{B993D1D3-2D1A-4E2E-AE3E-17FE84234DFC}"/>
              </a:ext>
            </a:extLst>
          </p:cNvPr>
          <p:cNvSpPr>
            <a:spLocks xmlns:a="http://schemas.openxmlformats.org/drawingml/2006/main" noGrp="1"/>
          </p:cNvSpPr>
          <p:nvPr/>
        </p:nvSpPr>
        <p:spPr>
          <a:xfrm xmlns:a="http://schemas.openxmlformats.org/drawingml/2006/main">
            <a:off x="8020050" y="5114925"/>
            <a:ext cx="3409950" cy="781050"/>
          </a:xfrm>
          <a:prstGeom xmlns:a="http://schemas.openxmlformats.org/drawingml/2006/main" prst="roundRect">
            <a:avLst>
              <a:gd name="adj" fmla="val 975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4" name="Google Shape;314;p7">
            <a:extLst xmlns:a="http://schemas.openxmlformats.org/drawingml/2006/main">
              <a:ext uri="{FF2B5EF4-FFF2-40B4-BE49-F238E27FC236}">
                <a16:creationId xmlns:a16="http://schemas.microsoft.com/office/drawing/2014/main" id="{6B42CC59-5E8D-4872-80EB-9F25692F012B}"/>
              </a:ext>
            </a:extLst>
          </p:cNvPr>
          <p:cNvSpPr>
            <a:spLocks xmlns:a="http://schemas.openxmlformats.org/drawingml/2006/main" noGrp="1"/>
          </p:cNvSpPr>
          <p:nvPr/>
        </p:nvSpPr>
        <p:spPr>
          <a:xfrm xmlns:a="http://schemas.openxmlformats.org/drawingml/2006/main">
            <a:off x="8191500" y="5238750"/>
            <a:ext cx="3067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38"/>
              <a:buFont typeface="Arial"/>
              <a:buNone/>
            </a:pPr>
            <a:r>
              <a:rPr sz="938" b="1">
                <a:solidFill>
                  <a:srgbClr val="2F6F57"/>
                </a:solidFill>
              </a:rPr>
              <a:t>GOVERNANCE &amp; TRUST</a:t>
            </a:r>
            <a:endParaRPr/>
          </a:p>
        </p:txBody>
      </p:sp>
      <p:sp>
        <p:nvSpPr>
          <p:cNvPr id="315" name="Google Shape;315;p7">
            <a:extLst xmlns:a="http://schemas.openxmlformats.org/drawingml/2006/main">
              <a:ext uri="{FF2B5EF4-FFF2-40B4-BE49-F238E27FC236}">
                <a16:creationId xmlns:a16="http://schemas.microsoft.com/office/drawing/2014/main" id="{3AB36414-60A5-44E3-9F4C-4A9C62A122E1}"/>
              </a:ext>
            </a:extLst>
          </p:cNvPr>
          <p:cNvSpPr>
            <a:spLocks xmlns:a="http://schemas.openxmlformats.org/drawingml/2006/main" noGrp="1"/>
          </p:cNvSpPr>
          <p:nvPr/>
        </p:nvSpPr>
        <p:spPr>
          <a:xfrm xmlns:a="http://schemas.openxmlformats.org/drawingml/2006/main">
            <a:off x="8191500" y="5495925"/>
            <a:ext cx="3067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Grounding · approval · set equality · orphan prevention · fail closed</a:t>
            </a:r>
            <a:endParaRPr/>
          </a:p>
        </p:txBody>
      </p:sp>
      <p:sp>
        <p:nvSpPr>
          <p:cNvPr id="316" name="Google Shape;316;p7">
            <a:extLst xmlns:a="http://schemas.openxmlformats.org/drawingml/2006/main">
              <a:ext uri="{FF2B5EF4-FFF2-40B4-BE49-F238E27FC236}">
                <a16:creationId xmlns:a16="http://schemas.microsoft.com/office/drawing/2014/main" id="{49477810-060B-40E9-9BD7-C79C9CD439C8}"/>
              </a:ext>
            </a:extLst>
          </p:cNvPr>
          <p:cNvSpPr>
            <a:spLocks xmlns:a="http://schemas.openxmlformats.org/drawingml/2006/main" noGrp="1"/>
          </p:cNvSpPr>
          <p:nvPr/>
        </p:nvSpPr>
        <p:spPr>
          <a:xfrm xmlns:a="http://schemas.openxmlformats.org/drawingml/2006/main">
            <a:off x="0" y="6248400"/>
            <a:ext cx="12192000" cy="6096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7" name="Google Shape;317;p7">
            <a:extLst xmlns:a="http://schemas.openxmlformats.org/drawingml/2006/main">
              <a:ext uri="{FF2B5EF4-FFF2-40B4-BE49-F238E27FC236}">
                <a16:creationId xmlns:a16="http://schemas.microsoft.com/office/drawing/2014/main" id="{A9C00201-76FB-44EF-B676-1917B7116592}"/>
              </a:ext>
            </a:extLst>
          </p:cNvPr>
          <p:cNvSpPr>
            <a:spLocks xmlns:a="http://schemas.openxmlformats.org/drawingml/2006/main" noGrp="1"/>
          </p:cNvSpPr>
          <p:nvPr/>
        </p:nvSpPr>
        <p:spPr>
          <a:xfrm xmlns:a="http://schemas.openxmlformats.org/drawingml/2006/main">
            <a:off x="781050" y="6343650"/>
            <a:ext cx="106489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425"/>
              <a:buFont typeface="Arial"/>
              <a:buNone/>
            </a:pPr>
            <a:r>
              <a:rPr sz="1425" b="1">
                <a:solidFill>
                  <a:srgbClr val="FFFFFF"/>
                </a:solidFill>
              </a:rPr>
              <a:t>One run identity connects every source, decision, artifact, evaluation, and export event.</a:t>
            </a:r>
            <a:endParaRPr/>
          </a:p>
        </p:txBody>
      </p:sp>
    </p:spTree>
    <p:extLst>
      <p:ext uri="{BB962C8B-B14F-4D97-AF65-F5344CB8AC3E}">
        <p14:creationId xmlns:p14="http://schemas.microsoft.com/office/powerpoint/2010/main" val="1918633118"/>
      </p:ext>
    </p:extLst>
  </p:cSld>
</p:sld>
</file>

<file path=ppt/slides/slide8.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323" name="Google Shape;323;p8">
            <a:extLst xmlns:a="http://schemas.openxmlformats.org/drawingml/2006/main">
              <a:ext uri="{FF2B5EF4-FFF2-40B4-BE49-F238E27FC236}">
                <a16:creationId xmlns:a16="http://schemas.microsoft.com/office/drawing/2014/main" id="{60582A18-3B1F-4F23-AC9D-33532B932F6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4" name="Google Shape;324;p8">
            <a:extLst xmlns:a="http://schemas.openxmlformats.org/drawingml/2006/main">
              <a:ext uri="{FF2B5EF4-FFF2-40B4-BE49-F238E27FC236}">
                <a16:creationId xmlns:a16="http://schemas.microsoft.com/office/drawing/2014/main" id="{7A301555-E2BC-4FB9-AE57-C6FF4490156F}"/>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5" name="Google Shape;325;p8">
            <a:extLst xmlns:a="http://schemas.openxmlformats.org/drawingml/2006/main">
              <a:ext uri="{FF2B5EF4-FFF2-40B4-BE49-F238E27FC236}">
                <a16:creationId xmlns:a16="http://schemas.microsoft.com/office/drawing/2014/main" id="{9E3A44F7-EB63-48D7-AE8A-BBF5965DD2ED}"/>
              </a:ext>
            </a:extLst>
          </p:cNvPr>
          <p:cNvSpPr>
            <a:spLocks xmlns:a="http://schemas.openxmlformats.org/drawingml/2006/main" noGrp="1"/>
          </p:cNvSpPr>
          <p:nvPr/>
        </p:nvSpPr>
        <p:spPr>
          <a:xfrm xmlns:a="http://schemas.openxmlformats.org/drawingml/2006/main">
            <a:off x="781050" y="552450"/>
            <a:ext cx="533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08  ·  AGENT RESPONSIBILITIES</a:t>
            </a:r>
            <a:endParaRPr/>
          </a:p>
        </p:txBody>
      </p:sp>
      <p:sp>
        <p:nvSpPr>
          <p:cNvPr id="326" name="Google Shape;326;p8">
            <a:extLst xmlns:a="http://schemas.openxmlformats.org/drawingml/2006/main">
              <a:ext uri="{FF2B5EF4-FFF2-40B4-BE49-F238E27FC236}">
                <a16:creationId xmlns:a16="http://schemas.microsoft.com/office/drawing/2014/main" id="{D7D4C938-83CA-4C83-B343-990647332ECC}"/>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Specialized workflows separate intelligence, judgment, and control</a:t>
            </a:r>
            <a:endParaRPr/>
          </a:p>
        </p:txBody>
      </p:sp>
      <p:sp>
        <p:nvSpPr>
          <p:cNvPr id="327" name="Google Shape;327;p8">
            <a:extLst xmlns:a="http://schemas.openxmlformats.org/drawingml/2006/main">
              <a:ext uri="{FF2B5EF4-FFF2-40B4-BE49-F238E27FC236}">
                <a16:creationId xmlns:a16="http://schemas.microsoft.com/office/drawing/2014/main" id="{215A3A33-7AC3-45F9-A3A4-8E94990A9C20}"/>
              </a:ext>
            </a:extLst>
          </p:cNvPr>
          <p:cNvSpPr>
            <a:spLocks xmlns:a="http://schemas.openxmlformats.org/drawingml/2006/main" noGrp="1"/>
          </p:cNvSpPr>
          <p:nvPr/>
        </p:nvSpPr>
        <p:spPr>
          <a:xfrm xmlns:a="http://schemas.openxmlformats.org/drawingml/2006/main">
            <a:off x="781050" y="1724025"/>
            <a:ext cx="106489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Each workflow receives a bounded contract and produces evidence for the next stage—rather than sharing one unrestricted prompt.</a:t>
            </a:r>
            <a:endParaRPr/>
          </a:p>
        </p:txBody>
      </p:sp>
      <p:sp>
        <p:nvSpPr>
          <p:cNvPr id="328" name="Google Shape;328;p8">
            <a:extLst xmlns:a="http://schemas.openxmlformats.org/drawingml/2006/main">
              <a:ext uri="{FF2B5EF4-FFF2-40B4-BE49-F238E27FC236}">
                <a16:creationId xmlns:a16="http://schemas.microsoft.com/office/drawing/2014/main" id="{5D04DC9E-4898-458A-9BD0-C9EE12C9668C}"/>
              </a:ext>
            </a:extLst>
          </p:cNvPr>
          <p:cNvSpPr>
            <a:spLocks xmlns:a="http://schemas.openxmlformats.org/drawingml/2006/main" noGrp="1"/>
          </p:cNvSpPr>
          <p:nvPr/>
        </p:nvSpPr>
        <p:spPr>
          <a:xfrm xmlns:a="http://schemas.openxmlformats.org/drawingml/2006/main">
            <a:off x="781050" y="2324100"/>
            <a:ext cx="1933575" cy="3810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9" name="Google Shape;329;p8">
            <a:extLst xmlns:a="http://schemas.openxmlformats.org/drawingml/2006/main">
              <a:ext uri="{FF2B5EF4-FFF2-40B4-BE49-F238E27FC236}">
                <a16:creationId xmlns:a16="http://schemas.microsoft.com/office/drawing/2014/main" id="{47EB0208-C5F5-4323-A69B-8DFA6B0D83EF}"/>
              </a:ext>
            </a:extLst>
          </p:cNvPr>
          <p:cNvSpPr>
            <a:spLocks xmlns:a="http://schemas.openxmlformats.org/drawingml/2006/main" noGrp="1"/>
          </p:cNvSpPr>
          <p:nvPr/>
        </p:nvSpPr>
        <p:spPr>
          <a:xfrm xmlns:a="http://schemas.openxmlformats.org/drawingml/2006/main">
            <a:off x="895350" y="2362200"/>
            <a:ext cx="17049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863"/>
              <a:buFont typeface="Arial"/>
              <a:buNone/>
            </a:pPr>
            <a:r>
              <a:rPr sz="863" b="1">
                <a:solidFill>
                  <a:srgbClr val="FFFFFF"/>
                </a:solidFill>
              </a:rPr>
              <a:t>WORKFLOW</a:t>
            </a:r>
            <a:endParaRPr/>
          </a:p>
        </p:txBody>
      </p:sp>
      <p:sp>
        <p:nvSpPr>
          <p:cNvPr id="330" name="Google Shape;330;p8">
            <a:extLst xmlns:a="http://schemas.openxmlformats.org/drawingml/2006/main">
              <a:ext uri="{FF2B5EF4-FFF2-40B4-BE49-F238E27FC236}">
                <a16:creationId xmlns:a16="http://schemas.microsoft.com/office/drawing/2014/main" id="{7FCF22D5-C63A-4683-BC12-5E60BDF1D90B}"/>
              </a:ext>
            </a:extLst>
          </p:cNvPr>
          <p:cNvSpPr>
            <a:spLocks xmlns:a="http://schemas.openxmlformats.org/drawingml/2006/main" noGrp="1"/>
          </p:cNvSpPr>
          <p:nvPr/>
        </p:nvSpPr>
        <p:spPr>
          <a:xfrm xmlns:a="http://schemas.openxmlformats.org/drawingml/2006/main">
            <a:off x="2905125" y="2324100"/>
            <a:ext cx="2190750" cy="3810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1" name="Google Shape;331;p8">
            <a:extLst xmlns:a="http://schemas.openxmlformats.org/drawingml/2006/main">
              <a:ext uri="{FF2B5EF4-FFF2-40B4-BE49-F238E27FC236}">
                <a16:creationId xmlns:a16="http://schemas.microsoft.com/office/drawing/2014/main" id="{23FF6CFB-02EF-49D4-9655-164841E6B231}"/>
              </a:ext>
            </a:extLst>
          </p:cNvPr>
          <p:cNvSpPr>
            <a:spLocks xmlns:a="http://schemas.openxmlformats.org/drawingml/2006/main" noGrp="1"/>
          </p:cNvSpPr>
          <p:nvPr/>
        </p:nvSpPr>
        <p:spPr>
          <a:xfrm xmlns:a="http://schemas.openxmlformats.org/drawingml/2006/main">
            <a:off x="3019425" y="2362200"/>
            <a:ext cx="19621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863"/>
              <a:buFont typeface="Arial"/>
              <a:buNone/>
            </a:pPr>
            <a:r>
              <a:rPr sz="863" b="1">
                <a:solidFill>
                  <a:srgbClr val="FFFFFF"/>
                </a:solidFill>
              </a:rPr>
              <a:t>PRIMARY RESPONSIBILITY</a:t>
            </a:r>
            <a:endParaRPr/>
          </a:p>
        </p:txBody>
      </p:sp>
      <p:sp>
        <p:nvSpPr>
          <p:cNvPr id="332" name="Google Shape;332;p8">
            <a:extLst xmlns:a="http://schemas.openxmlformats.org/drawingml/2006/main">
              <a:ext uri="{FF2B5EF4-FFF2-40B4-BE49-F238E27FC236}">
                <a16:creationId xmlns:a16="http://schemas.microsoft.com/office/drawing/2014/main" id="{6796EF32-2CAF-4B49-B02F-2D1C1E267E06}"/>
              </a:ext>
            </a:extLst>
          </p:cNvPr>
          <p:cNvSpPr>
            <a:spLocks xmlns:a="http://schemas.openxmlformats.org/drawingml/2006/main" noGrp="1"/>
          </p:cNvSpPr>
          <p:nvPr/>
        </p:nvSpPr>
        <p:spPr>
          <a:xfrm xmlns:a="http://schemas.openxmlformats.org/drawingml/2006/main">
            <a:off x="5286375" y="2324100"/>
            <a:ext cx="2667000" cy="3810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3" name="Google Shape;333;p8">
            <a:extLst xmlns:a="http://schemas.openxmlformats.org/drawingml/2006/main">
              <a:ext uri="{FF2B5EF4-FFF2-40B4-BE49-F238E27FC236}">
                <a16:creationId xmlns:a16="http://schemas.microsoft.com/office/drawing/2014/main" id="{8B921523-506A-4911-8BC3-04320B8246B1}"/>
              </a:ext>
            </a:extLst>
          </p:cNvPr>
          <p:cNvSpPr>
            <a:spLocks xmlns:a="http://schemas.openxmlformats.org/drawingml/2006/main" noGrp="1"/>
          </p:cNvSpPr>
          <p:nvPr/>
        </p:nvSpPr>
        <p:spPr>
          <a:xfrm xmlns:a="http://schemas.openxmlformats.org/drawingml/2006/main">
            <a:off x="5400675" y="2362200"/>
            <a:ext cx="2438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863"/>
              <a:buFont typeface="Arial"/>
              <a:buNone/>
            </a:pPr>
            <a:r>
              <a:rPr sz="863" b="1">
                <a:solidFill>
                  <a:srgbClr val="FFFFFF"/>
                </a:solidFill>
              </a:rPr>
              <a:t>INPUT → OUTPUT CONTRACT</a:t>
            </a:r>
            <a:endParaRPr/>
          </a:p>
        </p:txBody>
      </p:sp>
      <p:sp>
        <p:nvSpPr>
          <p:cNvPr id="334" name="Google Shape;334;p8">
            <a:extLst xmlns:a="http://schemas.openxmlformats.org/drawingml/2006/main">
              <a:ext uri="{FF2B5EF4-FFF2-40B4-BE49-F238E27FC236}">
                <a16:creationId xmlns:a16="http://schemas.microsoft.com/office/drawing/2014/main" id="{06BB6BD1-8DD7-46C2-BC54-01353F3E05F9}"/>
              </a:ext>
            </a:extLst>
          </p:cNvPr>
          <p:cNvSpPr>
            <a:spLocks xmlns:a="http://schemas.openxmlformats.org/drawingml/2006/main" noGrp="1"/>
          </p:cNvSpPr>
          <p:nvPr/>
        </p:nvSpPr>
        <p:spPr>
          <a:xfrm xmlns:a="http://schemas.openxmlformats.org/drawingml/2006/main">
            <a:off x="8143875" y="2324100"/>
            <a:ext cx="3286125" cy="3810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5" name="Google Shape;335;p8">
            <a:extLst xmlns:a="http://schemas.openxmlformats.org/drawingml/2006/main">
              <a:ext uri="{FF2B5EF4-FFF2-40B4-BE49-F238E27FC236}">
                <a16:creationId xmlns:a16="http://schemas.microsoft.com/office/drawing/2014/main" id="{96D1247B-7862-402C-8081-8B5DC85CE4E3}"/>
              </a:ext>
            </a:extLst>
          </p:cNvPr>
          <p:cNvSpPr>
            <a:spLocks xmlns:a="http://schemas.openxmlformats.org/drawingml/2006/main" noGrp="1"/>
          </p:cNvSpPr>
          <p:nvPr/>
        </p:nvSpPr>
        <p:spPr>
          <a:xfrm xmlns:a="http://schemas.openxmlformats.org/drawingml/2006/main">
            <a:off x="8258175" y="2362200"/>
            <a:ext cx="305752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863"/>
              <a:buFont typeface="Arial"/>
              <a:buNone/>
            </a:pPr>
            <a:r>
              <a:rPr sz="863" b="1">
                <a:solidFill>
                  <a:srgbClr val="FFFFFF"/>
                </a:solidFill>
              </a:rPr>
              <a:t>EXECUTION RATIONALE</a:t>
            </a:r>
            <a:endParaRPr/>
          </a:p>
        </p:txBody>
      </p:sp>
      <p:sp>
        <p:nvSpPr>
          <p:cNvPr id="336" name="Google Shape;336;p8">
            <a:extLst xmlns:a="http://schemas.openxmlformats.org/drawingml/2006/main">
              <a:ext uri="{FF2B5EF4-FFF2-40B4-BE49-F238E27FC236}">
                <a16:creationId xmlns:a16="http://schemas.microsoft.com/office/drawing/2014/main" id="{606F6215-4402-4BFF-9120-1D78E8568ADA}"/>
              </a:ext>
            </a:extLst>
          </p:cNvPr>
          <p:cNvSpPr>
            <a:spLocks xmlns:a="http://schemas.openxmlformats.org/drawingml/2006/main" noGrp="1"/>
          </p:cNvSpPr>
          <p:nvPr/>
        </p:nvSpPr>
        <p:spPr>
          <a:xfrm xmlns:a="http://schemas.openxmlformats.org/drawingml/2006/main">
            <a:off x="781050" y="2705100"/>
            <a:ext cx="10648950" cy="400050"/>
          </a:xfrm>
          <a:prstGeom xmlns:a="http://schemas.openxmlformats.org/drawingml/2006/main" prst="rect">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7" name="Google Shape;337;p8">
            <a:extLst xmlns:a="http://schemas.openxmlformats.org/drawingml/2006/main">
              <a:ext uri="{FF2B5EF4-FFF2-40B4-BE49-F238E27FC236}">
                <a16:creationId xmlns:a16="http://schemas.microsoft.com/office/drawing/2014/main" id="{9A17843B-AF6B-4A5F-8A93-6BBF9E849D62}"/>
              </a:ext>
            </a:extLst>
          </p:cNvPr>
          <p:cNvSpPr>
            <a:spLocks xmlns:a="http://schemas.openxmlformats.org/drawingml/2006/main" noGrp="1"/>
          </p:cNvSpPr>
          <p:nvPr/>
        </p:nvSpPr>
        <p:spPr>
          <a:xfrm xmlns:a="http://schemas.openxmlformats.org/drawingml/2006/main">
            <a:off x="781050" y="2705100"/>
            <a:ext cx="47625" cy="4000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8" name="Google Shape;338;p8">
            <a:extLst xmlns:a="http://schemas.openxmlformats.org/drawingml/2006/main">
              <a:ext uri="{FF2B5EF4-FFF2-40B4-BE49-F238E27FC236}">
                <a16:creationId xmlns:a16="http://schemas.microsoft.com/office/drawing/2014/main" id="{F10F086C-8001-4A9F-A718-022843BA8981}"/>
              </a:ext>
            </a:extLst>
          </p:cNvPr>
          <p:cNvSpPr>
            <a:spLocks xmlns:a="http://schemas.openxmlformats.org/drawingml/2006/main" noGrp="1"/>
          </p:cNvSpPr>
          <p:nvPr/>
        </p:nvSpPr>
        <p:spPr>
          <a:xfrm xmlns:a="http://schemas.openxmlformats.org/drawingml/2006/main">
            <a:off x="885825" y="274320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70"/>
              <a:buFont typeface="Arial"/>
              <a:buNone/>
            </a:pPr>
            <a:r>
              <a:rPr sz="870" b="1">
                <a:solidFill>
                  <a:srgbClr val="1A1A2E"/>
                </a:solidFill>
              </a:rPr>
              <a:t>00  Candidate Parent</a:t>
            </a:r>
            <a:endParaRPr/>
          </a:p>
        </p:txBody>
      </p:sp>
      <p:sp>
        <p:nvSpPr>
          <p:cNvPr id="339" name="Google Shape;339;p8">
            <a:extLst xmlns:a="http://schemas.openxmlformats.org/drawingml/2006/main">
              <a:ext uri="{FF2B5EF4-FFF2-40B4-BE49-F238E27FC236}">
                <a16:creationId xmlns:a16="http://schemas.microsoft.com/office/drawing/2014/main" id="{C0CD6902-F359-422E-B00F-517DE92B9C78}"/>
              </a:ext>
            </a:extLst>
          </p:cNvPr>
          <p:cNvSpPr>
            <a:spLocks xmlns:a="http://schemas.openxmlformats.org/drawingml/2006/main" noGrp="1"/>
          </p:cNvSpPr>
          <p:nvPr/>
        </p:nvSpPr>
        <p:spPr>
          <a:xfrm xmlns:a="http://schemas.openxmlformats.org/drawingml/2006/main">
            <a:off x="2905125" y="27051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0" name="Google Shape;340;p8">
            <a:extLst xmlns:a="http://schemas.openxmlformats.org/drawingml/2006/main">
              <a:ext uri="{FF2B5EF4-FFF2-40B4-BE49-F238E27FC236}">
                <a16:creationId xmlns:a16="http://schemas.microsoft.com/office/drawing/2014/main" id="{DE4FD2FA-2D2A-4A20-BC02-457A36771D2A}"/>
              </a:ext>
            </a:extLst>
          </p:cNvPr>
          <p:cNvSpPr>
            <a:spLocks xmlns:a="http://schemas.openxmlformats.org/drawingml/2006/main" noGrp="1"/>
          </p:cNvSpPr>
          <p:nvPr/>
        </p:nvSpPr>
        <p:spPr>
          <a:xfrm xmlns:a="http://schemas.openxmlformats.org/drawingml/2006/main">
            <a:off x="3009900" y="274320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Create and govern one run</a:t>
            </a:r>
            <a:endParaRPr/>
          </a:p>
        </p:txBody>
      </p:sp>
      <p:sp>
        <p:nvSpPr>
          <p:cNvPr id="341" name="Google Shape;341;p8">
            <a:extLst xmlns:a="http://schemas.openxmlformats.org/drawingml/2006/main">
              <a:ext uri="{FF2B5EF4-FFF2-40B4-BE49-F238E27FC236}">
                <a16:creationId xmlns:a16="http://schemas.microsoft.com/office/drawing/2014/main" id="{580014A9-5528-4BA1-8581-DAE7028FABDA}"/>
              </a:ext>
            </a:extLst>
          </p:cNvPr>
          <p:cNvSpPr>
            <a:spLocks xmlns:a="http://schemas.openxmlformats.org/drawingml/2006/main" noGrp="1"/>
          </p:cNvSpPr>
          <p:nvPr/>
        </p:nvSpPr>
        <p:spPr>
          <a:xfrm xmlns:a="http://schemas.openxmlformats.org/drawingml/2006/main">
            <a:off x="5286375" y="27051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2" name="Google Shape;342;p8">
            <a:extLst xmlns:a="http://schemas.openxmlformats.org/drawingml/2006/main">
              <a:ext uri="{FF2B5EF4-FFF2-40B4-BE49-F238E27FC236}">
                <a16:creationId xmlns:a16="http://schemas.microsoft.com/office/drawing/2014/main" id="{A6D7F42D-FA17-424A-BBB6-7D91C7820366}"/>
              </a:ext>
            </a:extLst>
          </p:cNvPr>
          <p:cNvSpPr>
            <a:spLocks xmlns:a="http://schemas.openxmlformats.org/drawingml/2006/main" noGrp="1"/>
          </p:cNvSpPr>
          <p:nvPr/>
        </p:nvSpPr>
        <p:spPr>
          <a:xfrm xmlns:a="http://schemas.openxmlformats.org/drawingml/2006/main">
            <a:off x="5391150" y="274320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Source references → dynamic stage contracts</a:t>
            </a:r>
            <a:endParaRPr/>
          </a:p>
        </p:txBody>
      </p:sp>
      <p:sp>
        <p:nvSpPr>
          <p:cNvPr id="343" name="Google Shape;343;p8">
            <a:extLst xmlns:a="http://schemas.openxmlformats.org/drawingml/2006/main">
              <a:ext uri="{FF2B5EF4-FFF2-40B4-BE49-F238E27FC236}">
                <a16:creationId xmlns:a16="http://schemas.microsoft.com/office/drawing/2014/main" id="{F3EB6CF3-3B34-4A4F-9555-E664D59404B0}"/>
              </a:ext>
            </a:extLst>
          </p:cNvPr>
          <p:cNvSpPr>
            <a:spLocks xmlns:a="http://schemas.openxmlformats.org/drawingml/2006/main" noGrp="1"/>
          </p:cNvSpPr>
          <p:nvPr/>
        </p:nvSpPr>
        <p:spPr>
          <a:xfrm xmlns:a="http://schemas.openxmlformats.org/drawingml/2006/main">
            <a:off x="8143875" y="27051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4" name="Google Shape;344;p8">
            <a:extLst xmlns:a="http://schemas.openxmlformats.org/drawingml/2006/main">
              <a:ext uri="{FF2B5EF4-FFF2-40B4-BE49-F238E27FC236}">
                <a16:creationId xmlns:a16="http://schemas.microsoft.com/office/drawing/2014/main" id="{9947C36C-C1D1-4C07-9F9E-5CAEF10816D9}"/>
              </a:ext>
            </a:extLst>
          </p:cNvPr>
          <p:cNvSpPr>
            <a:spLocks xmlns:a="http://schemas.openxmlformats.org/drawingml/2006/main" noGrp="1"/>
          </p:cNvSpPr>
          <p:nvPr/>
        </p:nvSpPr>
        <p:spPr>
          <a:xfrm xmlns:a="http://schemas.openxmlformats.org/drawingml/2006/main">
            <a:off x="8248650" y="274320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n8n deterministic orchestration; no content generation</a:t>
            </a:r>
            <a:endParaRPr/>
          </a:p>
        </p:txBody>
      </p:sp>
      <p:sp>
        <p:nvSpPr>
          <p:cNvPr id="345" name="Google Shape;345;p8">
            <a:extLst xmlns:a="http://schemas.openxmlformats.org/drawingml/2006/main">
              <a:ext uri="{FF2B5EF4-FFF2-40B4-BE49-F238E27FC236}">
                <a16:creationId xmlns:a16="http://schemas.microsoft.com/office/drawing/2014/main" id="{F3483084-4B36-4FCA-8E1C-3B8F7D121B62}"/>
              </a:ext>
            </a:extLst>
          </p:cNvPr>
          <p:cNvSpPr>
            <a:spLocks xmlns:a="http://schemas.openxmlformats.org/drawingml/2006/main" noGrp="1"/>
          </p:cNvSpPr>
          <p:nvPr/>
        </p:nvSpPr>
        <p:spPr>
          <a:xfrm xmlns:a="http://schemas.openxmlformats.org/drawingml/2006/main">
            <a:off x="781050" y="3105150"/>
            <a:ext cx="10648950" cy="400050"/>
          </a:xfrm>
          <a:prstGeom xmlns:a="http://schemas.openxmlformats.org/drawingml/2006/main" prst="rect">
            <a:avLst/>
          </a:prstGeom>
          <a:solidFill xmlns:a="http://schemas.openxmlformats.org/drawingml/2006/main">
            <a:srgbClr val="E8EFF9"/>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6" name="Google Shape;346;p8">
            <a:extLst xmlns:a="http://schemas.openxmlformats.org/drawingml/2006/main">
              <a:ext uri="{FF2B5EF4-FFF2-40B4-BE49-F238E27FC236}">
                <a16:creationId xmlns:a16="http://schemas.microsoft.com/office/drawing/2014/main" id="{A40AD3BF-9263-4E22-B099-23C11A8F6222}"/>
              </a:ext>
            </a:extLst>
          </p:cNvPr>
          <p:cNvSpPr>
            <a:spLocks xmlns:a="http://schemas.openxmlformats.org/drawingml/2006/main" noGrp="1"/>
          </p:cNvSpPr>
          <p:nvPr/>
        </p:nvSpPr>
        <p:spPr>
          <a:xfrm xmlns:a="http://schemas.openxmlformats.org/drawingml/2006/main">
            <a:off x="781050" y="3105150"/>
            <a:ext cx="47625" cy="4000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7" name="Google Shape;347;p8">
            <a:extLst xmlns:a="http://schemas.openxmlformats.org/drawingml/2006/main">
              <a:ext uri="{FF2B5EF4-FFF2-40B4-BE49-F238E27FC236}">
                <a16:creationId xmlns:a16="http://schemas.microsoft.com/office/drawing/2014/main" id="{FB76099E-6294-4CBB-A3BE-270F1F55AB8A}"/>
              </a:ext>
            </a:extLst>
          </p:cNvPr>
          <p:cNvSpPr>
            <a:spLocks xmlns:a="http://schemas.openxmlformats.org/drawingml/2006/main" noGrp="1"/>
          </p:cNvSpPr>
          <p:nvPr/>
        </p:nvSpPr>
        <p:spPr>
          <a:xfrm xmlns:a="http://schemas.openxmlformats.org/drawingml/2006/main">
            <a:off x="885825" y="314325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870"/>
              <a:buFont typeface="Arial"/>
              <a:buNone/>
            </a:pPr>
            <a:r>
              <a:rPr sz="870" b="1">
                <a:solidFill>
                  <a:srgbClr val="3B6EBF"/>
                </a:solidFill>
              </a:rPr>
              <a:t>01  Drive + Clarification</a:t>
            </a:r>
            <a:endParaRPr/>
          </a:p>
        </p:txBody>
      </p:sp>
      <p:sp>
        <p:nvSpPr>
          <p:cNvPr id="348" name="Google Shape;348;p8">
            <a:extLst xmlns:a="http://schemas.openxmlformats.org/drawingml/2006/main">
              <a:ext uri="{FF2B5EF4-FFF2-40B4-BE49-F238E27FC236}">
                <a16:creationId xmlns:a16="http://schemas.microsoft.com/office/drawing/2014/main" id="{95FE305C-62A7-48F0-9A03-428147D065B4}"/>
              </a:ext>
            </a:extLst>
          </p:cNvPr>
          <p:cNvSpPr>
            <a:spLocks xmlns:a="http://schemas.openxmlformats.org/drawingml/2006/main" noGrp="1"/>
          </p:cNvSpPr>
          <p:nvPr/>
        </p:nvSpPr>
        <p:spPr>
          <a:xfrm xmlns:a="http://schemas.openxmlformats.org/drawingml/2006/main">
            <a:off x="2905125" y="31051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9" name="Google Shape;349;p8">
            <a:extLst xmlns:a="http://schemas.openxmlformats.org/drawingml/2006/main">
              <a:ext uri="{FF2B5EF4-FFF2-40B4-BE49-F238E27FC236}">
                <a16:creationId xmlns:a16="http://schemas.microsoft.com/office/drawing/2014/main" id="{C15D5346-8EA1-414C-A568-EB69813D916D}"/>
              </a:ext>
            </a:extLst>
          </p:cNvPr>
          <p:cNvSpPr>
            <a:spLocks xmlns:a="http://schemas.openxmlformats.org/drawingml/2006/main" noGrp="1"/>
          </p:cNvSpPr>
          <p:nvPr/>
        </p:nvSpPr>
        <p:spPr>
          <a:xfrm xmlns:a="http://schemas.openxmlformats.org/drawingml/2006/main">
            <a:off x="3009900" y="314325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Establish evidence boundary</a:t>
            </a:r>
            <a:endParaRPr/>
          </a:p>
        </p:txBody>
      </p:sp>
      <p:sp>
        <p:nvSpPr>
          <p:cNvPr id="350" name="Google Shape;350;p8">
            <a:extLst xmlns:a="http://schemas.openxmlformats.org/drawingml/2006/main">
              <a:ext uri="{FF2B5EF4-FFF2-40B4-BE49-F238E27FC236}">
                <a16:creationId xmlns:a16="http://schemas.microsoft.com/office/drawing/2014/main" id="{ECBEEFB3-0FC4-40BA-B24F-8CF92701DDD2}"/>
              </a:ext>
            </a:extLst>
          </p:cNvPr>
          <p:cNvSpPr>
            <a:spLocks xmlns:a="http://schemas.openxmlformats.org/drawingml/2006/main" noGrp="1"/>
          </p:cNvSpPr>
          <p:nvPr/>
        </p:nvSpPr>
        <p:spPr>
          <a:xfrm xmlns:a="http://schemas.openxmlformats.org/drawingml/2006/main">
            <a:off x="5286375" y="31051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1" name="Google Shape;351;p8">
            <a:extLst xmlns:a="http://schemas.openxmlformats.org/drawingml/2006/main">
              <a:ext uri="{FF2B5EF4-FFF2-40B4-BE49-F238E27FC236}">
                <a16:creationId xmlns:a16="http://schemas.microsoft.com/office/drawing/2014/main" id="{AC1A87B3-6C5B-4E1E-A32F-A707DE5C1E4F}"/>
              </a:ext>
            </a:extLst>
          </p:cNvPr>
          <p:cNvSpPr>
            <a:spLocks xmlns:a="http://schemas.openxmlformats.org/drawingml/2006/main" noGrp="1"/>
          </p:cNvSpPr>
          <p:nvPr/>
        </p:nvSpPr>
        <p:spPr>
          <a:xfrm xmlns:a="http://schemas.openxmlformats.org/drawingml/2006/main">
            <a:off x="5391150" y="314325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Files → normalized, hashed segments</a:t>
            </a:r>
            <a:endParaRPr/>
          </a:p>
        </p:txBody>
      </p:sp>
      <p:sp>
        <p:nvSpPr>
          <p:cNvPr id="352" name="Google Shape;352;p8">
            <a:extLst xmlns:a="http://schemas.openxmlformats.org/drawingml/2006/main">
              <a:ext uri="{FF2B5EF4-FFF2-40B4-BE49-F238E27FC236}">
                <a16:creationId xmlns:a16="http://schemas.microsoft.com/office/drawing/2014/main" id="{16D38AFF-98B5-40B6-BB4B-08B4A0ACBC5B}"/>
              </a:ext>
            </a:extLst>
          </p:cNvPr>
          <p:cNvSpPr>
            <a:spLocks xmlns:a="http://schemas.openxmlformats.org/drawingml/2006/main" noGrp="1"/>
          </p:cNvSpPr>
          <p:nvPr/>
        </p:nvSpPr>
        <p:spPr>
          <a:xfrm xmlns:a="http://schemas.openxmlformats.org/drawingml/2006/main">
            <a:off x="8143875" y="31051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3" name="Google Shape;353;p8">
            <a:extLst xmlns:a="http://schemas.openxmlformats.org/drawingml/2006/main">
              <a:ext uri="{FF2B5EF4-FFF2-40B4-BE49-F238E27FC236}">
                <a16:creationId xmlns:a16="http://schemas.microsoft.com/office/drawing/2014/main" id="{D2D4D8B0-FD1D-4D50-82C2-E798BE0B104E}"/>
              </a:ext>
            </a:extLst>
          </p:cNvPr>
          <p:cNvSpPr>
            <a:spLocks xmlns:a="http://schemas.openxmlformats.org/drawingml/2006/main" noGrp="1"/>
          </p:cNvSpPr>
          <p:nvPr/>
        </p:nvSpPr>
        <p:spPr>
          <a:xfrm xmlns:a="http://schemas.openxmlformats.org/drawingml/2006/main">
            <a:off x="8248650" y="314325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Google Drive + n8n checks before interpretation</a:t>
            </a:r>
            <a:endParaRPr/>
          </a:p>
        </p:txBody>
      </p:sp>
      <p:sp>
        <p:nvSpPr>
          <p:cNvPr id="354" name="Google Shape;354;p8">
            <a:extLst xmlns:a="http://schemas.openxmlformats.org/drawingml/2006/main">
              <a:ext uri="{FF2B5EF4-FFF2-40B4-BE49-F238E27FC236}">
                <a16:creationId xmlns:a16="http://schemas.microsoft.com/office/drawing/2014/main" id="{C1E2B12F-113D-4B9C-A003-5973CAB10E75}"/>
              </a:ext>
            </a:extLst>
          </p:cNvPr>
          <p:cNvSpPr>
            <a:spLocks xmlns:a="http://schemas.openxmlformats.org/drawingml/2006/main" noGrp="1"/>
          </p:cNvSpPr>
          <p:nvPr/>
        </p:nvSpPr>
        <p:spPr>
          <a:xfrm xmlns:a="http://schemas.openxmlformats.org/drawingml/2006/main">
            <a:off x="781050" y="3505200"/>
            <a:ext cx="10648950"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5" name="Google Shape;355;p8">
            <a:extLst xmlns:a="http://schemas.openxmlformats.org/drawingml/2006/main">
              <a:ext uri="{FF2B5EF4-FFF2-40B4-BE49-F238E27FC236}">
                <a16:creationId xmlns:a16="http://schemas.microsoft.com/office/drawing/2014/main" id="{DBA9EC24-DCAE-4451-8BE9-5AF0AFEE3FC5}"/>
              </a:ext>
            </a:extLst>
          </p:cNvPr>
          <p:cNvSpPr>
            <a:spLocks xmlns:a="http://schemas.openxmlformats.org/drawingml/2006/main" noGrp="1"/>
          </p:cNvSpPr>
          <p:nvPr/>
        </p:nvSpPr>
        <p:spPr>
          <a:xfrm xmlns:a="http://schemas.openxmlformats.org/drawingml/2006/main">
            <a:off x="781050" y="3505200"/>
            <a:ext cx="47625" cy="4000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6" name="Google Shape;356;p8">
            <a:extLst xmlns:a="http://schemas.openxmlformats.org/drawingml/2006/main">
              <a:ext uri="{FF2B5EF4-FFF2-40B4-BE49-F238E27FC236}">
                <a16:creationId xmlns:a16="http://schemas.microsoft.com/office/drawing/2014/main" id="{0174B7F8-F7F3-4D6B-85BD-D3BEB33F5294}"/>
              </a:ext>
            </a:extLst>
          </p:cNvPr>
          <p:cNvSpPr>
            <a:spLocks xmlns:a="http://schemas.openxmlformats.org/drawingml/2006/main" noGrp="1"/>
          </p:cNvSpPr>
          <p:nvPr/>
        </p:nvSpPr>
        <p:spPr>
          <a:xfrm xmlns:a="http://schemas.openxmlformats.org/drawingml/2006/main">
            <a:off x="885825" y="354330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70"/>
              <a:buFont typeface="Arial"/>
              <a:buNone/>
            </a:pPr>
            <a:r>
              <a:rPr sz="870" b="1">
                <a:solidFill>
                  <a:srgbClr val="B85042"/>
                </a:solidFill>
              </a:rPr>
              <a:t>02  Requirement Extractor</a:t>
            </a:r>
            <a:endParaRPr/>
          </a:p>
        </p:txBody>
      </p:sp>
      <p:sp>
        <p:nvSpPr>
          <p:cNvPr id="357" name="Google Shape;357;p8">
            <a:extLst xmlns:a="http://schemas.openxmlformats.org/drawingml/2006/main">
              <a:ext uri="{FF2B5EF4-FFF2-40B4-BE49-F238E27FC236}">
                <a16:creationId xmlns:a16="http://schemas.microsoft.com/office/drawing/2014/main" id="{A7469B0B-0200-4DD4-BCA4-1E9CEC0EA42A}"/>
              </a:ext>
            </a:extLst>
          </p:cNvPr>
          <p:cNvSpPr>
            <a:spLocks xmlns:a="http://schemas.openxmlformats.org/drawingml/2006/main" noGrp="1"/>
          </p:cNvSpPr>
          <p:nvPr/>
        </p:nvSpPr>
        <p:spPr>
          <a:xfrm xmlns:a="http://schemas.openxmlformats.org/drawingml/2006/main">
            <a:off x="2905125" y="35052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8" name="Google Shape;358;p8">
            <a:extLst xmlns:a="http://schemas.openxmlformats.org/drawingml/2006/main">
              <a:ext uri="{FF2B5EF4-FFF2-40B4-BE49-F238E27FC236}">
                <a16:creationId xmlns:a16="http://schemas.microsoft.com/office/drawing/2014/main" id="{C7FFF982-6C4E-4591-BBF4-10F6494F0C34}"/>
              </a:ext>
            </a:extLst>
          </p:cNvPr>
          <p:cNvSpPr>
            <a:spLocks xmlns:a="http://schemas.openxmlformats.org/drawingml/2006/main" noGrp="1"/>
          </p:cNvSpPr>
          <p:nvPr/>
        </p:nvSpPr>
        <p:spPr>
          <a:xfrm xmlns:a="http://schemas.openxmlformats.org/drawingml/2006/main">
            <a:off x="3009900" y="354330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Extract structured requirements</a:t>
            </a:r>
            <a:endParaRPr/>
          </a:p>
        </p:txBody>
      </p:sp>
      <p:sp>
        <p:nvSpPr>
          <p:cNvPr id="359" name="Google Shape;359;p8">
            <a:extLst xmlns:a="http://schemas.openxmlformats.org/drawingml/2006/main">
              <a:ext uri="{FF2B5EF4-FFF2-40B4-BE49-F238E27FC236}">
                <a16:creationId xmlns:a16="http://schemas.microsoft.com/office/drawing/2014/main" id="{E36D3575-2283-4D92-9A64-334C54F51136}"/>
              </a:ext>
            </a:extLst>
          </p:cNvPr>
          <p:cNvSpPr>
            <a:spLocks xmlns:a="http://schemas.openxmlformats.org/drawingml/2006/main" noGrp="1"/>
          </p:cNvSpPr>
          <p:nvPr/>
        </p:nvSpPr>
        <p:spPr>
          <a:xfrm xmlns:a="http://schemas.openxmlformats.org/drawingml/2006/main">
            <a:off x="5286375" y="35052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0" name="Google Shape;360;p8">
            <a:extLst xmlns:a="http://schemas.openxmlformats.org/drawingml/2006/main">
              <a:ext uri="{FF2B5EF4-FFF2-40B4-BE49-F238E27FC236}">
                <a16:creationId xmlns:a16="http://schemas.microsoft.com/office/drawing/2014/main" id="{70B92DCA-65DB-4EDF-9789-3A86D487EDFA}"/>
              </a:ext>
            </a:extLst>
          </p:cNvPr>
          <p:cNvSpPr>
            <a:spLocks xmlns:a="http://schemas.openxmlformats.org/drawingml/2006/main" noGrp="1"/>
          </p:cNvSpPr>
          <p:nvPr/>
        </p:nvSpPr>
        <p:spPr>
          <a:xfrm xmlns:a="http://schemas.openxmlformats.org/drawingml/2006/main">
            <a:off x="5391150" y="354330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Segments → citation-linked items</a:t>
            </a:r>
            <a:endParaRPr/>
          </a:p>
        </p:txBody>
      </p:sp>
      <p:sp>
        <p:nvSpPr>
          <p:cNvPr id="361" name="Google Shape;361;p8">
            <a:extLst xmlns:a="http://schemas.openxmlformats.org/drawingml/2006/main">
              <a:ext uri="{FF2B5EF4-FFF2-40B4-BE49-F238E27FC236}">
                <a16:creationId xmlns:a16="http://schemas.microsoft.com/office/drawing/2014/main" id="{2661C10A-95BE-4790-B509-CC0206E2B4D4}"/>
              </a:ext>
            </a:extLst>
          </p:cNvPr>
          <p:cNvSpPr>
            <a:spLocks xmlns:a="http://schemas.openxmlformats.org/drawingml/2006/main" noGrp="1"/>
          </p:cNvSpPr>
          <p:nvPr/>
        </p:nvSpPr>
        <p:spPr>
          <a:xfrm xmlns:a="http://schemas.openxmlformats.org/drawingml/2006/main">
            <a:off x="8143875" y="35052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2" name="Google Shape;362;p8">
            <a:extLst xmlns:a="http://schemas.openxmlformats.org/drawingml/2006/main">
              <a:ext uri="{FF2B5EF4-FFF2-40B4-BE49-F238E27FC236}">
                <a16:creationId xmlns:a16="http://schemas.microsoft.com/office/drawing/2014/main" id="{B6130B8C-D20D-4542-984E-5D66656D8C09}"/>
              </a:ext>
            </a:extLst>
          </p:cNvPr>
          <p:cNvSpPr>
            <a:spLocks xmlns:a="http://schemas.openxmlformats.org/drawingml/2006/main" noGrp="1"/>
          </p:cNvSpPr>
          <p:nvPr/>
        </p:nvSpPr>
        <p:spPr>
          <a:xfrm xmlns:a="http://schemas.openxmlformats.org/drawingml/2006/main">
            <a:off x="8248650" y="354330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GPT-5.6 Terra · grounded semantic extraction</a:t>
            </a:r>
            <a:endParaRPr/>
          </a:p>
        </p:txBody>
      </p:sp>
      <p:sp>
        <p:nvSpPr>
          <p:cNvPr id="363" name="Google Shape;363;p8">
            <a:extLst xmlns:a="http://schemas.openxmlformats.org/drawingml/2006/main">
              <a:ext uri="{FF2B5EF4-FFF2-40B4-BE49-F238E27FC236}">
                <a16:creationId xmlns:a16="http://schemas.microsoft.com/office/drawing/2014/main" id="{036E7615-9E76-498E-8588-C6EFBAC69E68}"/>
              </a:ext>
            </a:extLst>
          </p:cNvPr>
          <p:cNvSpPr>
            <a:spLocks xmlns:a="http://schemas.openxmlformats.org/drawingml/2006/main" noGrp="1"/>
          </p:cNvSpPr>
          <p:nvPr/>
        </p:nvSpPr>
        <p:spPr>
          <a:xfrm xmlns:a="http://schemas.openxmlformats.org/drawingml/2006/main">
            <a:off x="781050" y="3905250"/>
            <a:ext cx="10648950"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4" name="Google Shape;364;p8">
            <a:extLst xmlns:a="http://schemas.openxmlformats.org/drawingml/2006/main">
              <a:ext uri="{FF2B5EF4-FFF2-40B4-BE49-F238E27FC236}">
                <a16:creationId xmlns:a16="http://schemas.microsoft.com/office/drawing/2014/main" id="{FD7BB76D-849D-45F1-8ACB-F3C770180F77}"/>
              </a:ext>
            </a:extLst>
          </p:cNvPr>
          <p:cNvSpPr>
            <a:spLocks xmlns:a="http://schemas.openxmlformats.org/drawingml/2006/main" noGrp="1"/>
          </p:cNvSpPr>
          <p:nvPr/>
        </p:nvSpPr>
        <p:spPr>
          <a:xfrm xmlns:a="http://schemas.openxmlformats.org/drawingml/2006/main">
            <a:off x="781050" y="3905250"/>
            <a:ext cx="47625" cy="4000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5" name="Google Shape;365;p8">
            <a:extLst xmlns:a="http://schemas.openxmlformats.org/drawingml/2006/main">
              <a:ext uri="{FF2B5EF4-FFF2-40B4-BE49-F238E27FC236}">
                <a16:creationId xmlns:a16="http://schemas.microsoft.com/office/drawing/2014/main" id="{6B019300-66FB-4587-B6C2-50C1029DA872}"/>
              </a:ext>
            </a:extLst>
          </p:cNvPr>
          <p:cNvSpPr>
            <a:spLocks xmlns:a="http://schemas.openxmlformats.org/drawingml/2006/main" noGrp="1"/>
          </p:cNvSpPr>
          <p:nvPr/>
        </p:nvSpPr>
        <p:spPr>
          <a:xfrm xmlns:a="http://schemas.openxmlformats.org/drawingml/2006/main">
            <a:off x="885825" y="394335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70"/>
              <a:buFont typeface="Arial"/>
              <a:buNone/>
            </a:pPr>
            <a:r>
              <a:rPr sz="870" b="1">
                <a:solidFill>
                  <a:srgbClr val="B85042"/>
                </a:solidFill>
              </a:rPr>
              <a:t>03  Gap Analyzer</a:t>
            </a:r>
            <a:endParaRPr/>
          </a:p>
        </p:txBody>
      </p:sp>
      <p:sp>
        <p:nvSpPr>
          <p:cNvPr id="366" name="Google Shape;366;p8">
            <a:extLst xmlns:a="http://schemas.openxmlformats.org/drawingml/2006/main">
              <a:ext uri="{FF2B5EF4-FFF2-40B4-BE49-F238E27FC236}">
                <a16:creationId xmlns:a16="http://schemas.microsoft.com/office/drawing/2014/main" id="{9391D624-608B-4786-8859-7A4319F71AC3}"/>
              </a:ext>
            </a:extLst>
          </p:cNvPr>
          <p:cNvSpPr>
            <a:spLocks xmlns:a="http://schemas.openxmlformats.org/drawingml/2006/main" noGrp="1"/>
          </p:cNvSpPr>
          <p:nvPr/>
        </p:nvSpPr>
        <p:spPr>
          <a:xfrm xmlns:a="http://schemas.openxmlformats.org/drawingml/2006/main">
            <a:off x="2905125" y="39052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7" name="Google Shape;367;p8">
            <a:extLst xmlns:a="http://schemas.openxmlformats.org/drawingml/2006/main">
              <a:ext uri="{FF2B5EF4-FFF2-40B4-BE49-F238E27FC236}">
                <a16:creationId xmlns:a16="http://schemas.microsoft.com/office/drawing/2014/main" id="{4766CD0D-CADB-45E1-B0C2-40FC9B266DFD}"/>
              </a:ext>
            </a:extLst>
          </p:cNvPr>
          <p:cNvSpPr>
            <a:spLocks xmlns:a="http://schemas.openxmlformats.org/drawingml/2006/main" noGrp="1"/>
          </p:cNvSpPr>
          <p:nvPr/>
        </p:nvSpPr>
        <p:spPr>
          <a:xfrm xmlns:a="http://schemas.openxmlformats.org/drawingml/2006/main">
            <a:off x="3009900" y="394335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Expose gaps and conflicts</a:t>
            </a:r>
            <a:endParaRPr/>
          </a:p>
        </p:txBody>
      </p:sp>
      <p:sp>
        <p:nvSpPr>
          <p:cNvPr id="368" name="Google Shape;368;p8">
            <a:extLst xmlns:a="http://schemas.openxmlformats.org/drawingml/2006/main">
              <a:ext uri="{FF2B5EF4-FFF2-40B4-BE49-F238E27FC236}">
                <a16:creationId xmlns:a16="http://schemas.microsoft.com/office/drawing/2014/main" id="{FF05C191-42E1-46A4-955C-89332F8D548B}"/>
              </a:ext>
            </a:extLst>
          </p:cNvPr>
          <p:cNvSpPr>
            <a:spLocks xmlns:a="http://schemas.openxmlformats.org/drawingml/2006/main" noGrp="1"/>
          </p:cNvSpPr>
          <p:nvPr/>
        </p:nvSpPr>
        <p:spPr>
          <a:xfrm xmlns:a="http://schemas.openxmlformats.org/drawingml/2006/main">
            <a:off x="5286375" y="39052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9" name="Google Shape;369;p8">
            <a:extLst xmlns:a="http://schemas.openxmlformats.org/drawingml/2006/main">
              <a:ext uri="{FF2B5EF4-FFF2-40B4-BE49-F238E27FC236}">
                <a16:creationId xmlns:a16="http://schemas.microsoft.com/office/drawing/2014/main" id="{BCEAA159-C40B-4AC2-BC3E-45ECD3470E23}"/>
              </a:ext>
            </a:extLst>
          </p:cNvPr>
          <p:cNvSpPr>
            <a:spLocks xmlns:a="http://schemas.openxmlformats.org/drawingml/2006/main" noGrp="1"/>
          </p:cNvSpPr>
          <p:nvPr/>
        </p:nvSpPr>
        <p:spPr>
          <a:xfrm xmlns:a="http://schemas.openxmlformats.org/drawingml/2006/main">
            <a:off x="5391150" y="394335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Requirements → gap and clarification register</a:t>
            </a:r>
            <a:endParaRPr/>
          </a:p>
        </p:txBody>
      </p:sp>
      <p:sp>
        <p:nvSpPr>
          <p:cNvPr id="370" name="Google Shape;370;p8">
            <a:extLst xmlns:a="http://schemas.openxmlformats.org/drawingml/2006/main">
              <a:ext uri="{FF2B5EF4-FFF2-40B4-BE49-F238E27FC236}">
                <a16:creationId xmlns:a16="http://schemas.microsoft.com/office/drawing/2014/main" id="{D31CF13F-451C-426E-A683-29AB1F01158E}"/>
              </a:ext>
            </a:extLst>
          </p:cNvPr>
          <p:cNvSpPr>
            <a:spLocks xmlns:a="http://schemas.openxmlformats.org/drawingml/2006/main" noGrp="1"/>
          </p:cNvSpPr>
          <p:nvPr/>
        </p:nvSpPr>
        <p:spPr>
          <a:xfrm xmlns:a="http://schemas.openxmlformats.org/drawingml/2006/main">
            <a:off x="8143875" y="39052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1" name="Google Shape;371;p8">
            <a:extLst xmlns:a="http://schemas.openxmlformats.org/drawingml/2006/main">
              <a:ext uri="{FF2B5EF4-FFF2-40B4-BE49-F238E27FC236}">
                <a16:creationId xmlns:a16="http://schemas.microsoft.com/office/drawing/2014/main" id="{7777CF74-3296-4B7E-9062-DC0BAA9F3A44}"/>
              </a:ext>
            </a:extLst>
          </p:cNvPr>
          <p:cNvSpPr>
            <a:spLocks xmlns:a="http://schemas.openxmlformats.org/drawingml/2006/main" noGrp="1"/>
          </p:cNvSpPr>
          <p:nvPr/>
        </p:nvSpPr>
        <p:spPr>
          <a:xfrm xmlns:a="http://schemas.openxmlformats.org/drawingml/2006/main">
            <a:off x="8248650" y="394335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GPT-5.6 Terra · conflict reasoning; uncertainty visible</a:t>
            </a:r>
            <a:endParaRPr/>
          </a:p>
        </p:txBody>
      </p:sp>
      <p:sp>
        <p:nvSpPr>
          <p:cNvPr id="372" name="Google Shape;372;p8">
            <a:extLst xmlns:a="http://schemas.openxmlformats.org/drawingml/2006/main">
              <a:ext uri="{FF2B5EF4-FFF2-40B4-BE49-F238E27FC236}">
                <a16:creationId xmlns:a16="http://schemas.microsoft.com/office/drawing/2014/main" id="{862B13F6-210B-4C8D-A626-2A4F2A2B8523}"/>
              </a:ext>
            </a:extLst>
          </p:cNvPr>
          <p:cNvSpPr>
            <a:spLocks xmlns:a="http://schemas.openxmlformats.org/drawingml/2006/main" noGrp="1"/>
          </p:cNvSpPr>
          <p:nvPr/>
        </p:nvSpPr>
        <p:spPr>
          <a:xfrm xmlns:a="http://schemas.openxmlformats.org/drawingml/2006/main">
            <a:off x="781050" y="4305300"/>
            <a:ext cx="10648950" cy="400050"/>
          </a:xfrm>
          <a:prstGeom xmlns:a="http://schemas.openxmlformats.org/drawingml/2006/main" prst="rect">
            <a:avLst/>
          </a:prstGeom>
          <a:solidFill xmlns:a="http://schemas.openxmlformats.org/drawingml/2006/main">
            <a:srgbClr val="F3E6E2"/>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3" name="Google Shape;373;p8">
            <a:extLst xmlns:a="http://schemas.openxmlformats.org/drawingml/2006/main">
              <a:ext uri="{FF2B5EF4-FFF2-40B4-BE49-F238E27FC236}">
                <a16:creationId xmlns:a16="http://schemas.microsoft.com/office/drawing/2014/main" id="{95268674-EEA5-4EE8-B8F6-D269CF457D3E}"/>
              </a:ext>
            </a:extLst>
          </p:cNvPr>
          <p:cNvSpPr>
            <a:spLocks xmlns:a="http://schemas.openxmlformats.org/drawingml/2006/main" noGrp="1"/>
          </p:cNvSpPr>
          <p:nvPr/>
        </p:nvSpPr>
        <p:spPr>
          <a:xfrm xmlns:a="http://schemas.openxmlformats.org/drawingml/2006/main">
            <a:off x="781050" y="4305300"/>
            <a:ext cx="47625" cy="4000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4" name="Google Shape;374;p8">
            <a:extLst xmlns:a="http://schemas.openxmlformats.org/drawingml/2006/main">
              <a:ext uri="{FF2B5EF4-FFF2-40B4-BE49-F238E27FC236}">
                <a16:creationId xmlns:a16="http://schemas.microsoft.com/office/drawing/2014/main" id="{1B128611-FFBC-4E7D-82BF-181A18972700}"/>
              </a:ext>
            </a:extLst>
          </p:cNvPr>
          <p:cNvSpPr>
            <a:spLocks xmlns:a="http://schemas.openxmlformats.org/drawingml/2006/main" noGrp="1"/>
          </p:cNvSpPr>
          <p:nvPr/>
        </p:nvSpPr>
        <p:spPr>
          <a:xfrm xmlns:a="http://schemas.openxmlformats.org/drawingml/2006/main">
            <a:off x="885825" y="434340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70"/>
              <a:buFont typeface="Arial"/>
              <a:buNone/>
            </a:pPr>
            <a:r>
              <a:rPr sz="870" b="1">
                <a:solidFill>
                  <a:srgbClr val="B85042"/>
                </a:solidFill>
              </a:rPr>
              <a:t>04  Human Approval</a:t>
            </a:r>
            <a:endParaRPr/>
          </a:p>
        </p:txBody>
      </p:sp>
      <p:sp>
        <p:nvSpPr>
          <p:cNvPr id="375" name="Google Shape;375;p8">
            <a:extLst xmlns:a="http://schemas.openxmlformats.org/drawingml/2006/main">
              <a:ext uri="{FF2B5EF4-FFF2-40B4-BE49-F238E27FC236}">
                <a16:creationId xmlns:a16="http://schemas.microsoft.com/office/drawing/2014/main" id="{54F9F6EF-BAA5-44D2-986B-511FD3AD152B}"/>
              </a:ext>
            </a:extLst>
          </p:cNvPr>
          <p:cNvSpPr>
            <a:spLocks xmlns:a="http://schemas.openxmlformats.org/drawingml/2006/main" noGrp="1"/>
          </p:cNvSpPr>
          <p:nvPr/>
        </p:nvSpPr>
        <p:spPr>
          <a:xfrm xmlns:a="http://schemas.openxmlformats.org/drawingml/2006/main">
            <a:off x="2905125" y="43053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6" name="Google Shape;376;p8">
            <a:extLst xmlns:a="http://schemas.openxmlformats.org/drawingml/2006/main">
              <a:ext uri="{FF2B5EF4-FFF2-40B4-BE49-F238E27FC236}">
                <a16:creationId xmlns:a16="http://schemas.microsoft.com/office/drawing/2014/main" id="{C3AE91E8-D606-409B-BAA7-25AA194055ED}"/>
              </a:ext>
            </a:extLst>
          </p:cNvPr>
          <p:cNvSpPr>
            <a:spLocks xmlns:a="http://schemas.openxmlformats.org/drawingml/2006/main" noGrp="1"/>
          </p:cNvSpPr>
          <p:nvPr/>
        </p:nvSpPr>
        <p:spPr>
          <a:xfrm xmlns:a="http://schemas.openxmlformats.org/drawingml/2006/main">
            <a:off x="3009900" y="434340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Authorize scope and decisions</a:t>
            </a:r>
            <a:endParaRPr/>
          </a:p>
        </p:txBody>
      </p:sp>
      <p:sp>
        <p:nvSpPr>
          <p:cNvPr id="377" name="Google Shape;377;p8">
            <a:extLst xmlns:a="http://schemas.openxmlformats.org/drawingml/2006/main">
              <a:ext uri="{FF2B5EF4-FFF2-40B4-BE49-F238E27FC236}">
                <a16:creationId xmlns:a16="http://schemas.microsoft.com/office/drawing/2014/main" id="{E0DB1936-52A8-4559-B9FA-2E8AD80258AC}"/>
              </a:ext>
            </a:extLst>
          </p:cNvPr>
          <p:cNvSpPr>
            <a:spLocks xmlns:a="http://schemas.openxmlformats.org/drawingml/2006/main" noGrp="1"/>
          </p:cNvSpPr>
          <p:nvPr/>
        </p:nvSpPr>
        <p:spPr>
          <a:xfrm xmlns:a="http://schemas.openxmlformats.org/drawingml/2006/main">
            <a:off x="5286375" y="43053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8" name="Google Shape;378;p8">
            <a:extLst xmlns:a="http://schemas.openxmlformats.org/drawingml/2006/main">
              <a:ext uri="{FF2B5EF4-FFF2-40B4-BE49-F238E27FC236}">
                <a16:creationId xmlns:a16="http://schemas.microsoft.com/office/drawing/2014/main" id="{A085A2B5-99EC-41F1-B7CE-0EEB1217AEB8}"/>
              </a:ext>
            </a:extLst>
          </p:cNvPr>
          <p:cNvSpPr>
            <a:spLocks xmlns:a="http://schemas.openxmlformats.org/drawingml/2006/main" noGrp="1"/>
          </p:cNvSpPr>
          <p:nvPr/>
        </p:nvSpPr>
        <p:spPr>
          <a:xfrm xmlns:a="http://schemas.openxmlformats.org/drawingml/2006/main">
            <a:off x="5391150" y="434340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Evidence + gaps → signed dispositions</a:t>
            </a:r>
            <a:endParaRPr/>
          </a:p>
        </p:txBody>
      </p:sp>
      <p:sp>
        <p:nvSpPr>
          <p:cNvPr id="379" name="Google Shape;379;p8">
            <a:extLst xmlns:a="http://schemas.openxmlformats.org/drawingml/2006/main">
              <a:ext uri="{FF2B5EF4-FFF2-40B4-BE49-F238E27FC236}">
                <a16:creationId xmlns:a16="http://schemas.microsoft.com/office/drawing/2014/main" id="{087CB525-B980-4175-AD97-9F033A12E090}"/>
              </a:ext>
            </a:extLst>
          </p:cNvPr>
          <p:cNvSpPr>
            <a:spLocks xmlns:a="http://schemas.openxmlformats.org/drawingml/2006/main" noGrp="1"/>
          </p:cNvSpPr>
          <p:nvPr/>
        </p:nvSpPr>
        <p:spPr>
          <a:xfrm xmlns:a="http://schemas.openxmlformats.org/drawingml/2006/main">
            <a:off x="8143875" y="43053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80" name="Google Shape;380;p8">
            <a:extLst xmlns:a="http://schemas.openxmlformats.org/drawingml/2006/main">
              <a:ext uri="{FF2B5EF4-FFF2-40B4-BE49-F238E27FC236}">
                <a16:creationId xmlns:a16="http://schemas.microsoft.com/office/drawing/2014/main" id="{A00E3839-C4CD-4CE8-BDAE-FF615D2EEDE6}"/>
              </a:ext>
            </a:extLst>
          </p:cNvPr>
          <p:cNvSpPr>
            <a:spLocks xmlns:a="http://schemas.openxmlformats.org/drawingml/2006/main" noGrp="1"/>
          </p:cNvSpPr>
          <p:nvPr/>
        </p:nvSpPr>
        <p:spPr>
          <a:xfrm xmlns:a="http://schemas.openxmlformats.org/drawingml/2006/main">
            <a:off x="8248650" y="434340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Human judgment is the production boundary</a:t>
            </a:r>
            <a:endParaRPr/>
          </a:p>
        </p:txBody>
      </p:sp>
      <p:sp>
        <p:nvSpPr>
          <p:cNvPr id="381" name="Google Shape;381;p8">
            <a:extLst xmlns:a="http://schemas.openxmlformats.org/drawingml/2006/main">
              <a:ext uri="{FF2B5EF4-FFF2-40B4-BE49-F238E27FC236}">
                <a16:creationId xmlns:a16="http://schemas.microsoft.com/office/drawing/2014/main" id="{773E478D-CE29-4BFC-B264-9AC937968B8A}"/>
              </a:ext>
            </a:extLst>
          </p:cNvPr>
          <p:cNvSpPr>
            <a:spLocks xmlns:a="http://schemas.openxmlformats.org/drawingml/2006/main" noGrp="1"/>
          </p:cNvSpPr>
          <p:nvPr/>
        </p:nvSpPr>
        <p:spPr>
          <a:xfrm xmlns:a="http://schemas.openxmlformats.org/drawingml/2006/main">
            <a:off x="781050" y="4705350"/>
            <a:ext cx="10648950"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82" name="Google Shape;382;p8">
            <a:extLst xmlns:a="http://schemas.openxmlformats.org/drawingml/2006/main">
              <a:ext uri="{FF2B5EF4-FFF2-40B4-BE49-F238E27FC236}">
                <a16:creationId xmlns:a16="http://schemas.microsoft.com/office/drawing/2014/main" id="{23C9A7C2-4F32-4A0A-A42D-4CC1DE4AC99D}"/>
              </a:ext>
            </a:extLst>
          </p:cNvPr>
          <p:cNvSpPr>
            <a:spLocks xmlns:a="http://schemas.openxmlformats.org/drawingml/2006/main" noGrp="1"/>
          </p:cNvSpPr>
          <p:nvPr/>
        </p:nvSpPr>
        <p:spPr>
          <a:xfrm xmlns:a="http://schemas.openxmlformats.org/drawingml/2006/main">
            <a:off x="781050" y="4705350"/>
            <a:ext cx="47625" cy="4000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83" name="Google Shape;383;p8">
            <a:extLst xmlns:a="http://schemas.openxmlformats.org/drawingml/2006/main">
              <a:ext uri="{FF2B5EF4-FFF2-40B4-BE49-F238E27FC236}">
                <a16:creationId xmlns:a16="http://schemas.microsoft.com/office/drawing/2014/main" id="{7FADB35D-81E7-4154-B458-7A6210382CA4}"/>
              </a:ext>
            </a:extLst>
          </p:cNvPr>
          <p:cNvSpPr>
            <a:spLocks xmlns:a="http://schemas.openxmlformats.org/drawingml/2006/main" noGrp="1"/>
          </p:cNvSpPr>
          <p:nvPr/>
        </p:nvSpPr>
        <p:spPr>
          <a:xfrm xmlns:a="http://schemas.openxmlformats.org/drawingml/2006/main">
            <a:off x="885825" y="474345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70"/>
              <a:buFont typeface="Arial"/>
              <a:buNone/>
            </a:pPr>
            <a:r>
              <a:rPr sz="870" b="1">
                <a:solidFill>
                  <a:srgbClr val="B85042"/>
                </a:solidFill>
              </a:rPr>
              <a:t>05  Production PRD</a:t>
            </a:r>
            <a:endParaRPr/>
          </a:p>
        </p:txBody>
      </p:sp>
      <p:sp>
        <p:nvSpPr>
          <p:cNvPr id="384" name="Google Shape;384;p8">
            <a:extLst xmlns:a="http://schemas.openxmlformats.org/drawingml/2006/main">
              <a:ext uri="{FF2B5EF4-FFF2-40B4-BE49-F238E27FC236}">
                <a16:creationId xmlns:a16="http://schemas.microsoft.com/office/drawing/2014/main" id="{9285EABB-B83C-4306-9480-A1045036B3C4}"/>
              </a:ext>
            </a:extLst>
          </p:cNvPr>
          <p:cNvSpPr>
            <a:spLocks xmlns:a="http://schemas.openxmlformats.org/drawingml/2006/main" noGrp="1"/>
          </p:cNvSpPr>
          <p:nvPr/>
        </p:nvSpPr>
        <p:spPr>
          <a:xfrm xmlns:a="http://schemas.openxmlformats.org/drawingml/2006/main">
            <a:off x="2905125" y="47053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85" name="Google Shape;385;p8">
            <a:extLst xmlns:a="http://schemas.openxmlformats.org/drawingml/2006/main">
              <a:ext uri="{FF2B5EF4-FFF2-40B4-BE49-F238E27FC236}">
                <a16:creationId xmlns:a16="http://schemas.microsoft.com/office/drawing/2014/main" id="{574FA557-BB55-4687-A986-052B4DE955F3}"/>
              </a:ext>
            </a:extLst>
          </p:cNvPr>
          <p:cNvSpPr>
            <a:spLocks xmlns:a="http://schemas.openxmlformats.org/drawingml/2006/main" noGrp="1"/>
          </p:cNvSpPr>
          <p:nvPr/>
        </p:nvSpPr>
        <p:spPr>
          <a:xfrm xmlns:a="http://schemas.openxmlformats.org/drawingml/2006/main">
            <a:off x="3009900" y="474345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Generate corrected PRD</a:t>
            </a:r>
            <a:endParaRPr/>
          </a:p>
        </p:txBody>
      </p:sp>
      <p:sp>
        <p:nvSpPr>
          <p:cNvPr id="386" name="Google Shape;386;p8">
            <a:extLst xmlns:a="http://schemas.openxmlformats.org/drawingml/2006/main">
              <a:ext uri="{FF2B5EF4-FFF2-40B4-BE49-F238E27FC236}">
                <a16:creationId xmlns:a16="http://schemas.microsoft.com/office/drawing/2014/main" id="{35E20FD5-7544-430E-B8C7-4124663D0F77}"/>
              </a:ext>
            </a:extLst>
          </p:cNvPr>
          <p:cNvSpPr>
            <a:spLocks xmlns:a="http://schemas.openxmlformats.org/drawingml/2006/main" noGrp="1"/>
          </p:cNvSpPr>
          <p:nvPr/>
        </p:nvSpPr>
        <p:spPr>
          <a:xfrm xmlns:a="http://schemas.openxmlformats.org/drawingml/2006/main">
            <a:off x="5286375" y="47053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87" name="Google Shape;387;p8">
            <a:extLst xmlns:a="http://schemas.openxmlformats.org/drawingml/2006/main">
              <a:ext uri="{FF2B5EF4-FFF2-40B4-BE49-F238E27FC236}">
                <a16:creationId xmlns:a16="http://schemas.microsoft.com/office/drawing/2014/main" id="{C5282786-9A62-4602-8F59-3AC966C5C755}"/>
              </a:ext>
            </a:extLst>
          </p:cNvPr>
          <p:cNvSpPr>
            <a:spLocks xmlns:a="http://schemas.openxmlformats.org/drawingml/2006/main" noGrp="1"/>
          </p:cNvSpPr>
          <p:nvPr/>
        </p:nvSpPr>
        <p:spPr>
          <a:xfrm xmlns:a="http://schemas.openxmlformats.org/drawingml/2006/main">
            <a:off x="5391150" y="474345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Approved evidence → ten-section Markdown PRD</a:t>
            </a:r>
            <a:endParaRPr/>
          </a:p>
        </p:txBody>
      </p:sp>
      <p:sp>
        <p:nvSpPr>
          <p:cNvPr id="388" name="Google Shape;388;p8">
            <a:extLst xmlns:a="http://schemas.openxmlformats.org/drawingml/2006/main">
              <a:ext uri="{FF2B5EF4-FFF2-40B4-BE49-F238E27FC236}">
                <a16:creationId xmlns:a16="http://schemas.microsoft.com/office/drawing/2014/main" id="{292D936F-A6B2-4D66-B36D-C509EAFFDABE}"/>
              </a:ext>
            </a:extLst>
          </p:cNvPr>
          <p:cNvSpPr>
            <a:spLocks xmlns:a="http://schemas.openxmlformats.org/drawingml/2006/main" noGrp="1"/>
          </p:cNvSpPr>
          <p:nvPr/>
        </p:nvSpPr>
        <p:spPr>
          <a:xfrm xmlns:a="http://schemas.openxmlformats.org/drawingml/2006/main">
            <a:off x="8143875" y="47053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89" name="Google Shape;389;p8">
            <a:extLst xmlns:a="http://schemas.openxmlformats.org/drawingml/2006/main">
              <a:ext uri="{FF2B5EF4-FFF2-40B4-BE49-F238E27FC236}">
                <a16:creationId xmlns:a16="http://schemas.microsoft.com/office/drawing/2014/main" id="{09BB314A-17B2-44E5-9113-BFC12C171243}"/>
              </a:ext>
            </a:extLst>
          </p:cNvPr>
          <p:cNvSpPr>
            <a:spLocks xmlns:a="http://schemas.openxmlformats.org/drawingml/2006/main" noGrp="1"/>
          </p:cNvSpPr>
          <p:nvPr/>
        </p:nvSpPr>
        <p:spPr>
          <a:xfrm xmlns:a="http://schemas.openxmlformats.org/drawingml/2006/main">
            <a:off x="8248650" y="474345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GPT-5.6 Terra · grounded PRD generation</a:t>
            </a:r>
            <a:endParaRPr/>
          </a:p>
        </p:txBody>
      </p:sp>
      <p:sp>
        <p:nvSpPr>
          <p:cNvPr id="390" name="Google Shape;390;p8">
            <a:extLst xmlns:a="http://schemas.openxmlformats.org/drawingml/2006/main">
              <a:ext uri="{FF2B5EF4-FFF2-40B4-BE49-F238E27FC236}">
                <a16:creationId xmlns:a16="http://schemas.microsoft.com/office/drawing/2014/main" id="{7A94A03A-F05D-4BD2-9EE2-2005E59C3918}"/>
              </a:ext>
            </a:extLst>
          </p:cNvPr>
          <p:cNvSpPr>
            <a:spLocks xmlns:a="http://schemas.openxmlformats.org/drawingml/2006/main" noGrp="1"/>
          </p:cNvSpPr>
          <p:nvPr/>
        </p:nvSpPr>
        <p:spPr>
          <a:xfrm xmlns:a="http://schemas.openxmlformats.org/drawingml/2006/main">
            <a:off x="781050" y="5105400"/>
            <a:ext cx="10648950"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91" name="Google Shape;391;p8">
            <a:extLst xmlns:a="http://schemas.openxmlformats.org/drawingml/2006/main">
              <a:ext uri="{FF2B5EF4-FFF2-40B4-BE49-F238E27FC236}">
                <a16:creationId xmlns:a16="http://schemas.microsoft.com/office/drawing/2014/main" id="{B9F8B3B6-0C4A-43F9-AFC5-6DABC5CB2FE4}"/>
              </a:ext>
            </a:extLst>
          </p:cNvPr>
          <p:cNvSpPr>
            <a:spLocks xmlns:a="http://schemas.openxmlformats.org/drawingml/2006/main" noGrp="1"/>
          </p:cNvSpPr>
          <p:nvPr/>
        </p:nvSpPr>
        <p:spPr>
          <a:xfrm xmlns:a="http://schemas.openxmlformats.org/drawingml/2006/main">
            <a:off x="781050" y="5105400"/>
            <a:ext cx="47625" cy="4000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92" name="Google Shape;392;p8">
            <a:extLst xmlns:a="http://schemas.openxmlformats.org/drawingml/2006/main">
              <a:ext uri="{FF2B5EF4-FFF2-40B4-BE49-F238E27FC236}">
                <a16:creationId xmlns:a16="http://schemas.microsoft.com/office/drawing/2014/main" id="{AC5B76FA-EECD-4F7C-AF0B-7BB094FB9A81}"/>
              </a:ext>
            </a:extLst>
          </p:cNvPr>
          <p:cNvSpPr>
            <a:spLocks xmlns:a="http://schemas.openxmlformats.org/drawingml/2006/main" noGrp="1"/>
          </p:cNvSpPr>
          <p:nvPr/>
        </p:nvSpPr>
        <p:spPr>
          <a:xfrm xmlns:a="http://schemas.openxmlformats.org/drawingml/2006/main">
            <a:off x="885825" y="514350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70"/>
              <a:buFont typeface="Arial"/>
              <a:buNone/>
            </a:pPr>
            <a:r>
              <a:rPr sz="870" b="1">
                <a:solidFill>
                  <a:srgbClr val="B85042"/>
                </a:solidFill>
              </a:rPr>
              <a:t>06  Story Breakdown</a:t>
            </a:r>
            <a:endParaRPr/>
          </a:p>
        </p:txBody>
      </p:sp>
      <p:sp>
        <p:nvSpPr>
          <p:cNvPr id="393" name="Google Shape;393;p8">
            <a:extLst xmlns:a="http://schemas.openxmlformats.org/drawingml/2006/main">
              <a:ext uri="{FF2B5EF4-FFF2-40B4-BE49-F238E27FC236}">
                <a16:creationId xmlns:a16="http://schemas.microsoft.com/office/drawing/2014/main" id="{26E574A9-784F-4EB7-95A8-2A736A72D855}"/>
              </a:ext>
            </a:extLst>
          </p:cNvPr>
          <p:cNvSpPr>
            <a:spLocks xmlns:a="http://schemas.openxmlformats.org/drawingml/2006/main" noGrp="1"/>
          </p:cNvSpPr>
          <p:nvPr/>
        </p:nvSpPr>
        <p:spPr>
          <a:xfrm xmlns:a="http://schemas.openxmlformats.org/drawingml/2006/main">
            <a:off x="2905125" y="51054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94" name="Google Shape;394;p8">
            <a:extLst xmlns:a="http://schemas.openxmlformats.org/drawingml/2006/main">
              <a:ext uri="{FF2B5EF4-FFF2-40B4-BE49-F238E27FC236}">
                <a16:creationId xmlns:a16="http://schemas.microsoft.com/office/drawing/2014/main" id="{B4233BAC-13C0-491C-B62E-44D5A664A4F0}"/>
              </a:ext>
            </a:extLst>
          </p:cNvPr>
          <p:cNvSpPr>
            <a:spLocks xmlns:a="http://schemas.openxmlformats.org/drawingml/2006/main" noGrp="1"/>
          </p:cNvSpPr>
          <p:nvPr/>
        </p:nvSpPr>
        <p:spPr>
          <a:xfrm xmlns:a="http://schemas.openxmlformats.org/drawingml/2006/main">
            <a:off x="3009900" y="514350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Create delivery hierarchy</a:t>
            </a:r>
            <a:endParaRPr/>
          </a:p>
        </p:txBody>
      </p:sp>
      <p:sp>
        <p:nvSpPr>
          <p:cNvPr id="395" name="Google Shape;395;p8">
            <a:extLst xmlns:a="http://schemas.openxmlformats.org/drawingml/2006/main">
              <a:ext uri="{FF2B5EF4-FFF2-40B4-BE49-F238E27FC236}">
                <a16:creationId xmlns:a16="http://schemas.microsoft.com/office/drawing/2014/main" id="{123344DD-405C-4A84-BD93-077CC2F4A79D}"/>
              </a:ext>
            </a:extLst>
          </p:cNvPr>
          <p:cNvSpPr>
            <a:spLocks xmlns:a="http://schemas.openxmlformats.org/drawingml/2006/main" noGrp="1"/>
          </p:cNvSpPr>
          <p:nvPr/>
        </p:nvSpPr>
        <p:spPr>
          <a:xfrm xmlns:a="http://schemas.openxmlformats.org/drawingml/2006/main">
            <a:off x="5286375" y="51054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96" name="Google Shape;396;p8">
            <a:extLst xmlns:a="http://schemas.openxmlformats.org/drawingml/2006/main">
              <a:ext uri="{FF2B5EF4-FFF2-40B4-BE49-F238E27FC236}">
                <a16:creationId xmlns:a16="http://schemas.microsoft.com/office/drawing/2014/main" id="{D3173CA3-8B89-4E86-8E02-F722C3E271F7}"/>
              </a:ext>
            </a:extLst>
          </p:cNvPr>
          <p:cNvSpPr>
            <a:spLocks xmlns:a="http://schemas.openxmlformats.org/drawingml/2006/main" noGrp="1"/>
          </p:cNvSpPr>
          <p:nvPr/>
        </p:nvSpPr>
        <p:spPr>
          <a:xfrm xmlns:a="http://schemas.openxmlformats.org/drawingml/2006/main">
            <a:off x="5391150" y="514350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PRD → 3 Epics / 7 Features / 11 Stories + AC</a:t>
            </a:r>
            <a:endParaRPr/>
          </a:p>
        </p:txBody>
      </p:sp>
      <p:sp>
        <p:nvSpPr>
          <p:cNvPr id="397" name="Google Shape;397;p8">
            <a:extLst xmlns:a="http://schemas.openxmlformats.org/drawingml/2006/main">
              <a:ext uri="{FF2B5EF4-FFF2-40B4-BE49-F238E27FC236}">
                <a16:creationId xmlns:a16="http://schemas.microsoft.com/office/drawing/2014/main" id="{63A62B3F-6BC7-4421-9AB9-EF375FEC38EA}"/>
              </a:ext>
            </a:extLst>
          </p:cNvPr>
          <p:cNvSpPr>
            <a:spLocks xmlns:a="http://schemas.openxmlformats.org/drawingml/2006/main" noGrp="1"/>
          </p:cNvSpPr>
          <p:nvPr/>
        </p:nvSpPr>
        <p:spPr>
          <a:xfrm xmlns:a="http://schemas.openxmlformats.org/drawingml/2006/main">
            <a:off x="8143875" y="51054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98" name="Google Shape;398;p8">
            <a:extLst xmlns:a="http://schemas.openxmlformats.org/drawingml/2006/main">
              <a:ext uri="{FF2B5EF4-FFF2-40B4-BE49-F238E27FC236}">
                <a16:creationId xmlns:a16="http://schemas.microsoft.com/office/drawing/2014/main" id="{A3B5C2EF-BBE3-4B3B-BA1D-8C7C6A5BED40}"/>
              </a:ext>
            </a:extLst>
          </p:cNvPr>
          <p:cNvSpPr>
            <a:spLocks xmlns:a="http://schemas.openxmlformats.org/drawingml/2006/main" noGrp="1"/>
          </p:cNvSpPr>
          <p:nvPr/>
        </p:nvSpPr>
        <p:spPr>
          <a:xfrm xmlns:a="http://schemas.openxmlformats.org/drawingml/2006/main">
            <a:off x="8248650" y="514350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GPT-5.6 Terra · hierarchy and stable-ID reasoning</a:t>
            </a:r>
            <a:endParaRPr/>
          </a:p>
        </p:txBody>
      </p:sp>
      <p:sp>
        <p:nvSpPr>
          <p:cNvPr id="399" name="Google Shape;399;p8">
            <a:extLst xmlns:a="http://schemas.openxmlformats.org/drawingml/2006/main">
              <a:ext uri="{FF2B5EF4-FFF2-40B4-BE49-F238E27FC236}">
                <a16:creationId xmlns:a16="http://schemas.microsoft.com/office/drawing/2014/main" id="{53E9A897-9CD9-4C7B-830B-DA51232EF43B}"/>
              </a:ext>
            </a:extLst>
          </p:cNvPr>
          <p:cNvSpPr>
            <a:spLocks xmlns:a="http://schemas.openxmlformats.org/drawingml/2006/main" noGrp="1"/>
          </p:cNvSpPr>
          <p:nvPr/>
        </p:nvSpPr>
        <p:spPr>
          <a:xfrm xmlns:a="http://schemas.openxmlformats.org/drawingml/2006/main">
            <a:off x="781050" y="5505450"/>
            <a:ext cx="10648950" cy="400050"/>
          </a:xfrm>
          <a:prstGeom xmlns:a="http://schemas.openxmlformats.org/drawingml/2006/main" prst="rect">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0" name="Google Shape;400;p8">
            <a:extLst xmlns:a="http://schemas.openxmlformats.org/drawingml/2006/main">
              <a:ext uri="{FF2B5EF4-FFF2-40B4-BE49-F238E27FC236}">
                <a16:creationId xmlns:a16="http://schemas.microsoft.com/office/drawing/2014/main" id="{2D21AD23-015D-4B00-A814-82CDBC49C1D0}"/>
              </a:ext>
            </a:extLst>
          </p:cNvPr>
          <p:cNvSpPr>
            <a:spLocks xmlns:a="http://schemas.openxmlformats.org/drawingml/2006/main" noGrp="1"/>
          </p:cNvSpPr>
          <p:nvPr/>
        </p:nvSpPr>
        <p:spPr>
          <a:xfrm xmlns:a="http://schemas.openxmlformats.org/drawingml/2006/main">
            <a:off x="781050" y="5505450"/>
            <a:ext cx="47625" cy="4000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1" name="Google Shape;401;p8">
            <a:extLst xmlns:a="http://schemas.openxmlformats.org/drawingml/2006/main">
              <a:ext uri="{FF2B5EF4-FFF2-40B4-BE49-F238E27FC236}">
                <a16:creationId xmlns:a16="http://schemas.microsoft.com/office/drawing/2014/main" id="{B61C2DBB-A1F6-4E94-8726-A227AE05CA4A}"/>
              </a:ext>
            </a:extLst>
          </p:cNvPr>
          <p:cNvSpPr>
            <a:spLocks xmlns:a="http://schemas.openxmlformats.org/drawingml/2006/main" noGrp="1"/>
          </p:cNvSpPr>
          <p:nvPr/>
        </p:nvSpPr>
        <p:spPr>
          <a:xfrm xmlns:a="http://schemas.openxmlformats.org/drawingml/2006/main">
            <a:off x="885825" y="554355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70"/>
              <a:buFont typeface="Arial"/>
              <a:buNone/>
            </a:pPr>
            <a:r>
              <a:rPr sz="870" b="1">
                <a:solidFill>
                  <a:srgbClr val="1A1A2E"/>
                </a:solidFill>
              </a:rPr>
              <a:t>07  Validator + Export</a:t>
            </a:r>
            <a:endParaRPr/>
          </a:p>
        </p:txBody>
      </p:sp>
      <p:sp>
        <p:nvSpPr>
          <p:cNvPr id="402" name="Google Shape;402;p8">
            <a:extLst xmlns:a="http://schemas.openxmlformats.org/drawingml/2006/main">
              <a:ext uri="{FF2B5EF4-FFF2-40B4-BE49-F238E27FC236}">
                <a16:creationId xmlns:a16="http://schemas.microsoft.com/office/drawing/2014/main" id="{75585E61-EEE5-4D18-BF97-F7CB18283549}"/>
              </a:ext>
            </a:extLst>
          </p:cNvPr>
          <p:cNvSpPr>
            <a:spLocks xmlns:a="http://schemas.openxmlformats.org/drawingml/2006/main" noGrp="1"/>
          </p:cNvSpPr>
          <p:nvPr/>
        </p:nvSpPr>
        <p:spPr>
          <a:xfrm xmlns:a="http://schemas.openxmlformats.org/drawingml/2006/main">
            <a:off x="2905125" y="55054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3" name="Google Shape;403;p8">
            <a:extLst xmlns:a="http://schemas.openxmlformats.org/drawingml/2006/main">
              <a:ext uri="{FF2B5EF4-FFF2-40B4-BE49-F238E27FC236}">
                <a16:creationId xmlns:a16="http://schemas.microsoft.com/office/drawing/2014/main" id="{D3F014FB-10CB-435C-A390-DDE7CEAB76B5}"/>
              </a:ext>
            </a:extLst>
          </p:cNvPr>
          <p:cNvSpPr>
            <a:spLocks xmlns:a="http://schemas.openxmlformats.org/drawingml/2006/main" noGrp="1"/>
          </p:cNvSpPr>
          <p:nvPr/>
        </p:nvSpPr>
        <p:spPr>
          <a:xfrm xmlns:a="http://schemas.openxmlformats.org/drawingml/2006/main">
            <a:off x="3009900" y="554355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Reconcile and release</a:t>
            </a:r>
            <a:endParaRPr/>
          </a:p>
        </p:txBody>
      </p:sp>
      <p:sp>
        <p:nvSpPr>
          <p:cNvPr id="404" name="Google Shape;404;p8">
            <a:extLst xmlns:a="http://schemas.openxmlformats.org/drawingml/2006/main">
              <a:ext uri="{FF2B5EF4-FFF2-40B4-BE49-F238E27FC236}">
                <a16:creationId xmlns:a16="http://schemas.microsoft.com/office/drawing/2014/main" id="{4BDAC655-1F7D-4857-94BB-9DCE02961FB9}"/>
              </a:ext>
            </a:extLst>
          </p:cNvPr>
          <p:cNvSpPr>
            <a:spLocks xmlns:a="http://schemas.openxmlformats.org/drawingml/2006/main" noGrp="1"/>
          </p:cNvSpPr>
          <p:nvPr/>
        </p:nvSpPr>
        <p:spPr>
          <a:xfrm xmlns:a="http://schemas.openxmlformats.org/drawingml/2006/main">
            <a:off x="5286375" y="55054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5" name="Google Shape;405;p8">
            <a:extLst xmlns:a="http://schemas.openxmlformats.org/drawingml/2006/main">
              <a:ext uri="{FF2B5EF4-FFF2-40B4-BE49-F238E27FC236}">
                <a16:creationId xmlns:a16="http://schemas.microsoft.com/office/drawing/2014/main" id="{E78249CE-24DF-4A7D-94C4-4CB233B0E30D}"/>
              </a:ext>
            </a:extLst>
          </p:cNvPr>
          <p:cNvSpPr>
            <a:spLocks xmlns:a="http://schemas.openxmlformats.org/drawingml/2006/main" noGrp="1"/>
          </p:cNvSpPr>
          <p:nvPr/>
        </p:nvSpPr>
        <p:spPr>
          <a:xfrm xmlns:a="http://schemas.openxmlformats.org/drawingml/2006/main">
            <a:off x="5391150" y="554355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Artifacts → authorized delivery files</a:t>
            </a:r>
            <a:endParaRPr/>
          </a:p>
        </p:txBody>
      </p:sp>
      <p:sp>
        <p:nvSpPr>
          <p:cNvPr id="406" name="Google Shape;406;p8">
            <a:extLst xmlns:a="http://schemas.openxmlformats.org/drawingml/2006/main">
              <a:ext uri="{FF2B5EF4-FFF2-40B4-BE49-F238E27FC236}">
                <a16:creationId xmlns:a16="http://schemas.microsoft.com/office/drawing/2014/main" id="{8C4C63E8-ADEA-4A4D-AE32-E3367F04A2FD}"/>
              </a:ext>
            </a:extLst>
          </p:cNvPr>
          <p:cNvSpPr>
            <a:spLocks xmlns:a="http://schemas.openxmlformats.org/drawingml/2006/main" noGrp="1"/>
          </p:cNvSpPr>
          <p:nvPr/>
        </p:nvSpPr>
        <p:spPr>
          <a:xfrm xmlns:a="http://schemas.openxmlformats.org/drawingml/2006/main">
            <a:off x="8143875" y="550545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7" name="Google Shape;407;p8">
            <a:extLst xmlns:a="http://schemas.openxmlformats.org/drawingml/2006/main">
              <a:ext uri="{FF2B5EF4-FFF2-40B4-BE49-F238E27FC236}">
                <a16:creationId xmlns:a16="http://schemas.microsoft.com/office/drawing/2014/main" id="{514FADF2-9753-47E5-9CFB-C878B9EC4C5B}"/>
              </a:ext>
            </a:extLst>
          </p:cNvPr>
          <p:cNvSpPr>
            <a:spLocks xmlns:a="http://schemas.openxmlformats.org/drawingml/2006/main" noGrp="1"/>
          </p:cNvSpPr>
          <p:nvPr/>
        </p:nvSpPr>
        <p:spPr>
          <a:xfrm xmlns:a="http://schemas.openxmlformats.org/drawingml/2006/main">
            <a:off x="8248650" y="554355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Code controls + Agreement Gate + fail-closed export</a:t>
            </a:r>
            <a:endParaRPr/>
          </a:p>
        </p:txBody>
      </p:sp>
      <p:sp>
        <p:nvSpPr>
          <p:cNvPr id="408" name="Google Shape;408;p8">
            <a:extLst xmlns:a="http://schemas.openxmlformats.org/drawingml/2006/main">
              <a:ext uri="{FF2B5EF4-FFF2-40B4-BE49-F238E27FC236}">
                <a16:creationId xmlns:a16="http://schemas.microsoft.com/office/drawing/2014/main" id="{C5A8B4D7-2D3E-48D3-B2B1-7FF109B294DC}"/>
              </a:ext>
            </a:extLst>
          </p:cNvPr>
          <p:cNvSpPr>
            <a:spLocks xmlns:a="http://schemas.openxmlformats.org/drawingml/2006/main" noGrp="1"/>
          </p:cNvSpPr>
          <p:nvPr/>
        </p:nvSpPr>
        <p:spPr>
          <a:xfrm xmlns:a="http://schemas.openxmlformats.org/drawingml/2006/main">
            <a:off x="781050" y="5905500"/>
            <a:ext cx="10648950" cy="400050"/>
          </a:xfrm>
          <a:prstGeom xmlns:a="http://schemas.openxmlformats.org/drawingml/2006/main" prst="rect">
            <a:avLst/>
          </a:prstGeom>
          <a:solidFill xmlns:a="http://schemas.openxmlformats.org/drawingml/2006/main">
            <a:srgbClr val="E6F0EB"/>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9" name="Google Shape;409;p8">
            <a:extLst xmlns:a="http://schemas.openxmlformats.org/drawingml/2006/main">
              <a:ext uri="{FF2B5EF4-FFF2-40B4-BE49-F238E27FC236}">
                <a16:creationId xmlns:a16="http://schemas.microsoft.com/office/drawing/2014/main" id="{CC673E5F-11DD-47AA-90BD-511F5F2CD70A}"/>
              </a:ext>
            </a:extLst>
          </p:cNvPr>
          <p:cNvSpPr>
            <a:spLocks xmlns:a="http://schemas.openxmlformats.org/drawingml/2006/main" noGrp="1"/>
          </p:cNvSpPr>
          <p:nvPr/>
        </p:nvSpPr>
        <p:spPr>
          <a:xfrm xmlns:a="http://schemas.openxmlformats.org/drawingml/2006/main">
            <a:off x="781050" y="5905500"/>
            <a:ext cx="47625" cy="40005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0" name="Google Shape;410;p8">
            <a:extLst xmlns:a="http://schemas.openxmlformats.org/drawingml/2006/main">
              <a:ext uri="{FF2B5EF4-FFF2-40B4-BE49-F238E27FC236}">
                <a16:creationId xmlns:a16="http://schemas.microsoft.com/office/drawing/2014/main" id="{EB31D3E5-D0BF-4EE6-9B00-0CA66A49CBC3}"/>
              </a:ext>
            </a:extLst>
          </p:cNvPr>
          <p:cNvSpPr>
            <a:spLocks xmlns:a="http://schemas.openxmlformats.org/drawingml/2006/main" noGrp="1"/>
          </p:cNvSpPr>
          <p:nvPr/>
        </p:nvSpPr>
        <p:spPr>
          <a:xfrm xmlns:a="http://schemas.openxmlformats.org/drawingml/2006/main">
            <a:off x="885825" y="5943600"/>
            <a:ext cx="17240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70"/>
              <a:buFont typeface="Arial"/>
              <a:buNone/>
            </a:pPr>
            <a:r>
              <a:rPr sz="870" b="1">
                <a:solidFill>
                  <a:srgbClr val="2F6F57"/>
                </a:solidFill>
              </a:rPr>
              <a:t>POST  T-shirt Sizing</a:t>
            </a:r>
            <a:endParaRPr/>
          </a:p>
        </p:txBody>
      </p:sp>
      <p:sp>
        <p:nvSpPr>
          <p:cNvPr id="411" name="Google Shape;411;p8">
            <a:extLst xmlns:a="http://schemas.openxmlformats.org/drawingml/2006/main">
              <a:ext uri="{FF2B5EF4-FFF2-40B4-BE49-F238E27FC236}">
                <a16:creationId xmlns:a16="http://schemas.microsoft.com/office/drawing/2014/main" id="{4F4757F0-18A6-4537-B1E2-FCEDD2B2D4D0}"/>
              </a:ext>
            </a:extLst>
          </p:cNvPr>
          <p:cNvSpPr>
            <a:spLocks xmlns:a="http://schemas.openxmlformats.org/drawingml/2006/main" noGrp="1"/>
          </p:cNvSpPr>
          <p:nvPr/>
        </p:nvSpPr>
        <p:spPr>
          <a:xfrm xmlns:a="http://schemas.openxmlformats.org/drawingml/2006/main">
            <a:off x="2905125" y="59055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2" name="Google Shape;412;p8">
            <a:extLst xmlns:a="http://schemas.openxmlformats.org/drawingml/2006/main">
              <a:ext uri="{FF2B5EF4-FFF2-40B4-BE49-F238E27FC236}">
                <a16:creationId xmlns:a16="http://schemas.microsoft.com/office/drawing/2014/main" id="{25813E38-7457-4B75-8B12-00F6E19387B3}"/>
              </a:ext>
            </a:extLst>
          </p:cNvPr>
          <p:cNvSpPr>
            <a:spLocks xmlns:a="http://schemas.openxmlformats.org/drawingml/2006/main" noGrp="1"/>
          </p:cNvSpPr>
          <p:nvPr/>
        </p:nvSpPr>
        <p:spPr>
          <a:xfrm xmlns:a="http://schemas.openxmlformats.org/drawingml/2006/main">
            <a:off x="3009900" y="5943600"/>
            <a:ext cx="19812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Provide advisory effort</a:t>
            </a:r>
            <a:endParaRPr/>
          </a:p>
        </p:txBody>
      </p:sp>
      <p:sp>
        <p:nvSpPr>
          <p:cNvPr id="413" name="Google Shape;413;p8">
            <a:extLst xmlns:a="http://schemas.openxmlformats.org/drawingml/2006/main">
              <a:ext uri="{FF2B5EF4-FFF2-40B4-BE49-F238E27FC236}">
                <a16:creationId xmlns:a16="http://schemas.microsoft.com/office/drawing/2014/main" id="{A07CECF2-682B-4DE0-94B3-6848F388DF9E}"/>
              </a:ext>
            </a:extLst>
          </p:cNvPr>
          <p:cNvSpPr>
            <a:spLocks xmlns:a="http://schemas.openxmlformats.org/drawingml/2006/main" noGrp="1"/>
          </p:cNvSpPr>
          <p:nvPr/>
        </p:nvSpPr>
        <p:spPr>
          <a:xfrm xmlns:a="http://schemas.openxmlformats.org/drawingml/2006/main">
            <a:off x="5286375" y="59055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4" name="Google Shape;414;p8">
            <a:extLst xmlns:a="http://schemas.openxmlformats.org/drawingml/2006/main">
              <a:ext uri="{FF2B5EF4-FFF2-40B4-BE49-F238E27FC236}">
                <a16:creationId xmlns:a16="http://schemas.microsoft.com/office/drawing/2014/main" id="{DE36FE17-9657-428C-81CC-2D1430FA69AA}"/>
              </a:ext>
            </a:extLst>
          </p:cNvPr>
          <p:cNvSpPr>
            <a:spLocks xmlns:a="http://schemas.openxmlformats.org/drawingml/2006/main" noGrp="1"/>
          </p:cNvSpPr>
          <p:nvPr/>
        </p:nvSpPr>
        <p:spPr>
          <a:xfrm xmlns:a="http://schemas.openxmlformats.org/drawingml/2006/main">
            <a:off x="5391150" y="5943600"/>
            <a:ext cx="2457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Stories → size, confidence, refinement guidance</a:t>
            </a:r>
            <a:endParaRPr/>
          </a:p>
        </p:txBody>
      </p:sp>
      <p:sp>
        <p:nvSpPr>
          <p:cNvPr id="415" name="Google Shape;415;p8">
            <a:extLst xmlns:a="http://schemas.openxmlformats.org/drawingml/2006/main">
              <a:ext uri="{FF2B5EF4-FFF2-40B4-BE49-F238E27FC236}">
                <a16:creationId xmlns:a16="http://schemas.microsoft.com/office/drawing/2014/main" id="{E7EFED09-1A5B-45AB-9B21-B9D022B63723}"/>
              </a:ext>
            </a:extLst>
          </p:cNvPr>
          <p:cNvSpPr>
            <a:spLocks xmlns:a="http://schemas.openxmlformats.org/drawingml/2006/main" noGrp="1"/>
          </p:cNvSpPr>
          <p:nvPr/>
        </p:nvSpPr>
        <p:spPr>
          <a:xfrm xmlns:a="http://schemas.openxmlformats.org/drawingml/2006/main">
            <a:off x="8143875" y="5905500"/>
            <a:ext cx="9525" cy="400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6" name="Google Shape;416;p8">
            <a:extLst xmlns:a="http://schemas.openxmlformats.org/drawingml/2006/main">
              <a:ext uri="{FF2B5EF4-FFF2-40B4-BE49-F238E27FC236}">
                <a16:creationId xmlns:a16="http://schemas.microsoft.com/office/drawing/2014/main" id="{7D28AA4D-F8AE-42B5-8CC1-3A581BA45602}"/>
              </a:ext>
            </a:extLst>
          </p:cNvPr>
          <p:cNvSpPr>
            <a:spLocks xmlns:a="http://schemas.openxmlformats.org/drawingml/2006/main" noGrp="1"/>
          </p:cNvSpPr>
          <p:nvPr/>
        </p:nvSpPr>
        <p:spPr>
          <a:xfrm xmlns:a="http://schemas.openxmlformats.org/drawingml/2006/main">
            <a:off x="8248650" y="5943600"/>
            <a:ext cx="30765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47"/>
              <a:buFont typeface="Arial"/>
              <a:buNone/>
            </a:pPr>
            <a:r>
              <a:rPr sz="848" b="0">
                <a:solidFill>
                  <a:srgbClr val="666B70"/>
                </a:solidFill>
              </a:rPr>
              <a:t>GPT-5.6 Terra · advisory sizing; non-blocking</a:t>
            </a:r>
            <a:endParaRPr/>
          </a:p>
        </p:txBody>
      </p:sp>
      <p:sp>
        <p:nvSpPr>
          <p:cNvPr id="417" name="Google Shape;417;p8">
            <a:extLst xmlns:a="http://schemas.openxmlformats.org/drawingml/2006/main">
              <a:ext uri="{FF2B5EF4-FFF2-40B4-BE49-F238E27FC236}">
                <a16:creationId xmlns:a16="http://schemas.microsoft.com/office/drawing/2014/main" id="{B16FF0C6-7018-4B28-BE3C-812242EB18BD}"/>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8" name="Google Shape;418;p8">
            <a:extLst xmlns:a="http://schemas.openxmlformats.org/drawingml/2006/main">
              <a:ext uri="{FF2B5EF4-FFF2-40B4-BE49-F238E27FC236}">
                <a16:creationId xmlns:a16="http://schemas.microsoft.com/office/drawing/2014/main" id="{B0ECB2E4-7F87-4B08-8055-2B251D172181}"/>
              </a:ext>
            </a:extLst>
          </p:cNvPr>
          <p:cNvSpPr>
            <a:spLocks xmlns:a="http://schemas.openxmlformats.org/drawingml/2006/main" noGrp="1"/>
          </p:cNvSpPr>
          <p:nvPr/>
        </p:nvSpPr>
        <p:spPr>
          <a:xfrm xmlns:a="http://schemas.openxmlformats.org/drawingml/2006/main">
            <a:off x="781050" y="6496050"/>
            <a:ext cx="106489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00"/>
              <a:buFont typeface="Arial"/>
              <a:buNone/>
            </a:pPr>
            <a:r>
              <a:rPr sz="1200" b="1">
                <a:solidFill>
                  <a:srgbClr val="FFFFFF"/>
                </a:solidFill>
              </a:rPr>
              <a:t>GPT-5.6 Terra reasons · n8n coordinates · code validates · humans authorize</a:t>
            </a:r>
            <a:endParaRPr/>
          </a:p>
        </p:txBody>
      </p:sp>
    </p:spTree>
    <p:extLst>
      <p:ext uri="{BB962C8B-B14F-4D97-AF65-F5344CB8AC3E}">
        <p14:creationId xmlns:p14="http://schemas.microsoft.com/office/powerpoint/2010/main" val="1467023816"/>
      </p:ext>
    </p:extLst>
  </p:cSld>
</p:sld>
</file>

<file path=ppt/slides/slide9.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424" name="Google Shape;424;p9">
            <a:extLst xmlns:a="http://schemas.openxmlformats.org/drawingml/2006/main">
              <a:ext uri="{FF2B5EF4-FFF2-40B4-BE49-F238E27FC236}">
                <a16:creationId xmlns:a16="http://schemas.microsoft.com/office/drawing/2014/main" id="{F2999A10-8FC1-430F-8FE6-69650F57742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25" name="Google Shape;425;p9">
            <a:extLst xmlns:a="http://schemas.openxmlformats.org/drawingml/2006/main">
              <a:ext uri="{FF2B5EF4-FFF2-40B4-BE49-F238E27FC236}">
                <a16:creationId xmlns:a16="http://schemas.microsoft.com/office/drawing/2014/main" id="{DA173280-B615-4FA9-8DE1-A0C1C6166946}"/>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26" name="Google Shape;426;p9">
            <a:extLst xmlns:a="http://schemas.openxmlformats.org/drawingml/2006/main">
              <a:ext uri="{FF2B5EF4-FFF2-40B4-BE49-F238E27FC236}">
                <a16:creationId xmlns:a16="http://schemas.microsoft.com/office/drawing/2014/main" id="{93404E1E-5132-4269-BC00-DBF6AE1B38B9}"/>
              </a:ext>
            </a:extLst>
          </p:cNvPr>
          <p:cNvSpPr>
            <a:spLocks xmlns:a="http://schemas.openxmlformats.org/drawingml/2006/main" noGrp="1"/>
          </p:cNvSpPr>
          <p:nvPr/>
        </p:nvSpPr>
        <p:spPr>
          <a:xfrm xmlns:a="http://schemas.openxmlformats.org/drawingml/2006/main">
            <a:off x="781050" y="55245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09  ·  GROUNDING &amp; HUMAN CONTROL</a:t>
            </a:r>
            <a:endParaRPr/>
          </a:p>
        </p:txBody>
      </p:sp>
      <p:sp>
        <p:nvSpPr>
          <p:cNvPr id="427" name="Google Shape;427;p9">
            <a:extLst xmlns:a="http://schemas.openxmlformats.org/drawingml/2006/main">
              <a:ext uri="{FF2B5EF4-FFF2-40B4-BE49-F238E27FC236}">
                <a16:creationId xmlns:a16="http://schemas.microsoft.com/office/drawing/2014/main" id="{BC44EF80-F3F2-4B37-8DBD-0BD5A26306B9}"/>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Grounding and human approval prevent unsupported requirements</a:t>
            </a:r>
            <a:endParaRPr/>
          </a:p>
        </p:txBody>
      </p:sp>
      <p:sp>
        <p:nvSpPr>
          <p:cNvPr id="428" name="Google Shape;428;p9">
            <a:extLst xmlns:a="http://schemas.openxmlformats.org/drawingml/2006/main">
              <a:ext uri="{FF2B5EF4-FFF2-40B4-BE49-F238E27FC236}">
                <a16:creationId xmlns:a16="http://schemas.microsoft.com/office/drawing/2014/main" id="{E6067809-50D3-4367-BD0F-698B35A3BDA5}"/>
              </a:ext>
            </a:extLst>
          </p:cNvPr>
          <p:cNvSpPr>
            <a:spLocks xmlns:a="http://schemas.openxmlformats.org/drawingml/2006/main" noGrp="1"/>
          </p:cNvSpPr>
          <p:nvPr/>
        </p:nvSpPr>
        <p:spPr>
          <a:xfrm xmlns:a="http://schemas.openxmlformats.org/drawingml/2006/main">
            <a:off x="781050" y="1724025"/>
            <a:ext cx="106489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Every generated element must carry evidence lineage, approved intent, and a reconciled delivery identity before export.</a:t>
            </a:r>
            <a:endParaRPr/>
          </a:p>
        </p:txBody>
      </p:sp>
      <p:sp>
        <p:nvSpPr>
          <p:cNvPr id="429" name="Google Shape;429;p9">
            <a:extLst xmlns:a="http://schemas.openxmlformats.org/drawingml/2006/main">
              <a:ext uri="{FF2B5EF4-FFF2-40B4-BE49-F238E27FC236}">
                <a16:creationId xmlns:a16="http://schemas.microsoft.com/office/drawing/2014/main" id="{6761ED83-35DB-4225-8354-77BF886AD92C}"/>
              </a:ext>
            </a:extLst>
          </p:cNvPr>
          <p:cNvSpPr>
            <a:spLocks xmlns:a="http://schemas.openxmlformats.org/drawingml/2006/main" noGrp="1"/>
          </p:cNvSpPr>
          <p:nvPr/>
        </p:nvSpPr>
        <p:spPr>
          <a:xfrm xmlns:a="http://schemas.openxmlformats.org/drawingml/2006/main">
            <a:off x="781050" y="230505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FAIL-CLOSED ASSURANCE PATH</a:t>
            </a:r>
            <a:endParaRPr/>
          </a:p>
        </p:txBody>
      </p:sp>
      <p:sp>
        <p:nvSpPr>
          <p:cNvPr id="430" name="Google Shape;430;p9">
            <a:extLst xmlns:a="http://schemas.openxmlformats.org/drawingml/2006/main">
              <a:ext uri="{FF2B5EF4-FFF2-40B4-BE49-F238E27FC236}">
                <a16:creationId xmlns:a16="http://schemas.microsoft.com/office/drawing/2014/main" id="{DCCA7245-6ACD-44AC-B07F-6B8EDD73BB68}"/>
              </a:ext>
            </a:extLst>
          </p:cNvPr>
          <p:cNvSpPr>
            <a:spLocks xmlns:a="http://schemas.openxmlformats.org/drawingml/2006/main" noGrp="1"/>
          </p:cNvSpPr>
          <p:nvPr/>
        </p:nvSpPr>
        <p:spPr>
          <a:xfrm xmlns:a="http://schemas.openxmlformats.org/drawingml/2006/main">
            <a:off x="781050" y="2724150"/>
            <a:ext cx="1562100" cy="1390650"/>
          </a:xfrm>
          <a:prstGeom xmlns:a="http://schemas.openxmlformats.org/drawingml/2006/main" prst="roundRect">
            <a:avLst>
              <a:gd name="adj" fmla="val 5479"/>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31" name="Google Shape;431;p9">
            <a:extLst xmlns:a="http://schemas.openxmlformats.org/drawingml/2006/main">
              <a:ext uri="{FF2B5EF4-FFF2-40B4-BE49-F238E27FC236}">
                <a16:creationId xmlns:a16="http://schemas.microsoft.com/office/drawing/2014/main" id="{B4B0CCE8-FED3-4F41-AD9E-31C73D385FC1}"/>
              </a:ext>
            </a:extLst>
          </p:cNvPr>
          <p:cNvSpPr>
            <a:spLocks xmlns:a="http://schemas.openxmlformats.org/drawingml/2006/main" noGrp="1"/>
          </p:cNvSpPr>
          <p:nvPr/>
        </p:nvSpPr>
        <p:spPr>
          <a:xfrm xmlns:a="http://schemas.openxmlformats.org/drawingml/2006/main">
            <a:off x="914400" y="2847975"/>
            <a:ext cx="1295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825"/>
              <a:buFont typeface="Arial"/>
              <a:buNone/>
            </a:pPr>
            <a:r>
              <a:rPr sz="825" b="1">
                <a:solidFill>
                  <a:srgbClr val="3B6EBF"/>
                </a:solidFill>
              </a:rPr>
              <a:t>01</a:t>
            </a:r>
            <a:endParaRPr/>
          </a:p>
        </p:txBody>
      </p:sp>
      <p:sp>
        <p:nvSpPr>
          <p:cNvPr id="432" name="Google Shape;432;p9">
            <a:extLst xmlns:a="http://schemas.openxmlformats.org/drawingml/2006/main">
              <a:ext uri="{FF2B5EF4-FFF2-40B4-BE49-F238E27FC236}">
                <a16:creationId xmlns:a16="http://schemas.microsoft.com/office/drawing/2014/main" id="{945CBD20-A689-4EA2-86D6-86AAD20ACAD8}"/>
              </a:ext>
            </a:extLst>
          </p:cNvPr>
          <p:cNvSpPr>
            <a:spLocks xmlns:a="http://schemas.openxmlformats.org/drawingml/2006/main" noGrp="1"/>
          </p:cNvSpPr>
          <p:nvPr/>
        </p:nvSpPr>
        <p:spPr>
          <a:xfrm xmlns:a="http://schemas.openxmlformats.org/drawingml/2006/main">
            <a:off x="914400" y="3105150"/>
            <a:ext cx="129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Authoritative</a:t>
            </a:r>
            <a:endParaRPr/>
          </a:p>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source</a:t>
            </a:r>
            <a:endParaRPr/>
          </a:p>
        </p:txBody>
      </p:sp>
      <p:sp>
        <p:nvSpPr>
          <p:cNvPr id="433" name="Google Shape;433;p9">
            <a:extLst xmlns:a="http://schemas.openxmlformats.org/drawingml/2006/main">
              <a:ext uri="{FF2B5EF4-FFF2-40B4-BE49-F238E27FC236}">
                <a16:creationId xmlns:a16="http://schemas.microsoft.com/office/drawing/2014/main" id="{6C20C50C-7DC7-4196-AB38-01D1EB602E07}"/>
              </a:ext>
            </a:extLst>
          </p:cNvPr>
          <p:cNvSpPr>
            <a:spLocks xmlns:a="http://schemas.openxmlformats.org/drawingml/2006/main" noGrp="1"/>
          </p:cNvSpPr>
          <p:nvPr/>
        </p:nvSpPr>
        <p:spPr>
          <a:xfrm xmlns:a="http://schemas.openxmlformats.org/drawingml/2006/main">
            <a:off x="914400" y="3638550"/>
            <a:ext cx="1295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Drive ID · hash · exact text</a:t>
            </a:r>
            <a:endParaRPr/>
          </a:p>
        </p:txBody>
      </p:sp>
      <p:sp>
        <p:nvSpPr>
          <p:cNvPr id="434" name="Google Shape;434;p9">
            <a:extLst xmlns:a="http://schemas.openxmlformats.org/drawingml/2006/main">
              <a:ext uri="{FF2B5EF4-FFF2-40B4-BE49-F238E27FC236}">
                <a16:creationId xmlns:a16="http://schemas.microsoft.com/office/drawing/2014/main" id="{C6BB03D4-4063-4853-AEFE-00ADB9F0D526}"/>
              </a:ext>
            </a:extLst>
          </p:cNvPr>
          <p:cNvSpPr>
            <a:spLocks xmlns:a="http://schemas.openxmlformats.org/drawingml/2006/main" noGrp="1"/>
          </p:cNvSpPr>
          <p:nvPr/>
        </p:nvSpPr>
        <p:spPr>
          <a:xfrm xmlns:a="http://schemas.openxmlformats.org/drawingml/2006/main">
            <a:off x="2600325" y="2724150"/>
            <a:ext cx="15621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35" name="Google Shape;435;p9">
            <a:extLst xmlns:a="http://schemas.openxmlformats.org/drawingml/2006/main">
              <a:ext uri="{FF2B5EF4-FFF2-40B4-BE49-F238E27FC236}">
                <a16:creationId xmlns:a16="http://schemas.microsoft.com/office/drawing/2014/main" id="{7B967343-6C84-407B-89FE-8696DD938122}"/>
              </a:ext>
            </a:extLst>
          </p:cNvPr>
          <p:cNvSpPr>
            <a:spLocks xmlns:a="http://schemas.openxmlformats.org/drawingml/2006/main" noGrp="1"/>
          </p:cNvSpPr>
          <p:nvPr/>
        </p:nvSpPr>
        <p:spPr>
          <a:xfrm xmlns:a="http://schemas.openxmlformats.org/drawingml/2006/main">
            <a:off x="2733675" y="2847975"/>
            <a:ext cx="1295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02</a:t>
            </a:r>
            <a:endParaRPr/>
          </a:p>
        </p:txBody>
      </p:sp>
      <p:sp>
        <p:nvSpPr>
          <p:cNvPr id="436" name="Google Shape;436;p9">
            <a:extLst xmlns:a="http://schemas.openxmlformats.org/drawingml/2006/main">
              <a:ext uri="{FF2B5EF4-FFF2-40B4-BE49-F238E27FC236}">
                <a16:creationId xmlns:a16="http://schemas.microsoft.com/office/drawing/2014/main" id="{CA2FDF38-61C2-414D-878A-647013CF2F2D}"/>
              </a:ext>
            </a:extLst>
          </p:cNvPr>
          <p:cNvSpPr>
            <a:spLocks xmlns:a="http://schemas.openxmlformats.org/drawingml/2006/main" noGrp="1"/>
          </p:cNvSpPr>
          <p:nvPr/>
        </p:nvSpPr>
        <p:spPr>
          <a:xfrm xmlns:a="http://schemas.openxmlformats.org/drawingml/2006/main">
            <a:off x="2733675" y="3105150"/>
            <a:ext cx="129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Citation-linked</a:t>
            </a:r>
            <a:endParaRPr/>
          </a:p>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requirement</a:t>
            </a:r>
            <a:endParaRPr/>
          </a:p>
        </p:txBody>
      </p:sp>
      <p:sp>
        <p:nvSpPr>
          <p:cNvPr id="437" name="Google Shape;437;p9">
            <a:extLst xmlns:a="http://schemas.openxmlformats.org/drawingml/2006/main">
              <a:ext uri="{FF2B5EF4-FFF2-40B4-BE49-F238E27FC236}">
                <a16:creationId xmlns:a16="http://schemas.microsoft.com/office/drawing/2014/main" id="{59EC1B49-0CC4-419D-B6F6-3DE2F9358B8C}"/>
              </a:ext>
            </a:extLst>
          </p:cNvPr>
          <p:cNvSpPr>
            <a:spLocks xmlns:a="http://schemas.openxmlformats.org/drawingml/2006/main" noGrp="1"/>
          </p:cNvSpPr>
          <p:nvPr/>
        </p:nvSpPr>
        <p:spPr>
          <a:xfrm xmlns:a="http://schemas.openxmlformats.org/drawingml/2006/main">
            <a:off x="2733675" y="3638550"/>
            <a:ext cx="1295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Citation ID · requirement ID</a:t>
            </a:r>
            <a:endParaRPr/>
          </a:p>
        </p:txBody>
      </p:sp>
      <p:sp>
        <p:nvSpPr>
          <p:cNvPr id="438" name="Google Shape;438;p9">
            <a:extLst xmlns:a="http://schemas.openxmlformats.org/drawingml/2006/main">
              <a:ext uri="{FF2B5EF4-FFF2-40B4-BE49-F238E27FC236}">
                <a16:creationId xmlns:a16="http://schemas.microsoft.com/office/drawing/2014/main" id="{C8FE3527-8B0A-48CB-95CB-9621A89129CB}"/>
              </a:ext>
            </a:extLst>
          </p:cNvPr>
          <p:cNvSpPr>
            <a:spLocks xmlns:a="http://schemas.openxmlformats.org/drawingml/2006/main" noGrp="1"/>
          </p:cNvSpPr>
          <p:nvPr/>
        </p:nvSpPr>
        <p:spPr>
          <a:xfrm xmlns:a="http://schemas.openxmlformats.org/drawingml/2006/main">
            <a:off x="4419600" y="2724150"/>
            <a:ext cx="15621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39" name="Google Shape;439;p9">
            <a:extLst xmlns:a="http://schemas.openxmlformats.org/drawingml/2006/main">
              <a:ext uri="{FF2B5EF4-FFF2-40B4-BE49-F238E27FC236}">
                <a16:creationId xmlns:a16="http://schemas.microsoft.com/office/drawing/2014/main" id="{57B97C9F-368F-4798-8ABD-7AF3348A4991}"/>
              </a:ext>
            </a:extLst>
          </p:cNvPr>
          <p:cNvSpPr>
            <a:spLocks xmlns:a="http://schemas.openxmlformats.org/drawingml/2006/main" noGrp="1"/>
          </p:cNvSpPr>
          <p:nvPr/>
        </p:nvSpPr>
        <p:spPr>
          <a:xfrm xmlns:a="http://schemas.openxmlformats.org/drawingml/2006/main">
            <a:off x="4552950" y="2847975"/>
            <a:ext cx="1295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03</a:t>
            </a:r>
            <a:endParaRPr/>
          </a:p>
        </p:txBody>
      </p:sp>
      <p:sp>
        <p:nvSpPr>
          <p:cNvPr id="440" name="Google Shape;440;p9">
            <a:extLst xmlns:a="http://schemas.openxmlformats.org/drawingml/2006/main">
              <a:ext uri="{FF2B5EF4-FFF2-40B4-BE49-F238E27FC236}">
                <a16:creationId xmlns:a16="http://schemas.microsoft.com/office/drawing/2014/main" id="{31717274-951B-42D4-9593-FD02355B96EE}"/>
              </a:ext>
            </a:extLst>
          </p:cNvPr>
          <p:cNvSpPr>
            <a:spLocks xmlns:a="http://schemas.openxmlformats.org/drawingml/2006/main" noGrp="1"/>
          </p:cNvSpPr>
          <p:nvPr/>
        </p:nvSpPr>
        <p:spPr>
          <a:xfrm xmlns:a="http://schemas.openxmlformats.org/drawingml/2006/main">
            <a:off x="4552950" y="3105150"/>
            <a:ext cx="129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Clarification +</a:t>
            </a:r>
            <a:endParaRPr/>
          </a:p>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gap analysis</a:t>
            </a:r>
            <a:endParaRPr/>
          </a:p>
        </p:txBody>
      </p:sp>
      <p:sp>
        <p:nvSpPr>
          <p:cNvPr id="441" name="Google Shape;441;p9">
            <a:extLst xmlns:a="http://schemas.openxmlformats.org/drawingml/2006/main">
              <a:ext uri="{FF2B5EF4-FFF2-40B4-BE49-F238E27FC236}">
                <a16:creationId xmlns:a16="http://schemas.microsoft.com/office/drawing/2014/main" id="{CD97E66D-343C-4362-9BE2-0DD17F425EC1}"/>
              </a:ext>
            </a:extLst>
          </p:cNvPr>
          <p:cNvSpPr>
            <a:spLocks xmlns:a="http://schemas.openxmlformats.org/drawingml/2006/main" noGrp="1"/>
          </p:cNvSpPr>
          <p:nvPr/>
        </p:nvSpPr>
        <p:spPr>
          <a:xfrm xmlns:a="http://schemas.openxmlformats.org/drawingml/2006/main">
            <a:off x="4552950" y="3638550"/>
            <a:ext cx="1295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Ambiguity · conflicts · missing data</a:t>
            </a:r>
            <a:endParaRPr/>
          </a:p>
        </p:txBody>
      </p:sp>
      <p:sp>
        <p:nvSpPr>
          <p:cNvPr id="442" name="Google Shape;442;p9">
            <a:extLst xmlns:a="http://schemas.openxmlformats.org/drawingml/2006/main">
              <a:ext uri="{FF2B5EF4-FFF2-40B4-BE49-F238E27FC236}">
                <a16:creationId xmlns:a16="http://schemas.microsoft.com/office/drawing/2014/main" id="{04CB80BF-BE3F-4CC5-BAF7-3B04F365F593}"/>
              </a:ext>
            </a:extLst>
          </p:cNvPr>
          <p:cNvSpPr>
            <a:spLocks xmlns:a="http://schemas.openxmlformats.org/drawingml/2006/main" noGrp="1"/>
          </p:cNvSpPr>
          <p:nvPr/>
        </p:nvSpPr>
        <p:spPr>
          <a:xfrm xmlns:a="http://schemas.openxmlformats.org/drawingml/2006/main">
            <a:off x="6238875" y="2724150"/>
            <a:ext cx="1562100" cy="1390650"/>
          </a:xfrm>
          <a:prstGeom xmlns:a="http://schemas.openxmlformats.org/drawingml/2006/main" prst="roundRect">
            <a:avLst>
              <a:gd name="adj" fmla="val 5479"/>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3" name="Google Shape;443;p9">
            <a:extLst xmlns:a="http://schemas.openxmlformats.org/drawingml/2006/main">
              <a:ext uri="{FF2B5EF4-FFF2-40B4-BE49-F238E27FC236}">
                <a16:creationId xmlns:a16="http://schemas.microsoft.com/office/drawing/2014/main" id="{4068CB63-7B90-4601-99F5-6ED88102FD8D}"/>
              </a:ext>
            </a:extLst>
          </p:cNvPr>
          <p:cNvSpPr>
            <a:spLocks xmlns:a="http://schemas.openxmlformats.org/drawingml/2006/main" noGrp="1"/>
          </p:cNvSpPr>
          <p:nvPr/>
        </p:nvSpPr>
        <p:spPr>
          <a:xfrm xmlns:a="http://schemas.openxmlformats.org/drawingml/2006/main">
            <a:off x="6372225" y="2847975"/>
            <a:ext cx="1295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04</a:t>
            </a:r>
            <a:endParaRPr/>
          </a:p>
        </p:txBody>
      </p:sp>
      <p:sp>
        <p:nvSpPr>
          <p:cNvPr id="444" name="Google Shape;444;p9">
            <a:extLst xmlns:a="http://schemas.openxmlformats.org/drawingml/2006/main">
              <a:ext uri="{FF2B5EF4-FFF2-40B4-BE49-F238E27FC236}">
                <a16:creationId xmlns:a16="http://schemas.microsoft.com/office/drawing/2014/main" id="{70503A08-18E4-42FB-9594-355C6BB42510}"/>
              </a:ext>
            </a:extLst>
          </p:cNvPr>
          <p:cNvSpPr>
            <a:spLocks xmlns:a="http://schemas.openxmlformats.org/drawingml/2006/main" noGrp="1"/>
          </p:cNvSpPr>
          <p:nvPr/>
        </p:nvSpPr>
        <p:spPr>
          <a:xfrm xmlns:a="http://schemas.openxmlformats.org/drawingml/2006/main">
            <a:off x="6372225" y="3105150"/>
            <a:ext cx="129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Human</a:t>
            </a:r>
            <a:endParaRPr/>
          </a:p>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approval</a:t>
            </a:r>
            <a:endParaRPr/>
          </a:p>
        </p:txBody>
      </p:sp>
      <p:sp>
        <p:nvSpPr>
          <p:cNvPr id="445" name="Google Shape;445;p9">
            <a:extLst xmlns:a="http://schemas.openxmlformats.org/drawingml/2006/main">
              <a:ext uri="{FF2B5EF4-FFF2-40B4-BE49-F238E27FC236}">
                <a16:creationId xmlns:a16="http://schemas.microsoft.com/office/drawing/2014/main" id="{20E98D65-F91F-420F-AACD-C5AB2AB35B4C}"/>
              </a:ext>
            </a:extLst>
          </p:cNvPr>
          <p:cNvSpPr>
            <a:spLocks xmlns:a="http://schemas.openxmlformats.org/drawingml/2006/main" noGrp="1"/>
          </p:cNvSpPr>
          <p:nvPr/>
        </p:nvSpPr>
        <p:spPr>
          <a:xfrm xmlns:a="http://schemas.openxmlformats.org/drawingml/2006/main">
            <a:off x="6372225" y="3638550"/>
            <a:ext cx="1295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Signed decisions · approved scope</a:t>
            </a:r>
            <a:endParaRPr/>
          </a:p>
        </p:txBody>
      </p:sp>
      <p:sp>
        <p:nvSpPr>
          <p:cNvPr id="446" name="Google Shape;446;p9">
            <a:extLst xmlns:a="http://schemas.openxmlformats.org/drawingml/2006/main">
              <a:ext uri="{FF2B5EF4-FFF2-40B4-BE49-F238E27FC236}">
                <a16:creationId xmlns:a16="http://schemas.microsoft.com/office/drawing/2014/main" id="{2A3F7C28-56AA-4D19-BB65-B0E09817A4C7}"/>
              </a:ext>
            </a:extLst>
          </p:cNvPr>
          <p:cNvSpPr>
            <a:spLocks xmlns:a="http://schemas.openxmlformats.org/drawingml/2006/main" noGrp="1"/>
          </p:cNvSpPr>
          <p:nvPr/>
        </p:nvSpPr>
        <p:spPr>
          <a:xfrm xmlns:a="http://schemas.openxmlformats.org/drawingml/2006/main">
            <a:off x="8058150" y="2724150"/>
            <a:ext cx="15621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7" name="Google Shape;447;p9">
            <a:extLst xmlns:a="http://schemas.openxmlformats.org/drawingml/2006/main">
              <a:ext uri="{FF2B5EF4-FFF2-40B4-BE49-F238E27FC236}">
                <a16:creationId xmlns:a16="http://schemas.microsoft.com/office/drawing/2014/main" id="{F579C588-BF6B-404E-BF4E-FF68DEE97CEA}"/>
              </a:ext>
            </a:extLst>
          </p:cNvPr>
          <p:cNvSpPr>
            <a:spLocks xmlns:a="http://schemas.openxmlformats.org/drawingml/2006/main" noGrp="1"/>
          </p:cNvSpPr>
          <p:nvPr/>
        </p:nvSpPr>
        <p:spPr>
          <a:xfrm xmlns:a="http://schemas.openxmlformats.org/drawingml/2006/main">
            <a:off x="8191500" y="2847975"/>
            <a:ext cx="1295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05</a:t>
            </a:r>
            <a:endParaRPr/>
          </a:p>
        </p:txBody>
      </p:sp>
      <p:sp>
        <p:nvSpPr>
          <p:cNvPr id="448" name="Google Shape;448;p9">
            <a:extLst xmlns:a="http://schemas.openxmlformats.org/drawingml/2006/main">
              <a:ext uri="{FF2B5EF4-FFF2-40B4-BE49-F238E27FC236}">
                <a16:creationId xmlns:a16="http://schemas.microsoft.com/office/drawing/2014/main" id="{CC4B42DD-C54F-4E7C-8BE9-9777A917D972}"/>
              </a:ext>
            </a:extLst>
          </p:cNvPr>
          <p:cNvSpPr>
            <a:spLocks xmlns:a="http://schemas.openxmlformats.org/drawingml/2006/main" noGrp="1"/>
          </p:cNvSpPr>
          <p:nvPr/>
        </p:nvSpPr>
        <p:spPr>
          <a:xfrm xmlns:a="http://schemas.openxmlformats.org/drawingml/2006/main">
            <a:off x="8191500" y="3105150"/>
            <a:ext cx="129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PRD + delivery</a:t>
            </a:r>
            <a:endParaRPr/>
          </a:p>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hierarchy</a:t>
            </a:r>
            <a:endParaRPr/>
          </a:p>
        </p:txBody>
      </p:sp>
      <p:sp>
        <p:nvSpPr>
          <p:cNvPr id="449" name="Google Shape;449;p9">
            <a:extLst xmlns:a="http://schemas.openxmlformats.org/drawingml/2006/main">
              <a:ext uri="{FF2B5EF4-FFF2-40B4-BE49-F238E27FC236}">
                <a16:creationId xmlns:a16="http://schemas.microsoft.com/office/drawing/2014/main" id="{8BBCFEFD-A57F-4F3A-94AD-5F8FE9630316}"/>
              </a:ext>
            </a:extLst>
          </p:cNvPr>
          <p:cNvSpPr>
            <a:spLocks xmlns:a="http://schemas.openxmlformats.org/drawingml/2006/main" noGrp="1"/>
          </p:cNvSpPr>
          <p:nvPr/>
        </p:nvSpPr>
        <p:spPr>
          <a:xfrm xmlns:a="http://schemas.openxmlformats.org/drawingml/2006/main">
            <a:off x="8191500" y="3638550"/>
            <a:ext cx="1295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Stable IDs · mapped criteria</a:t>
            </a:r>
            <a:endParaRPr/>
          </a:p>
        </p:txBody>
      </p:sp>
      <p:sp>
        <p:nvSpPr>
          <p:cNvPr id="450" name="Google Shape;450;p9">
            <a:extLst xmlns:a="http://schemas.openxmlformats.org/drawingml/2006/main">
              <a:ext uri="{FF2B5EF4-FFF2-40B4-BE49-F238E27FC236}">
                <a16:creationId xmlns:a16="http://schemas.microsoft.com/office/drawing/2014/main" id="{B388EDDC-CB70-467A-8CD3-2410A7A4D6A7}"/>
              </a:ext>
            </a:extLst>
          </p:cNvPr>
          <p:cNvSpPr>
            <a:spLocks xmlns:a="http://schemas.openxmlformats.org/drawingml/2006/main" noGrp="1"/>
          </p:cNvSpPr>
          <p:nvPr/>
        </p:nvSpPr>
        <p:spPr>
          <a:xfrm xmlns:a="http://schemas.openxmlformats.org/drawingml/2006/main">
            <a:off x="9877425" y="2724150"/>
            <a:ext cx="1562100" cy="1390650"/>
          </a:xfrm>
          <a:prstGeom xmlns:a="http://schemas.openxmlformats.org/drawingml/2006/main" prst="roundRect">
            <a:avLst>
              <a:gd name="adj" fmla="val 5479"/>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1" name="Google Shape;451;p9">
            <a:extLst xmlns:a="http://schemas.openxmlformats.org/drawingml/2006/main">
              <a:ext uri="{FF2B5EF4-FFF2-40B4-BE49-F238E27FC236}">
                <a16:creationId xmlns:a16="http://schemas.microsoft.com/office/drawing/2014/main" id="{8866CC80-BCAD-49F7-9743-9C2E168EA49A}"/>
              </a:ext>
            </a:extLst>
          </p:cNvPr>
          <p:cNvSpPr>
            <a:spLocks xmlns:a="http://schemas.openxmlformats.org/drawingml/2006/main" noGrp="1"/>
          </p:cNvSpPr>
          <p:nvPr/>
        </p:nvSpPr>
        <p:spPr>
          <a:xfrm xmlns:a="http://schemas.openxmlformats.org/drawingml/2006/main">
            <a:off x="10010775" y="2847975"/>
            <a:ext cx="1295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25"/>
              <a:buFont typeface="Arial"/>
              <a:buNone/>
            </a:pPr>
            <a:r>
              <a:rPr sz="825" b="1">
                <a:solidFill>
                  <a:srgbClr val="2F6F57"/>
                </a:solidFill>
              </a:rPr>
              <a:t>06</a:t>
            </a:r>
            <a:endParaRPr/>
          </a:p>
        </p:txBody>
      </p:sp>
      <p:sp>
        <p:nvSpPr>
          <p:cNvPr id="452" name="Google Shape;452;p9">
            <a:extLst xmlns:a="http://schemas.openxmlformats.org/drawingml/2006/main">
              <a:ext uri="{FF2B5EF4-FFF2-40B4-BE49-F238E27FC236}">
                <a16:creationId xmlns:a16="http://schemas.microsoft.com/office/drawing/2014/main" id="{53AF1830-FD6E-4CFE-B3D1-7C844C1E418A}"/>
              </a:ext>
            </a:extLst>
          </p:cNvPr>
          <p:cNvSpPr>
            <a:spLocks xmlns:a="http://schemas.openxmlformats.org/drawingml/2006/main" noGrp="1"/>
          </p:cNvSpPr>
          <p:nvPr/>
        </p:nvSpPr>
        <p:spPr>
          <a:xfrm xmlns:a="http://schemas.openxmlformats.org/drawingml/2006/main">
            <a:off x="10010775" y="3105150"/>
            <a:ext cx="1295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Agreement Gate</a:t>
            </a:r>
            <a:endParaRPr/>
          </a:p>
          <a:p xmlns:a="http://schemas.openxmlformats.org/drawingml/2006/main">
            <a:pPr marL="0" marR="0" lvl="0" indent="0" algn="l">
              <a:spcBef>
                <a:spcPts val="0"/>
              </a:spcBef>
              <a:spcAft>
                <a:spcPts val="0"/>
              </a:spcAft>
              <a:buClr>
                <a:srgbClr val="1A1A2E"/>
              </a:buClr>
              <a:buSzPts val="1163"/>
              <a:buFont typeface="Arial"/>
              <a:buNone/>
            </a:pPr>
            <a:r>
              <a:rPr sz="1163" b="1">
                <a:solidFill>
                  <a:srgbClr val="1A1A2E"/>
                </a:solidFill>
              </a:rPr>
              <a:t>+ export</a:t>
            </a:r>
            <a:endParaRPr/>
          </a:p>
        </p:txBody>
      </p:sp>
      <p:sp>
        <p:nvSpPr>
          <p:cNvPr id="453" name="Google Shape;453;p9">
            <a:extLst xmlns:a="http://schemas.openxmlformats.org/drawingml/2006/main">
              <a:ext uri="{FF2B5EF4-FFF2-40B4-BE49-F238E27FC236}">
                <a16:creationId xmlns:a16="http://schemas.microsoft.com/office/drawing/2014/main" id="{E7647DC0-D6F8-4F76-A57A-364BC2D6E677}"/>
              </a:ext>
            </a:extLst>
          </p:cNvPr>
          <p:cNvSpPr>
            <a:spLocks xmlns:a="http://schemas.openxmlformats.org/drawingml/2006/main" noGrp="1"/>
          </p:cNvSpPr>
          <p:nvPr/>
        </p:nvSpPr>
        <p:spPr>
          <a:xfrm xmlns:a="http://schemas.openxmlformats.org/drawingml/2006/main">
            <a:off x="10010775" y="3638550"/>
            <a:ext cx="1295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Set equality · orphan prevention</a:t>
            </a:r>
            <a:endParaRPr/>
          </a:p>
        </p:txBody>
      </p:sp>
      <p:cxnSp>
        <p:nvCxnSpPr>
          <p:cNvPr id="539" name="Google Shape;454;p9"/>
          <p:cNvCxnSpPr>
            <a:stCxn xmlns:a="http://schemas.openxmlformats.org/drawingml/2006/main" id="430" idx="3"/>
            <a:endCxn xmlns:a="http://schemas.openxmlformats.org/drawingml/2006/main" id="434" idx="1"/>
          </p:cNvCxnSpPr>
          <p:nvPr/>
        </p:nvCxnSpPr>
        <p:spPr>
          <a:xfrm xmlns:a="http://schemas.openxmlformats.org/drawingml/2006/main">
            <a:off x="2343150" y="3419475"/>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540" name="Google Shape;455;p9"/>
          <p:cNvCxnSpPr>
            <a:stCxn xmlns:a="http://schemas.openxmlformats.org/drawingml/2006/main" id="434" idx="3"/>
            <a:endCxn xmlns:a="http://schemas.openxmlformats.org/drawingml/2006/main" id="438" idx="1"/>
          </p:cNvCxnSpPr>
          <p:nvPr/>
        </p:nvCxnSpPr>
        <p:spPr>
          <a:xfrm xmlns:a="http://schemas.openxmlformats.org/drawingml/2006/main">
            <a:off x="4162425" y="3419475"/>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541" name="Google Shape;456;p9"/>
          <p:cNvCxnSpPr>
            <a:stCxn xmlns:a="http://schemas.openxmlformats.org/drawingml/2006/main" id="438" idx="3"/>
            <a:endCxn xmlns:a="http://schemas.openxmlformats.org/drawingml/2006/main" id="442" idx="1"/>
          </p:cNvCxnSpPr>
          <p:nvPr/>
        </p:nvCxnSpPr>
        <p:spPr>
          <a:xfrm xmlns:a="http://schemas.openxmlformats.org/drawingml/2006/main">
            <a:off x="5981700" y="3419475"/>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542" name="Google Shape;457;p9"/>
          <p:cNvCxnSpPr>
            <a:stCxn xmlns:a="http://schemas.openxmlformats.org/drawingml/2006/main" id="442" idx="3"/>
            <a:endCxn xmlns:a="http://schemas.openxmlformats.org/drawingml/2006/main" id="446" idx="1"/>
          </p:cNvCxnSpPr>
          <p:nvPr/>
        </p:nvCxnSpPr>
        <p:spPr>
          <a:xfrm xmlns:a="http://schemas.openxmlformats.org/drawingml/2006/main">
            <a:off x="7800975" y="3419475"/>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cxnSp>
        <p:nvCxnSpPr>
          <p:cNvPr id="543" name="Google Shape;458;p9"/>
          <p:cNvCxnSpPr>
            <a:stCxn xmlns:a="http://schemas.openxmlformats.org/drawingml/2006/main" id="446" idx="3"/>
            <a:endCxn xmlns:a="http://schemas.openxmlformats.org/drawingml/2006/main" id="450" idx="1"/>
          </p:cNvCxnSpPr>
          <p:nvPr/>
        </p:nvCxnSpPr>
        <p:spPr>
          <a:xfrm xmlns:a="http://schemas.openxmlformats.org/drawingml/2006/main">
            <a:off x="9620250" y="3419475"/>
            <a:ext cx="257100" cy="0"/>
          </a:xfrm>
          <a:prstGeom xmlns:a="http://schemas.openxmlformats.org/drawingml/2006/main" prst="straightConnector1">
            <a:avLst/>
          </a:prstGeom>
          <a:ln xmlns:a="http://schemas.openxmlformats.org/drawingml/2006/main" w="21425" cap="flat">
            <a:solidFill>
              <a:srgbClr val="B85042"/>
            </a:solidFill>
            <a:prstDash val="solid"/>
            <a:round/>
            <a:headEnd type="none" w="sm" len="sm"/>
            <a:tailEnd type="triangle" w="med" len="med"/>
          </a:ln>
        </p:spPr>
      </p:cxnSp>
      <p:sp>
        <p:nvSpPr>
          <p:cNvPr id="459" name="Google Shape;459;p9">
            <a:extLst xmlns:a="http://schemas.openxmlformats.org/drawingml/2006/main">
              <a:ext uri="{FF2B5EF4-FFF2-40B4-BE49-F238E27FC236}">
                <a16:creationId xmlns:a16="http://schemas.microsoft.com/office/drawing/2014/main" id="{C27E3338-7D20-4924-BB83-7A1524936D9C}"/>
              </a:ext>
            </a:extLst>
          </p:cNvPr>
          <p:cNvSpPr>
            <a:spLocks xmlns:a="http://schemas.openxmlformats.org/drawingml/2006/main" noGrp="1"/>
          </p:cNvSpPr>
          <p:nvPr/>
        </p:nvSpPr>
        <p:spPr>
          <a:xfrm xmlns:a="http://schemas.openxmlformats.org/drawingml/2006/main">
            <a:off x="781050" y="445770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ACCEPTED v0.3.8 PROOF</a:t>
            </a:r>
            <a:endParaRPr/>
          </a:p>
        </p:txBody>
      </p:sp>
      <p:sp>
        <p:nvSpPr>
          <p:cNvPr id="460" name="Google Shape;460;p9">
            <a:extLst xmlns:a="http://schemas.openxmlformats.org/drawingml/2006/main">
              <a:ext uri="{FF2B5EF4-FFF2-40B4-BE49-F238E27FC236}">
                <a16:creationId xmlns:a16="http://schemas.microsoft.com/office/drawing/2014/main" id="{AB6099F2-8899-4AFF-AB25-12FF0E4BDD63}"/>
              </a:ext>
            </a:extLst>
          </p:cNvPr>
          <p:cNvSpPr>
            <a:spLocks xmlns:a="http://schemas.openxmlformats.org/drawingml/2006/main" noGrp="1"/>
          </p:cNvSpPr>
          <p:nvPr/>
        </p:nvSpPr>
        <p:spPr>
          <a:xfrm xmlns:a="http://schemas.openxmlformats.org/drawingml/2006/main">
            <a:off x="781050" y="4819650"/>
            <a:ext cx="24765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1" name="Google Shape;461;p9">
            <a:extLst xmlns:a="http://schemas.openxmlformats.org/drawingml/2006/main">
              <a:ext uri="{FF2B5EF4-FFF2-40B4-BE49-F238E27FC236}">
                <a16:creationId xmlns:a16="http://schemas.microsoft.com/office/drawing/2014/main" id="{05C5003A-1A2D-476B-A986-817CF2DD34BF}"/>
              </a:ext>
            </a:extLst>
          </p:cNvPr>
          <p:cNvSpPr>
            <a:spLocks xmlns:a="http://schemas.openxmlformats.org/drawingml/2006/main" noGrp="1"/>
          </p:cNvSpPr>
          <p:nvPr/>
        </p:nvSpPr>
        <p:spPr>
          <a:xfrm xmlns:a="http://schemas.openxmlformats.org/drawingml/2006/main">
            <a:off x="952500" y="4933950"/>
            <a:ext cx="2133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175"/>
              <a:buFont typeface="Arial"/>
              <a:buNone/>
            </a:pPr>
            <a:r>
              <a:rPr sz="2175" b="1">
                <a:solidFill>
                  <a:srgbClr val="1A1A2E"/>
                </a:solidFill>
              </a:rPr>
              <a:t>145/145</a:t>
            </a:r>
            <a:endParaRPr/>
          </a:p>
        </p:txBody>
      </p:sp>
      <p:sp>
        <p:nvSpPr>
          <p:cNvPr id="462" name="Google Shape;462;p9">
            <a:extLst xmlns:a="http://schemas.openxmlformats.org/drawingml/2006/main">
              <a:ext uri="{FF2B5EF4-FFF2-40B4-BE49-F238E27FC236}">
                <a16:creationId xmlns:a16="http://schemas.microsoft.com/office/drawing/2014/main" id="{5D14B63D-259D-4E76-805D-A36404193772}"/>
              </a:ext>
            </a:extLst>
          </p:cNvPr>
          <p:cNvSpPr>
            <a:spLocks xmlns:a="http://schemas.openxmlformats.org/drawingml/2006/main" noGrp="1"/>
          </p:cNvSpPr>
          <p:nvPr/>
        </p:nvSpPr>
        <p:spPr>
          <a:xfrm xmlns:a="http://schemas.openxmlformats.org/drawingml/2006/main">
            <a:off x="952500" y="5334000"/>
            <a:ext cx="21336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75"/>
              <a:buFont typeface="Arial"/>
              <a:buNone/>
            </a:pPr>
            <a:r>
              <a:rPr sz="975">
                <a:solidFill>
                  <a:srgbClr val="666B70"/>
                </a:solidFill>
              </a:rPr>
              <a:t>citation dispositions</a:t>
            </a:r>
            <a:endParaRPr/>
          </a:p>
        </p:txBody>
      </p:sp>
      <p:sp>
        <p:nvSpPr>
          <p:cNvPr id="463" name="Google Shape;463;p9">
            <a:extLst xmlns:a="http://schemas.openxmlformats.org/drawingml/2006/main">
              <a:ext uri="{FF2B5EF4-FFF2-40B4-BE49-F238E27FC236}">
                <a16:creationId xmlns:a16="http://schemas.microsoft.com/office/drawing/2014/main" id="{67AEE403-E578-4481-842A-791ECFD35893}"/>
              </a:ext>
            </a:extLst>
          </p:cNvPr>
          <p:cNvSpPr>
            <a:spLocks xmlns:a="http://schemas.openxmlformats.org/drawingml/2006/main" noGrp="1"/>
          </p:cNvSpPr>
          <p:nvPr/>
        </p:nvSpPr>
        <p:spPr>
          <a:xfrm xmlns:a="http://schemas.openxmlformats.org/drawingml/2006/main">
            <a:off x="3505200" y="4819650"/>
            <a:ext cx="24765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4" name="Google Shape;464;p9">
            <a:extLst xmlns:a="http://schemas.openxmlformats.org/drawingml/2006/main">
              <a:ext uri="{FF2B5EF4-FFF2-40B4-BE49-F238E27FC236}">
                <a16:creationId xmlns:a16="http://schemas.microsoft.com/office/drawing/2014/main" id="{D308B300-B9DB-4FD1-8440-73BDD5B3B87C}"/>
              </a:ext>
            </a:extLst>
          </p:cNvPr>
          <p:cNvSpPr>
            <a:spLocks xmlns:a="http://schemas.openxmlformats.org/drawingml/2006/main" noGrp="1"/>
          </p:cNvSpPr>
          <p:nvPr/>
        </p:nvSpPr>
        <p:spPr>
          <a:xfrm xmlns:a="http://schemas.openxmlformats.org/drawingml/2006/main">
            <a:off x="3676650" y="4933950"/>
            <a:ext cx="2133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175"/>
              <a:buFont typeface="Arial"/>
              <a:buNone/>
            </a:pPr>
            <a:r>
              <a:rPr sz="2175" b="1">
                <a:solidFill>
                  <a:srgbClr val="1A1A2E"/>
                </a:solidFill>
              </a:rPr>
              <a:t>100%</a:t>
            </a:r>
            <a:endParaRPr/>
          </a:p>
        </p:txBody>
      </p:sp>
      <p:sp>
        <p:nvSpPr>
          <p:cNvPr id="465" name="Google Shape;465;p9">
            <a:extLst xmlns:a="http://schemas.openxmlformats.org/drawingml/2006/main">
              <a:ext uri="{FF2B5EF4-FFF2-40B4-BE49-F238E27FC236}">
                <a16:creationId xmlns:a16="http://schemas.microsoft.com/office/drawing/2014/main" id="{AA8C0E46-662D-4944-902C-922760395B3F}"/>
              </a:ext>
            </a:extLst>
          </p:cNvPr>
          <p:cNvSpPr>
            <a:spLocks xmlns:a="http://schemas.openxmlformats.org/drawingml/2006/main" noGrp="1"/>
          </p:cNvSpPr>
          <p:nvPr/>
        </p:nvSpPr>
        <p:spPr>
          <a:xfrm xmlns:a="http://schemas.openxmlformats.org/drawingml/2006/main">
            <a:off x="3676650" y="5334000"/>
            <a:ext cx="21336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75"/>
              <a:buFont typeface="Arial"/>
              <a:buNone/>
            </a:pPr>
            <a:r>
              <a:rPr sz="975">
                <a:solidFill>
                  <a:srgbClr val="666B70"/>
                </a:solidFill>
              </a:rPr>
              <a:t>governed ID reconciliation</a:t>
            </a:r>
            <a:endParaRPr/>
          </a:p>
        </p:txBody>
      </p:sp>
      <p:sp>
        <p:nvSpPr>
          <p:cNvPr id="466" name="Google Shape;466;p9">
            <a:extLst xmlns:a="http://schemas.openxmlformats.org/drawingml/2006/main">
              <a:ext uri="{FF2B5EF4-FFF2-40B4-BE49-F238E27FC236}">
                <a16:creationId xmlns:a16="http://schemas.microsoft.com/office/drawing/2014/main" id="{BE6CA992-938B-4FE8-AF07-B7B15AC1556E}"/>
              </a:ext>
            </a:extLst>
          </p:cNvPr>
          <p:cNvSpPr>
            <a:spLocks xmlns:a="http://schemas.openxmlformats.org/drawingml/2006/main" noGrp="1"/>
          </p:cNvSpPr>
          <p:nvPr/>
        </p:nvSpPr>
        <p:spPr>
          <a:xfrm xmlns:a="http://schemas.openxmlformats.org/drawingml/2006/main">
            <a:off x="6229350" y="4819650"/>
            <a:ext cx="24765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7" name="Google Shape;467;p9">
            <a:extLst xmlns:a="http://schemas.openxmlformats.org/drawingml/2006/main">
              <a:ext uri="{FF2B5EF4-FFF2-40B4-BE49-F238E27FC236}">
                <a16:creationId xmlns:a16="http://schemas.microsoft.com/office/drawing/2014/main" id="{4A3542E1-23DA-4D0B-9283-79980C075796}"/>
              </a:ext>
            </a:extLst>
          </p:cNvPr>
          <p:cNvSpPr>
            <a:spLocks xmlns:a="http://schemas.openxmlformats.org/drawingml/2006/main" noGrp="1"/>
          </p:cNvSpPr>
          <p:nvPr/>
        </p:nvSpPr>
        <p:spPr>
          <a:xfrm xmlns:a="http://schemas.openxmlformats.org/drawingml/2006/main">
            <a:off x="6400800" y="4933950"/>
            <a:ext cx="2133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175"/>
              <a:buFont typeface="Arial"/>
              <a:buNone/>
            </a:pPr>
            <a:r>
              <a:rPr sz="2175" b="1">
                <a:solidFill>
                  <a:srgbClr val="1A1A2E"/>
                </a:solidFill>
              </a:rPr>
              <a:t>0</a:t>
            </a:r>
            <a:endParaRPr/>
          </a:p>
        </p:txBody>
      </p:sp>
      <p:sp>
        <p:nvSpPr>
          <p:cNvPr id="468" name="Google Shape;468;p9">
            <a:extLst xmlns:a="http://schemas.openxmlformats.org/drawingml/2006/main">
              <a:ext uri="{FF2B5EF4-FFF2-40B4-BE49-F238E27FC236}">
                <a16:creationId xmlns:a16="http://schemas.microsoft.com/office/drawing/2014/main" id="{9585E5DA-2D53-49B0-9A78-1B8289C22B73}"/>
              </a:ext>
            </a:extLst>
          </p:cNvPr>
          <p:cNvSpPr>
            <a:spLocks xmlns:a="http://schemas.openxmlformats.org/drawingml/2006/main" noGrp="1"/>
          </p:cNvSpPr>
          <p:nvPr/>
        </p:nvSpPr>
        <p:spPr>
          <a:xfrm xmlns:a="http://schemas.openxmlformats.org/drawingml/2006/main">
            <a:off x="6400800" y="5334000"/>
            <a:ext cx="21336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75"/>
              <a:buFont typeface="Arial"/>
              <a:buNone/>
            </a:pPr>
            <a:r>
              <a:rPr sz="975">
                <a:solidFill>
                  <a:srgbClr val="666B70"/>
                </a:solidFill>
              </a:rPr>
              <a:t>orphaned governed records</a:t>
            </a:r>
            <a:endParaRPr/>
          </a:p>
        </p:txBody>
      </p:sp>
      <p:sp>
        <p:nvSpPr>
          <p:cNvPr id="469" name="Google Shape;469;p9">
            <a:extLst xmlns:a="http://schemas.openxmlformats.org/drawingml/2006/main">
              <a:ext uri="{FF2B5EF4-FFF2-40B4-BE49-F238E27FC236}">
                <a16:creationId xmlns:a16="http://schemas.microsoft.com/office/drawing/2014/main" id="{321555BF-5270-4C84-9155-6B8370B9CD70}"/>
              </a:ext>
            </a:extLst>
          </p:cNvPr>
          <p:cNvSpPr>
            <a:spLocks xmlns:a="http://schemas.openxmlformats.org/drawingml/2006/main" noGrp="1"/>
          </p:cNvSpPr>
          <p:nvPr/>
        </p:nvSpPr>
        <p:spPr>
          <a:xfrm xmlns:a="http://schemas.openxmlformats.org/drawingml/2006/main">
            <a:off x="8953500" y="4819650"/>
            <a:ext cx="2476500" cy="990600"/>
          </a:xfrm>
          <a:prstGeom xmlns:a="http://schemas.openxmlformats.org/drawingml/2006/main" prst="roundRect">
            <a:avLst>
              <a:gd name="adj" fmla="val 7692"/>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0" name="Google Shape;470;p9">
            <a:extLst xmlns:a="http://schemas.openxmlformats.org/drawingml/2006/main">
              <a:ext uri="{FF2B5EF4-FFF2-40B4-BE49-F238E27FC236}">
                <a16:creationId xmlns:a16="http://schemas.microsoft.com/office/drawing/2014/main" id="{0A510393-64E3-4301-8294-B702E196E69E}"/>
              </a:ext>
            </a:extLst>
          </p:cNvPr>
          <p:cNvSpPr>
            <a:spLocks xmlns:a="http://schemas.openxmlformats.org/drawingml/2006/main" noGrp="1"/>
          </p:cNvSpPr>
          <p:nvPr/>
        </p:nvSpPr>
        <p:spPr>
          <a:xfrm xmlns:a="http://schemas.openxmlformats.org/drawingml/2006/main">
            <a:off x="9124950" y="4933950"/>
            <a:ext cx="2133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725"/>
              <a:buFont typeface="Arial"/>
              <a:buNone/>
            </a:pPr>
            <a:r>
              <a:rPr sz="1725" b="1">
                <a:solidFill>
                  <a:srgbClr val="2F6F57"/>
                </a:solidFill>
              </a:rPr>
              <a:t>PASSED</a:t>
            </a:r>
            <a:endParaRPr/>
          </a:p>
        </p:txBody>
      </p:sp>
      <p:sp>
        <p:nvSpPr>
          <p:cNvPr id="471" name="Google Shape;471;p9">
            <a:extLst xmlns:a="http://schemas.openxmlformats.org/drawingml/2006/main">
              <a:ext uri="{FF2B5EF4-FFF2-40B4-BE49-F238E27FC236}">
                <a16:creationId xmlns:a16="http://schemas.microsoft.com/office/drawing/2014/main" id="{648417AC-A1BA-4477-B861-ACFBCAE20F0B}"/>
              </a:ext>
            </a:extLst>
          </p:cNvPr>
          <p:cNvSpPr>
            <a:spLocks xmlns:a="http://schemas.openxmlformats.org/drawingml/2006/main" noGrp="1"/>
          </p:cNvSpPr>
          <p:nvPr/>
        </p:nvSpPr>
        <p:spPr>
          <a:xfrm xmlns:a="http://schemas.openxmlformats.org/drawingml/2006/main">
            <a:off x="9124950" y="5334000"/>
            <a:ext cx="21336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75"/>
              <a:buFont typeface="Arial"/>
              <a:buNone/>
            </a:pPr>
            <a:r>
              <a:rPr sz="975">
                <a:solidFill>
                  <a:srgbClr val="666B70"/>
                </a:solidFill>
              </a:rPr>
              <a:t>Agreement Gate authorization</a:t>
            </a:r>
            <a:endParaRPr/>
          </a:p>
        </p:txBody>
      </p:sp>
      <p:sp>
        <p:nvSpPr>
          <p:cNvPr id="472" name="Google Shape;472;p9">
            <a:extLst xmlns:a="http://schemas.openxmlformats.org/drawingml/2006/main">
              <a:ext uri="{FF2B5EF4-FFF2-40B4-BE49-F238E27FC236}">
                <a16:creationId xmlns:a16="http://schemas.microsoft.com/office/drawing/2014/main" id="{C3815583-8573-4094-9D71-DF8A93FA6FA7}"/>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3" name="Google Shape;473;p9">
            <a:extLst xmlns:a="http://schemas.openxmlformats.org/drawingml/2006/main">
              <a:ext uri="{FF2B5EF4-FFF2-40B4-BE49-F238E27FC236}">
                <a16:creationId xmlns:a16="http://schemas.microsoft.com/office/drawing/2014/main" id="{A6A6BC54-745D-431D-9736-43E446E4D606}"/>
              </a:ext>
            </a:extLst>
          </p:cNvPr>
          <p:cNvSpPr>
            <a:spLocks xmlns:a="http://schemas.openxmlformats.org/drawingml/2006/main" noGrp="1"/>
          </p:cNvSpPr>
          <p:nvPr/>
        </p:nvSpPr>
        <p:spPr>
          <a:xfrm xmlns:a="http://schemas.openxmlformats.org/drawingml/2006/main">
            <a:off x="781050" y="6315075"/>
            <a:ext cx="106489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Arial"/>
              <a:buNone/>
            </a:pPr>
            <a:r>
              <a:rPr sz="1350" b="1">
                <a:solidFill>
                  <a:srgbClr val="FFFFFF"/>
                </a:solidFill>
              </a:rPr>
              <a:t>No evidence → no requirement   ·   No approval → no production   ·   No reconciliation → no export</a:t>
            </a:r>
            <a:endParaRPr/>
          </a:p>
        </p:txBody>
      </p:sp>
    </p:spTree>
    <p:extLst>
      <p:ext uri="{BB962C8B-B14F-4D97-AF65-F5344CB8AC3E}">
        <p14:creationId xmlns:p14="http://schemas.microsoft.com/office/powerpoint/2010/main" val="1477230585"/>
      </p:ext>
    </p:extLst>
  </p:cSld>
</p:sld>
</file>

<file path=ppt/slides/slide10.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479" name="Google Shape;479;p10">
            <a:extLst xmlns:a="http://schemas.openxmlformats.org/drawingml/2006/main">
              <a:ext uri="{FF2B5EF4-FFF2-40B4-BE49-F238E27FC236}">
                <a16:creationId xmlns:a16="http://schemas.microsoft.com/office/drawing/2014/main" id="{03BDEDEC-F11F-435D-98FE-D1AEC61FE1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0" name="Google Shape;480;p10">
            <a:extLst xmlns:a="http://schemas.openxmlformats.org/drawingml/2006/main">
              <a:ext uri="{FF2B5EF4-FFF2-40B4-BE49-F238E27FC236}">
                <a16:creationId xmlns:a16="http://schemas.microsoft.com/office/drawing/2014/main" id="{7B92F924-8F81-4D01-9A38-56B87472241E}"/>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1" name="Google Shape;481;p10">
            <a:extLst xmlns:a="http://schemas.openxmlformats.org/drawingml/2006/main">
              <a:ext uri="{FF2B5EF4-FFF2-40B4-BE49-F238E27FC236}">
                <a16:creationId xmlns:a16="http://schemas.microsoft.com/office/drawing/2014/main" id="{5265CD89-F947-487A-A8D8-4ED24ECCC7F2}"/>
              </a:ext>
            </a:extLst>
          </p:cNvPr>
          <p:cNvSpPr>
            <a:spLocks xmlns:a="http://schemas.openxmlformats.org/drawingml/2006/main" noGrp="1"/>
          </p:cNvSpPr>
          <p:nvPr/>
        </p:nvSpPr>
        <p:spPr>
          <a:xfrm xmlns:a="http://schemas.openxmlformats.org/drawingml/2006/main">
            <a:off x="781050" y="552450"/>
            <a:ext cx="552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10  ·  PLANNING-READY OUTPUTS</a:t>
            </a:r>
            <a:endParaRPr/>
          </a:p>
        </p:txBody>
      </p:sp>
      <p:sp>
        <p:nvSpPr>
          <p:cNvPr id="482" name="Google Shape;482;p10">
            <a:extLst xmlns:a="http://schemas.openxmlformats.org/drawingml/2006/main">
              <a:ext uri="{FF2B5EF4-FFF2-40B4-BE49-F238E27FC236}">
                <a16:creationId xmlns:a16="http://schemas.microsoft.com/office/drawing/2014/main" id="{F4259E52-8724-446B-8F2D-E8D772425DEC}"/>
              </a:ext>
            </a:extLst>
          </p:cNvPr>
          <p:cNvSpPr>
            <a:spLocks xmlns:a="http://schemas.openxmlformats.org/drawingml/2006/main" noGrp="1"/>
          </p:cNvSpPr>
          <p:nvPr/>
        </p:nvSpPr>
        <p:spPr>
          <a:xfrm xmlns:a="http://schemas.openxmlformats.org/drawingml/2006/main">
            <a:off x="781050" y="885825"/>
            <a:ext cx="106489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The pipeline produces three planning-ready artifacts</a:t>
            </a:r>
            <a:endParaRPr/>
          </a:p>
        </p:txBody>
      </p:sp>
      <p:sp>
        <p:nvSpPr>
          <p:cNvPr id="483" name="Google Shape;483;p10">
            <a:extLst xmlns:a="http://schemas.openxmlformats.org/drawingml/2006/main">
              <a:ext uri="{FF2B5EF4-FFF2-40B4-BE49-F238E27FC236}">
                <a16:creationId xmlns:a16="http://schemas.microsoft.com/office/drawing/2014/main" id="{410C7A8A-8A0D-4B71-9092-59D8A30918F4}"/>
              </a:ext>
            </a:extLst>
          </p:cNvPr>
          <p:cNvSpPr>
            <a:spLocks xmlns:a="http://schemas.openxmlformats.org/drawingml/2006/main" noGrp="1"/>
          </p:cNvSpPr>
          <p:nvPr/>
        </p:nvSpPr>
        <p:spPr>
          <a:xfrm xmlns:a="http://schemas.openxmlformats.org/drawingml/2006/main">
            <a:off x="781050" y="1724025"/>
            <a:ext cx="106489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Each Markdown document is run-specific, human-readable, and backed by structured lineage and validation evidence.</a:t>
            </a:r>
            <a:endParaRPr/>
          </a:p>
        </p:txBody>
      </p:sp>
      <p:sp>
        <p:nvSpPr>
          <p:cNvPr id="484" name="Google Shape;484;p10">
            <a:extLst xmlns:a="http://schemas.openxmlformats.org/drawingml/2006/main">
              <a:ext uri="{FF2B5EF4-FFF2-40B4-BE49-F238E27FC236}">
                <a16:creationId xmlns:a16="http://schemas.microsoft.com/office/drawing/2014/main" id="{9847C7C0-7586-4246-AE9F-5B1E918B8FE9}"/>
              </a:ext>
            </a:extLst>
          </p:cNvPr>
          <p:cNvSpPr>
            <a:spLocks xmlns:a="http://schemas.openxmlformats.org/drawingml/2006/main" noGrp="1"/>
          </p:cNvSpPr>
          <p:nvPr/>
        </p:nvSpPr>
        <p:spPr>
          <a:xfrm xmlns:a="http://schemas.openxmlformats.org/drawingml/2006/main">
            <a:off x="781050" y="2400300"/>
            <a:ext cx="3219450" cy="34480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5" name="Google Shape;485;p10">
            <a:extLst xmlns:a="http://schemas.openxmlformats.org/drawingml/2006/main">
              <a:ext uri="{FF2B5EF4-FFF2-40B4-BE49-F238E27FC236}">
                <a16:creationId xmlns:a16="http://schemas.microsoft.com/office/drawing/2014/main" id="{3ABA3219-FBA1-4594-A221-B6618B894A2D}"/>
              </a:ext>
            </a:extLst>
          </p:cNvPr>
          <p:cNvSpPr>
            <a:spLocks xmlns:a="http://schemas.openxmlformats.org/drawingml/2006/main" noGrp="1"/>
          </p:cNvSpPr>
          <p:nvPr/>
        </p:nvSpPr>
        <p:spPr>
          <a:xfrm xmlns:a="http://schemas.openxmlformats.org/drawingml/2006/main">
            <a:off x="781050" y="2400300"/>
            <a:ext cx="3219450" cy="8572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6" name="Google Shape;486;p10">
            <a:extLst xmlns:a="http://schemas.openxmlformats.org/drawingml/2006/main">
              <a:ext uri="{FF2B5EF4-FFF2-40B4-BE49-F238E27FC236}">
                <a16:creationId xmlns:a16="http://schemas.microsoft.com/office/drawing/2014/main" id="{80D1CF78-FF1B-4AC6-979E-080335CC2A91}"/>
              </a:ext>
            </a:extLst>
          </p:cNvPr>
          <p:cNvSpPr>
            <a:spLocks xmlns:a="http://schemas.openxmlformats.org/drawingml/2006/main" noGrp="1"/>
          </p:cNvSpPr>
          <p:nvPr/>
        </p:nvSpPr>
        <p:spPr>
          <a:xfrm xmlns:a="http://schemas.openxmlformats.org/drawingml/2006/main">
            <a:off x="990600" y="2609850"/>
            <a:ext cx="400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00"/>
              <a:buFont typeface="Arial"/>
              <a:buNone/>
            </a:pPr>
            <a:r>
              <a:rPr sz="900" b="1">
                <a:solidFill>
                  <a:srgbClr val="3B6EBF"/>
                </a:solidFill>
              </a:rPr>
              <a:t>01</a:t>
            </a:r>
            <a:endParaRPr/>
          </a:p>
        </p:txBody>
      </p:sp>
      <p:sp>
        <p:nvSpPr>
          <p:cNvPr id="487" name="Google Shape;487;p10">
            <a:extLst xmlns:a="http://schemas.openxmlformats.org/drawingml/2006/main">
              <a:ext uri="{FF2B5EF4-FFF2-40B4-BE49-F238E27FC236}">
                <a16:creationId xmlns:a16="http://schemas.microsoft.com/office/drawing/2014/main" id="{90C75689-A2C1-48DC-A9CB-6608AA6CCFF0}"/>
              </a:ext>
            </a:extLst>
          </p:cNvPr>
          <p:cNvSpPr>
            <a:spLocks xmlns:a="http://schemas.openxmlformats.org/drawingml/2006/main" noGrp="1"/>
          </p:cNvSpPr>
          <p:nvPr/>
        </p:nvSpPr>
        <p:spPr>
          <a:xfrm xmlns:a="http://schemas.openxmlformats.org/drawingml/2006/main">
            <a:off x="990600" y="2886075"/>
            <a:ext cx="280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725"/>
              <a:buFont typeface="Arial"/>
              <a:buNone/>
            </a:pPr>
            <a:r>
              <a:rPr sz="1725" b="1">
                <a:solidFill>
                  <a:srgbClr val="1A1A2E"/>
                </a:solidFill>
              </a:rPr>
              <a:t>Corrected PRD</a:t>
            </a:r>
            <a:endParaRPr/>
          </a:p>
        </p:txBody>
      </p:sp>
      <p:sp>
        <p:nvSpPr>
          <p:cNvPr id="488" name="Google Shape;488;p10">
            <a:extLst xmlns:a="http://schemas.openxmlformats.org/drawingml/2006/main">
              <a:ext uri="{FF2B5EF4-FFF2-40B4-BE49-F238E27FC236}">
                <a16:creationId xmlns:a16="http://schemas.microsoft.com/office/drawing/2014/main" id="{334F8939-4CFE-4A83-AF60-B99753C42897}"/>
              </a:ext>
            </a:extLst>
          </p:cNvPr>
          <p:cNvSpPr>
            <a:spLocks xmlns:a="http://schemas.openxmlformats.org/drawingml/2006/main" noGrp="1"/>
          </p:cNvSpPr>
          <p:nvPr/>
        </p:nvSpPr>
        <p:spPr>
          <a:xfrm xmlns:a="http://schemas.openxmlformats.org/drawingml/2006/main">
            <a:off x="990600" y="3390900"/>
            <a:ext cx="2800350" cy="457200"/>
          </a:xfrm>
          <a:prstGeom xmlns:a="http://schemas.openxmlformats.org/drawingml/2006/main" prst="roundRect">
            <a:avLst>
              <a:gd name="adj" fmla="val 1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9" name="Google Shape;489;p10">
            <a:extLst xmlns:a="http://schemas.openxmlformats.org/drawingml/2006/main">
              <a:ext uri="{FF2B5EF4-FFF2-40B4-BE49-F238E27FC236}">
                <a16:creationId xmlns:a16="http://schemas.microsoft.com/office/drawing/2014/main" id="{30AEC236-6ACB-476F-ABEC-3C9C2ED10E78}"/>
              </a:ext>
            </a:extLst>
          </p:cNvPr>
          <p:cNvSpPr>
            <a:spLocks xmlns:a="http://schemas.openxmlformats.org/drawingml/2006/main" noGrp="1"/>
          </p:cNvSpPr>
          <p:nvPr/>
        </p:nvSpPr>
        <p:spPr>
          <a:xfrm xmlns:a="http://schemas.openxmlformats.org/drawingml/2006/main">
            <a:off x="1123950" y="3448050"/>
            <a:ext cx="25336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500"/>
              <a:buFont typeface="Arial"/>
              <a:buNone/>
            </a:pPr>
            <a:r>
              <a:rPr sz="1500" b="1">
                <a:solidFill>
                  <a:srgbClr val="3B6EBF"/>
                </a:solidFill>
              </a:rPr>
              <a:t>10 sections</a:t>
            </a:r>
            <a:endParaRPr/>
          </a:p>
        </p:txBody>
      </p:sp>
      <p:sp>
        <p:nvSpPr>
          <p:cNvPr id="490" name="Google Shape;490;p10">
            <a:extLst xmlns:a="http://schemas.openxmlformats.org/drawingml/2006/main">
              <a:ext uri="{FF2B5EF4-FFF2-40B4-BE49-F238E27FC236}">
                <a16:creationId xmlns:a16="http://schemas.microsoft.com/office/drawing/2014/main" id="{B4026FBB-178F-4AF4-A45F-0E6D44F5F189}"/>
              </a:ext>
            </a:extLst>
          </p:cNvPr>
          <p:cNvSpPr>
            <a:spLocks xmlns:a="http://schemas.openxmlformats.org/drawingml/2006/main" noGrp="1"/>
          </p:cNvSpPr>
          <p:nvPr/>
        </p:nvSpPr>
        <p:spPr>
          <a:xfrm xmlns:a="http://schemas.openxmlformats.org/drawingml/2006/main">
            <a:off x="990600" y="4000500"/>
            <a:ext cx="280035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a:solidFill>
                  <a:srgbClr val="666B70"/>
                </a:solidFill>
              </a:rPr>
              <a:t>Business context · users · requirements · NFRs · constraints · feature-level acceptance criteria</a:t>
            </a:r>
            <a:endParaRPr/>
          </a:p>
        </p:txBody>
      </p:sp>
      <p:sp>
        <p:nvSpPr>
          <p:cNvPr id="491" name="Google Shape;491;p10">
            <a:extLst xmlns:a="http://schemas.openxmlformats.org/drawingml/2006/main">
              <a:ext uri="{FF2B5EF4-FFF2-40B4-BE49-F238E27FC236}">
                <a16:creationId xmlns:a16="http://schemas.microsoft.com/office/drawing/2014/main" id="{E07C14E0-BC7D-4110-863D-FBBFBD43E030}"/>
              </a:ext>
            </a:extLst>
          </p:cNvPr>
          <p:cNvSpPr>
            <a:spLocks xmlns:a="http://schemas.openxmlformats.org/drawingml/2006/main" noGrp="1"/>
          </p:cNvSpPr>
          <p:nvPr/>
        </p:nvSpPr>
        <p:spPr>
          <a:xfrm xmlns:a="http://schemas.openxmlformats.org/drawingml/2006/main">
            <a:off x="990600" y="4867275"/>
            <a:ext cx="2800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88"/>
              <a:buFont typeface="Arial"/>
              <a:buNone/>
            </a:pPr>
            <a:r>
              <a:rPr sz="788" b="1">
                <a:solidFill>
                  <a:srgbClr val="3B6EBF"/>
                </a:solidFill>
              </a:rPr>
              <a:t>REPRESENTATIVE EXCERPT</a:t>
            </a:r>
            <a:endParaRPr/>
          </a:p>
        </p:txBody>
      </p:sp>
      <p:sp>
        <p:nvSpPr>
          <p:cNvPr id="492" name="Google Shape;492;p10">
            <a:extLst xmlns:a="http://schemas.openxmlformats.org/drawingml/2006/main">
              <a:ext uri="{FF2B5EF4-FFF2-40B4-BE49-F238E27FC236}">
                <a16:creationId xmlns:a16="http://schemas.microsoft.com/office/drawing/2014/main" id="{6EA8D400-01AB-4E8D-9597-CAF775C5B3CA}"/>
              </a:ext>
            </a:extLst>
          </p:cNvPr>
          <p:cNvSpPr>
            <a:spLocks xmlns:a="http://schemas.openxmlformats.org/drawingml/2006/main" noGrp="1"/>
          </p:cNvSpPr>
          <p:nvPr/>
        </p:nvSpPr>
        <p:spPr>
          <a:xfrm xmlns:a="http://schemas.openxmlformats.org/drawingml/2006/main">
            <a:off x="990600" y="5124450"/>
            <a:ext cx="2800350" cy="533400"/>
          </a:xfrm>
          <a:prstGeom xmlns:a="http://schemas.openxmlformats.org/drawingml/2006/main" prst="roundRect">
            <a:avLst>
              <a:gd name="adj" fmla="val 14286"/>
            </a:avLst>
          </a:prstGeom>
          <a:solidFill xmlns:a="http://schemas.openxmlformats.org/drawingml/2006/main">
            <a:srgbClr val="E8EFF9"/>
          </a:solidFill>
          <a:ln xmlns:a="http://schemas.openxmlformats.org/drawingml/2006/main" w="9525" cmpd="sng">
            <a:solidFill>
              <a:srgbClr val="E8EFF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3" name="Google Shape;493;p10">
            <a:extLst xmlns:a="http://schemas.openxmlformats.org/drawingml/2006/main">
              <a:ext uri="{FF2B5EF4-FFF2-40B4-BE49-F238E27FC236}">
                <a16:creationId xmlns:a16="http://schemas.microsoft.com/office/drawing/2014/main" id="{58C029C8-5AFC-4579-8DCD-F5E8C49DBDC2}"/>
              </a:ext>
            </a:extLst>
          </p:cNvPr>
          <p:cNvSpPr>
            <a:spLocks xmlns:a="http://schemas.openxmlformats.org/drawingml/2006/main" noGrp="1"/>
          </p:cNvSpPr>
          <p:nvPr/>
        </p:nvSpPr>
        <p:spPr>
          <a:xfrm xmlns:a="http://schemas.openxmlformats.org/drawingml/2006/main">
            <a:off x="1104900" y="5162550"/>
            <a:ext cx="2571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Feature: Dashboard Insights</a:t>
            </a:r>
            <a:endParaRPr/>
          </a:p>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 Display five core metrics</a:t>
            </a:r>
            <a:endParaRPr/>
          </a:p>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 Preserve source IDs and priority</a:t>
            </a:r>
            <a:endParaRPr/>
          </a:p>
        </p:txBody>
      </p:sp>
      <p:sp>
        <p:nvSpPr>
          <p:cNvPr id="494" name="Google Shape;494;p10">
            <a:extLst xmlns:a="http://schemas.openxmlformats.org/drawingml/2006/main">
              <a:ext uri="{FF2B5EF4-FFF2-40B4-BE49-F238E27FC236}">
                <a16:creationId xmlns:a16="http://schemas.microsoft.com/office/drawing/2014/main" id="{F0AC6EF4-5FFC-4DF1-BEA9-83EC12345C50}"/>
              </a:ext>
            </a:extLst>
          </p:cNvPr>
          <p:cNvSpPr>
            <a:spLocks xmlns:a="http://schemas.openxmlformats.org/drawingml/2006/main" noGrp="1"/>
          </p:cNvSpPr>
          <p:nvPr/>
        </p:nvSpPr>
        <p:spPr>
          <a:xfrm xmlns:a="http://schemas.openxmlformats.org/drawingml/2006/main">
            <a:off x="4400550" y="2400300"/>
            <a:ext cx="3219450" cy="34480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5" name="Google Shape;495;p10">
            <a:extLst xmlns:a="http://schemas.openxmlformats.org/drawingml/2006/main">
              <a:ext uri="{FF2B5EF4-FFF2-40B4-BE49-F238E27FC236}">
                <a16:creationId xmlns:a16="http://schemas.microsoft.com/office/drawing/2014/main" id="{1EDA29BB-E111-4594-A912-D27266A49D8F}"/>
              </a:ext>
            </a:extLst>
          </p:cNvPr>
          <p:cNvSpPr>
            <a:spLocks xmlns:a="http://schemas.openxmlformats.org/drawingml/2006/main" noGrp="1"/>
          </p:cNvSpPr>
          <p:nvPr/>
        </p:nvSpPr>
        <p:spPr>
          <a:xfrm xmlns:a="http://schemas.openxmlformats.org/drawingml/2006/main">
            <a:off x="4400550" y="2400300"/>
            <a:ext cx="3219450" cy="8572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6" name="Google Shape;496;p10">
            <a:extLst xmlns:a="http://schemas.openxmlformats.org/drawingml/2006/main">
              <a:ext uri="{FF2B5EF4-FFF2-40B4-BE49-F238E27FC236}">
                <a16:creationId xmlns:a16="http://schemas.microsoft.com/office/drawing/2014/main" id="{DDEF9CAC-C620-411D-9C89-B4406F5E5E5D}"/>
              </a:ext>
            </a:extLst>
          </p:cNvPr>
          <p:cNvSpPr>
            <a:spLocks xmlns:a="http://schemas.openxmlformats.org/drawingml/2006/main" noGrp="1"/>
          </p:cNvSpPr>
          <p:nvPr/>
        </p:nvSpPr>
        <p:spPr>
          <a:xfrm xmlns:a="http://schemas.openxmlformats.org/drawingml/2006/main">
            <a:off x="4610100" y="2609850"/>
            <a:ext cx="400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00"/>
              <a:buFont typeface="Arial"/>
              <a:buNone/>
            </a:pPr>
            <a:r>
              <a:rPr sz="900" b="1">
                <a:solidFill>
                  <a:srgbClr val="B85042"/>
                </a:solidFill>
              </a:rPr>
              <a:t>02</a:t>
            </a:r>
            <a:endParaRPr/>
          </a:p>
        </p:txBody>
      </p:sp>
      <p:sp>
        <p:nvSpPr>
          <p:cNvPr id="497" name="Google Shape;497;p10">
            <a:extLst xmlns:a="http://schemas.openxmlformats.org/drawingml/2006/main">
              <a:ext uri="{FF2B5EF4-FFF2-40B4-BE49-F238E27FC236}">
                <a16:creationId xmlns:a16="http://schemas.microsoft.com/office/drawing/2014/main" id="{F8626C1A-3455-4E1E-9CDE-6EC59B7D54A6}"/>
              </a:ext>
            </a:extLst>
          </p:cNvPr>
          <p:cNvSpPr>
            <a:spLocks xmlns:a="http://schemas.openxmlformats.org/drawingml/2006/main" noGrp="1"/>
          </p:cNvSpPr>
          <p:nvPr/>
        </p:nvSpPr>
        <p:spPr>
          <a:xfrm xmlns:a="http://schemas.openxmlformats.org/drawingml/2006/main">
            <a:off x="4610100" y="2886075"/>
            <a:ext cx="280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725"/>
              <a:buFont typeface="Arial"/>
              <a:buNone/>
            </a:pPr>
            <a:r>
              <a:rPr sz="1725" b="1">
                <a:solidFill>
                  <a:srgbClr val="1A1A2E"/>
                </a:solidFill>
              </a:rPr>
              <a:t>Epic / Feature / Story</a:t>
            </a:r>
            <a:endParaRPr/>
          </a:p>
        </p:txBody>
      </p:sp>
      <p:sp>
        <p:nvSpPr>
          <p:cNvPr id="498" name="Google Shape;498;p10">
            <a:extLst xmlns:a="http://schemas.openxmlformats.org/drawingml/2006/main">
              <a:ext uri="{FF2B5EF4-FFF2-40B4-BE49-F238E27FC236}">
                <a16:creationId xmlns:a16="http://schemas.microsoft.com/office/drawing/2014/main" id="{C5274255-D6C3-46AF-808B-041FF0997F65}"/>
              </a:ext>
            </a:extLst>
          </p:cNvPr>
          <p:cNvSpPr>
            <a:spLocks xmlns:a="http://schemas.openxmlformats.org/drawingml/2006/main" noGrp="1"/>
          </p:cNvSpPr>
          <p:nvPr/>
        </p:nvSpPr>
        <p:spPr>
          <a:xfrm xmlns:a="http://schemas.openxmlformats.org/drawingml/2006/main">
            <a:off x="4610100" y="3390900"/>
            <a:ext cx="2800350" cy="457200"/>
          </a:xfrm>
          <a:prstGeom xmlns:a="http://schemas.openxmlformats.org/drawingml/2006/main" prst="roundRect">
            <a:avLst>
              <a:gd name="adj" fmla="val 16667"/>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9" name="Google Shape;499;p10">
            <a:extLst xmlns:a="http://schemas.openxmlformats.org/drawingml/2006/main">
              <a:ext uri="{FF2B5EF4-FFF2-40B4-BE49-F238E27FC236}">
                <a16:creationId xmlns:a16="http://schemas.microsoft.com/office/drawing/2014/main" id="{9172066A-D04E-40B0-BECA-7B35354C69C1}"/>
              </a:ext>
            </a:extLst>
          </p:cNvPr>
          <p:cNvSpPr>
            <a:spLocks xmlns:a="http://schemas.openxmlformats.org/drawingml/2006/main" noGrp="1"/>
          </p:cNvSpPr>
          <p:nvPr/>
        </p:nvSpPr>
        <p:spPr>
          <a:xfrm xmlns:a="http://schemas.openxmlformats.org/drawingml/2006/main">
            <a:off x="4743450" y="3448050"/>
            <a:ext cx="25336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500"/>
              <a:buFont typeface="Arial"/>
              <a:buNone/>
            </a:pPr>
            <a:r>
              <a:rPr sz="1500" b="1">
                <a:solidFill>
                  <a:srgbClr val="B85042"/>
                </a:solidFill>
              </a:rPr>
              <a:t>3 / 7 / 11</a:t>
            </a:r>
            <a:endParaRPr/>
          </a:p>
        </p:txBody>
      </p:sp>
      <p:sp>
        <p:nvSpPr>
          <p:cNvPr id="500" name="Google Shape;500;p10">
            <a:extLst xmlns:a="http://schemas.openxmlformats.org/drawingml/2006/main">
              <a:ext uri="{FF2B5EF4-FFF2-40B4-BE49-F238E27FC236}">
                <a16:creationId xmlns:a16="http://schemas.microsoft.com/office/drawing/2014/main" id="{52AA3BF6-E682-4281-9409-76AF1CB4C985}"/>
              </a:ext>
            </a:extLst>
          </p:cNvPr>
          <p:cNvSpPr>
            <a:spLocks xmlns:a="http://schemas.openxmlformats.org/drawingml/2006/main" noGrp="1"/>
          </p:cNvSpPr>
          <p:nvPr/>
        </p:nvSpPr>
        <p:spPr>
          <a:xfrm xmlns:a="http://schemas.openxmlformats.org/drawingml/2006/main">
            <a:off x="4610100" y="4000500"/>
            <a:ext cx="280035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a:solidFill>
                  <a:srgbClr val="666B70"/>
                </a:solidFill>
              </a:rPr>
              <a:t>Dynamic hierarchy · stable identifiers · source mapping · acceptance criteria for every story</a:t>
            </a:r>
            <a:endParaRPr/>
          </a:p>
        </p:txBody>
      </p:sp>
      <p:sp>
        <p:nvSpPr>
          <p:cNvPr id="501" name="Google Shape;501;p10">
            <a:extLst xmlns:a="http://schemas.openxmlformats.org/drawingml/2006/main">
              <a:ext uri="{FF2B5EF4-FFF2-40B4-BE49-F238E27FC236}">
                <a16:creationId xmlns:a16="http://schemas.microsoft.com/office/drawing/2014/main" id="{4E19D5B4-0359-4075-8605-3C8AB3ABE0C8}"/>
              </a:ext>
            </a:extLst>
          </p:cNvPr>
          <p:cNvSpPr>
            <a:spLocks xmlns:a="http://schemas.openxmlformats.org/drawingml/2006/main" noGrp="1"/>
          </p:cNvSpPr>
          <p:nvPr/>
        </p:nvSpPr>
        <p:spPr>
          <a:xfrm xmlns:a="http://schemas.openxmlformats.org/drawingml/2006/main">
            <a:off x="4610100" y="4867275"/>
            <a:ext cx="2800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788"/>
              <a:buFont typeface="Arial"/>
              <a:buNone/>
            </a:pPr>
            <a:r>
              <a:rPr sz="788" b="1">
                <a:solidFill>
                  <a:srgbClr val="B85042"/>
                </a:solidFill>
              </a:rPr>
              <a:t>REPRESENTATIVE EXCERPT</a:t>
            </a:r>
            <a:endParaRPr/>
          </a:p>
        </p:txBody>
      </p:sp>
      <p:sp>
        <p:nvSpPr>
          <p:cNvPr id="502" name="Google Shape;502;p10">
            <a:extLst xmlns:a="http://schemas.openxmlformats.org/drawingml/2006/main">
              <a:ext uri="{FF2B5EF4-FFF2-40B4-BE49-F238E27FC236}">
                <a16:creationId xmlns:a16="http://schemas.microsoft.com/office/drawing/2014/main" id="{CECE67FA-C84D-43B7-B105-1119D3116503}"/>
              </a:ext>
            </a:extLst>
          </p:cNvPr>
          <p:cNvSpPr>
            <a:spLocks xmlns:a="http://schemas.openxmlformats.org/drawingml/2006/main" noGrp="1"/>
          </p:cNvSpPr>
          <p:nvPr/>
        </p:nvSpPr>
        <p:spPr>
          <a:xfrm xmlns:a="http://schemas.openxmlformats.org/drawingml/2006/main">
            <a:off x="4610100" y="5124450"/>
            <a:ext cx="2800350" cy="533400"/>
          </a:xfrm>
          <a:prstGeom xmlns:a="http://schemas.openxmlformats.org/drawingml/2006/main" prst="roundRect">
            <a:avLst>
              <a:gd name="adj" fmla="val 14286"/>
            </a:avLst>
          </a:prstGeom>
          <a:solidFill xmlns:a="http://schemas.openxmlformats.org/drawingml/2006/main">
            <a:srgbClr val="F3E6E2"/>
          </a:solidFill>
          <a:ln xmlns:a="http://schemas.openxmlformats.org/drawingml/2006/main" w="9525" cmpd="sng">
            <a:solidFill>
              <a:srgbClr val="F3E6E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3" name="Google Shape;503;p10">
            <a:extLst xmlns:a="http://schemas.openxmlformats.org/drawingml/2006/main">
              <a:ext uri="{FF2B5EF4-FFF2-40B4-BE49-F238E27FC236}">
                <a16:creationId xmlns:a16="http://schemas.microsoft.com/office/drawing/2014/main" id="{B9B7649C-E009-4DB4-B0EC-896F683D8CA2}"/>
              </a:ext>
            </a:extLst>
          </p:cNvPr>
          <p:cNvSpPr>
            <a:spLocks xmlns:a="http://schemas.openxmlformats.org/drawingml/2006/main" noGrp="1"/>
          </p:cNvSpPr>
          <p:nvPr/>
        </p:nvSpPr>
        <p:spPr>
          <a:xfrm xmlns:a="http://schemas.openxmlformats.org/drawingml/2006/main">
            <a:off x="4724400" y="5162550"/>
            <a:ext cx="2571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Epic 1: Analytics Insights</a:t>
            </a:r>
            <a:endParaRPr/>
          </a:p>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Feature: Dashboard Insights</a:t>
            </a:r>
            <a:endParaRPr/>
          </a:p>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Story: Display five core metrics</a:t>
            </a:r>
            <a:endParaRPr/>
          </a:p>
        </p:txBody>
      </p:sp>
      <p:sp>
        <p:nvSpPr>
          <p:cNvPr id="504" name="Google Shape;504;p10">
            <a:extLst xmlns:a="http://schemas.openxmlformats.org/drawingml/2006/main">
              <a:ext uri="{FF2B5EF4-FFF2-40B4-BE49-F238E27FC236}">
                <a16:creationId xmlns:a16="http://schemas.microsoft.com/office/drawing/2014/main" id="{8AA1CD24-8471-4DE7-B8B4-5271B25675D2}"/>
              </a:ext>
            </a:extLst>
          </p:cNvPr>
          <p:cNvSpPr>
            <a:spLocks xmlns:a="http://schemas.openxmlformats.org/drawingml/2006/main" noGrp="1"/>
          </p:cNvSpPr>
          <p:nvPr/>
        </p:nvSpPr>
        <p:spPr>
          <a:xfrm xmlns:a="http://schemas.openxmlformats.org/drawingml/2006/main">
            <a:off x="8020050" y="2400300"/>
            <a:ext cx="3219450" cy="34480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5" name="Google Shape;505;p10">
            <a:extLst xmlns:a="http://schemas.openxmlformats.org/drawingml/2006/main">
              <a:ext uri="{FF2B5EF4-FFF2-40B4-BE49-F238E27FC236}">
                <a16:creationId xmlns:a16="http://schemas.microsoft.com/office/drawing/2014/main" id="{30636E10-CF07-4C6D-93E5-11C37AEE5520}"/>
              </a:ext>
            </a:extLst>
          </p:cNvPr>
          <p:cNvSpPr>
            <a:spLocks xmlns:a="http://schemas.openxmlformats.org/drawingml/2006/main" noGrp="1"/>
          </p:cNvSpPr>
          <p:nvPr/>
        </p:nvSpPr>
        <p:spPr>
          <a:xfrm xmlns:a="http://schemas.openxmlformats.org/drawingml/2006/main">
            <a:off x="8020050" y="2400300"/>
            <a:ext cx="3219450" cy="8572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6" name="Google Shape;506;p10">
            <a:extLst xmlns:a="http://schemas.openxmlformats.org/drawingml/2006/main">
              <a:ext uri="{FF2B5EF4-FFF2-40B4-BE49-F238E27FC236}">
                <a16:creationId xmlns:a16="http://schemas.microsoft.com/office/drawing/2014/main" id="{24763D59-C816-4D53-8DBA-3EB20F629290}"/>
              </a:ext>
            </a:extLst>
          </p:cNvPr>
          <p:cNvSpPr>
            <a:spLocks xmlns:a="http://schemas.openxmlformats.org/drawingml/2006/main" noGrp="1"/>
          </p:cNvSpPr>
          <p:nvPr/>
        </p:nvSpPr>
        <p:spPr>
          <a:xfrm xmlns:a="http://schemas.openxmlformats.org/drawingml/2006/main">
            <a:off x="8229600" y="2609850"/>
            <a:ext cx="4000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03</a:t>
            </a:r>
            <a:endParaRPr/>
          </a:p>
        </p:txBody>
      </p:sp>
      <p:sp>
        <p:nvSpPr>
          <p:cNvPr id="507" name="Google Shape;507;p10">
            <a:extLst xmlns:a="http://schemas.openxmlformats.org/drawingml/2006/main">
              <a:ext uri="{FF2B5EF4-FFF2-40B4-BE49-F238E27FC236}">
                <a16:creationId xmlns:a16="http://schemas.microsoft.com/office/drawing/2014/main" id="{66EA380D-F594-4C76-8318-4E8AE3EA1D67}"/>
              </a:ext>
            </a:extLst>
          </p:cNvPr>
          <p:cNvSpPr>
            <a:spLocks xmlns:a="http://schemas.openxmlformats.org/drawingml/2006/main" noGrp="1"/>
          </p:cNvSpPr>
          <p:nvPr/>
        </p:nvSpPr>
        <p:spPr>
          <a:xfrm xmlns:a="http://schemas.openxmlformats.org/drawingml/2006/main">
            <a:off x="8229600" y="2886075"/>
            <a:ext cx="280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725"/>
              <a:buFont typeface="Arial"/>
              <a:buNone/>
            </a:pPr>
            <a:r>
              <a:rPr sz="1725" b="1">
                <a:solidFill>
                  <a:srgbClr val="1A1A2E"/>
                </a:solidFill>
              </a:rPr>
              <a:t>T-shirt Sizing</a:t>
            </a:r>
            <a:endParaRPr/>
          </a:p>
        </p:txBody>
      </p:sp>
      <p:sp>
        <p:nvSpPr>
          <p:cNvPr id="508" name="Google Shape;508;p10">
            <a:extLst xmlns:a="http://schemas.openxmlformats.org/drawingml/2006/main">
              <a:ext uri="{FF2B5EF4-FFF2-40B4-BE49-F238E27FC236}">
                <a16:creationId xmlns:a16="http://schemas.microsoft.com/office/drawing/2014/main" id="{408F4419-AF18-4462-BD99-F3BAE0EBECB5}"/>
              </a:ext>
            </a:extLst>
          </p:cNvPr>
          <p:cNvSpPr>
            <a:spLocks xmlns:a="http://schemas.openxmlformats.org/drawingml/2006/main" noGrp="1"/>
          </p:cNvSpPr>
          <p:nvPr/>
        </p:nvSpPr>
        <p:spPr>
          <a:xfrm xmlns:a="http://schemas.openxmlformats.org/drawingml/2006/main">
            <a:off x="8229600" y="3390900"/>
            <a:ext cx="2800350" cy="457200"/>
          </a:xfrm>
          <a:prstGeom xmlns:a="http://schemas.openxmlformats.org/drawingml/2006/main" prst="roundRect">
            <a:avLst>
              <a:gd name="adj" fmla="val 1666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9" name="Google Shape;509;p10">
            <a:extLst xmlns:a="http://schemas.openxmlformats.org/drawingml/2006/main">
              <a:ext uri="{FF2B5EF4-FFF2-40B4-BE49-F238E27FC236}">
                <a16:creationId xmlns:a16="http://schemas.microsoft.com/office/drawing/2014/main" id="{2771C18F-3A49-496D-ABBC-DA9C05593092}"/>
              </a:ext>
            </a:extLst>
          </p:cNvPr>
          <p:cNvSpPr>
            <a:spLocks xmlns:a="http://schemas.openxmlformats.org/drawingml/2006/main" noGrp="1"/>
          </p:cNvSpPr>
          <p:nvPr/>
        </p:nvSpPr>
        <p:spPr>
          <a:xfrm xmlns:a="http://schemas.openxmlformats.org/drawingml/2006/main">
            <a:off x="8362950" y="3448050"/>
            <a:ext cx="25336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500"/>
              <a:buFont typeface="Arial"/>
              <a:buNone/>
            </a:pPr>
            <a:r>
              <a:rPr sz="1500" b="1">
                <a:solidFill>
                  <a:srgbClr val="2F6F57"/>
                </a:solidFill>
              </a:rPr>
              <a:t>11 / 11 stories</a:t>
            </a:r>
            <a:endParaRPr/>
          </a:p>
        </p:txBody>
      </p:sp>
      <p:sp>
        <p:nvSpPr>
          <p:cNvPr id="510" name="Google Shape;510;p10">
            <a:extLst xmlns:a="http://schemas.openxmlformats.org/drawingml/2006/main">
              <a:ext uri="{FF2B5EF4-FFF2-40B4-BE49-F238E27FC236}">
                <a16:creationId xmlns:a16="http://schemas.microsoft.com/office/drawing/2014/main" id="{5DD94BA4-0A19-4CFB-94DB-21B79A0F42D2}"/>
              </a:ext>
            </a:extLst>
          </p:cNvPr>
          <p:cNvSpPr>
            <a:spLocks xmlns:a="http://schemas.openxmlformats.org/drawingml/2006/main" noGrp="1"/>
          </p:cNvSpPr>
          <p:nvPr/>
        </p:nvSpPr>
        <p:spPr>
          <a:xfrm xmlns:a="http://schemas.openxmlformats.org/drawingml/2006/main">
            <a:off x="8229600" y="4000500"/>
            <a:ext cx="280035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a:solidFill>
                  <a:srgbClr val="666B70"/>
                </a:solidFill>
              </a:rPr>
              <a:t>Proposed size · confidence · rationale · refinement guidance · non-blocking planning policy</a:t>
            </a:r>
            <a:endParaRPr/>
          </a:p>
        </p:txBody>
      </p:sp>
      <p:sp>
        <p:nvSpPr>
          <p:cNvPr id="511" name="Google Shape;511;p10">
            <a:extLst xmlns:a="http://schemas.openxmlformats.org/drawingml/2006/main">
              <a:ext uri="{FF2B5EF4-FFF2-40B4-BE49-F238E27FC236}">
                <a16:creationId xmlns:a16="http://schemas.microsoft.com/office/drawing/2014/main" id="{FC875ADE-14B7-4B09-A185-F304C3E73279}"/>
              </a:ext>
            </a:extLst>
          </p:cNvPr>
          <p:cNvSpPr>
            <a:spLocks xmlns:a="http://schemas.openxmlformats.org/drawingml/2006/main" noGrp="1"/>
          </p:cNvSpPr>
          <p:nvPr/>
        </p:nvSpPr>
        <p:spPr>
          <a:xfrm xmlns:a="http://schemas.openxmlformats.org/drawingml/2006/main">
            <a:off x="8229600" y="4867275"/>
            <a:ext cx="2800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REPRESENTATIVE FORMAT</a:t>
            </a:r>
            <a:endParaRPr/>
          </a:p>
        </p:txBody>
      </p:sp>
      <p:sp>
        <p:nvSpPr>
          <p:cNvPr id="512" name="Google Shape;512;p10">
            <a:extLst xmlns:a="http://schemas.openxmlformats.org/drawingml/2006/main">
              <a:ext uri="{FF2B5EF4-FFF2-40B4-BE49-F238E27FC236}">
                <a16:creationId xmlns:a16="http://schemas.microsoft.com/office/drawing/2014/main" id="{E9BD51E1-4333-4C6E-9DD3-3BA42744E9D5}"/>
              </a:ext>
            </a:extLst>
          </p:cNvPr>
          <p:cNvSpPr>
            <a:spLocks xmlns:a="http://schemas.openxmlformats.org/drawingml/2006/main" noGrp="1"/>
          </p:cNvSpPr>
          <p:nvPr/>
        </p:nvSpPr>
        <p:spPr>
          <a:xfrm xmlns:a="http://schemas.openxmlformats.org/drawingml/2006/main">
            <a:off x="8229600" y="5124450"/>
            <a:ext cx="2800350" cy="533400"/>
          </a:xfrm>
          <a:prstGeom xmlns:a="http://schemas.openxmlformats.org/drawingml/2006/main" prst="roundRect">
            <a:avLst>
              <a:gd name="adj" fmla="val 14286"/>
            </a:avLst>
          </a:prstGeom>
          <a:solidFill xmlns:a="http://schemas.openxmlformats.org/drawingml/2006/main">
            <a:srgbClr val="E6F0EB"/>
          </a:solidFill>
          <a:ln xmlns:a="http://schemas.openxmlformats.org/drawingml/2006/main" w="9525" cmpd="sng">
            <a:solidFill>
              <a:srgbClr val="E6F0E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3" name="Google Shape;513;p10">
            <a:extLst xmlns:a="http://schemas.openxmlformats.org/drawingml/2006/main">
              <a:ext uri="{FF2B5EF4-FFF2-40B4-BE49-F238E27FC236}">
                <a16:creationId xmlns:a16="http://schemas.microsoft.com/office/drawing/2014/main" id="{EBC323F9-0553-4751-A71B-098AA74417F1}"/>
              </a:ext>
            </a:extLst>
          </p:cNvPr>
          <p:cNvSpPr>
            <a:spLocks xmlns:a="http://schemas.openxmlformats.org/drawingml/2006/main" noGrp="1"/>
          </p:cNvSpPr>
          <p:nvPr/>
        </p:nvSpPr>
        <p:spPr>
          <a:xfrm xmlns:a="http://schemas.openxmlformats.org/drawingml/2006/main">
            <a:off x="8343900" y="5162550"/>
            <a:ext cx="2571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Epic # · Story # · Feature</a:t>
            </a:r>
            <a:endParaRPr/>
          </a:p>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Proposed Size · Confidence</a:t>
            </a:r>
            <a:endParaRPr/>
          </a:p>
          <a:p xmlns:a="http://schemas.openxmlformats.org/drawingml/2006/main">
            <a:pPr marL="0" marR="0" lvl="0" indent="0" algn="l">
              <a:spcBef>
                <a:spcPts val="0"/>
              </a:spcBef>
              <a:spcAft>
                <a:spcPts val="0"/>
              </a:spcAft>
              <a:buClr>
                <a:srgbClr val="1A1A2E"/>
              </a:buClr>
              <a:buSzPts val="885"/>
              <a:buFont typeface="Arial"/>
              <a:buNone/>
            </a:pPr>
            <a:r>
              <a:rPr sz="885" b="1">
                <a:solidFill>
                  <a:srgbClr val="1A1A2E"/>
                </a:solidFill>
              </a:rPr>
              <a:t>Items Requiring Refinement</a:t>
            </a:r>
            <a:endParaRPr/>
          </a:p>
        </p:txBody>
      </p:sp>
      <p:sp>
        <p:nvSpPr>
          <p:cNvPr id="514" name="Google Shape;514;p10">
            <a:extLst xmlns:a="http://schemas.openxmlformats.org/drawingml/2006/main">
              <a:ext uri="{FF2B5EF4-FFF2-40B4-BE49-F238E27FC236}">
                <a16:creationId xmlns:a16="http://schemas.microsoft.com/office/drawing/2014/main" id="{C588DDB2-982A-475F-9FED-07C7D54BA0A0}"/>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5" name="Google Shape;515;p10">
            <a:extLst xmlns:a="http://schemas.openxmlformats.org/drawingml/2006/main">
              <a:ext uri="{FF2B5EF4-FFF2-40B4-BE49-F238E27FC236}">
                <a16:creationId xmlns:a16="http://schemas.microsoft.com/office/drawing/2014/main" id="{E47B129D-B1D2-4309-BC06-24E140D9CBE6}"/>
              </a:ext>
            </a:extLst>
          </p:cNvPr>
          <p:cNvSpPr>
            <a:spLocks xmlns:a="http://schemas.openxmlformats.org/drawingml/2006/main" noGrp="1"/>
          </p:cNvSpPr>
          <p:nvPr/>
        </p:nvSpPr>
        <p:spPr>
          <a:xfrm xmlns:a="http://schemas.openxmlformats.org/drawingml/2006/main">
            <a:off x="781050" y="6267450"/>
            <a:ext cx="2095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DELIVERY PACKAGE</a:t>
            </a:r>
            <a:endParaRPr/>
          </a:p>
        </p:txBody>
      </p:sp>
      <p:sp>
        <p:nvSpPr>
          <p:cNvPr id="516" name="Google Shape;516;p10">
            <a:extLst xmlns:a="http://schemas.openxmlformats.org/drawingml/2006/main">
              <a:ext uri="{FF2B5EF4-FFF2-40B4-BE49-F238E27FC236}">
                <a16:creationId xmlns:a16="http://schemas.microsoft.com/office/drawing/2014/main" id="{951AC424-ABCE-4A9C-8A84-51EB57958B05}"/>
              </a:ext>
            </a:extLst>
          </p:cNvPr>
          <p:cNvSpPr>
            <a:spLocks xmlns:a="http://schemas.openxmlformats.org/drawingml/2006/main" noGrp="1"/>
          </p:cNvSpPr>
          <p:nvPr/>
        </p:nvSpPr>
        <p:spPr>
          <a:xfrm xmlns:a="http://schemas.openxmlformats.org/drawingml/2006/main">
            <a:off x="2571750" y="6267450"/>
            <a:ext cx="8858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Arial"/>
              <a:buNone/>
            </a:pPr>
            <a:r>
              <a:rPr sz="1350" b="1">
                <a:solidFill>
                  <a:srgbClr val="FFFFFF"/>
                </a:solidFill>
              </a:rPr>
              <a:t>3 primary Markdown documents + structured summary and lineage support = 7 validated artifacts</a:t>
            </a:r>
            <a:endParaRPr/>
          </a:p>
        </p:txBody>
      </p:sp>
    </p:spTree>
    <p:extLst>
      <p:ext uri="{BB962C8B-B14F-4D97-AF65-F5344CB8AC3E}">
        <p14:creationId xmlns:p14="http://schemas.microsoft.com/office/powerpoint/2010/main" val="990659176"/>
      </p:ext>
    </p:extLst>
  </p:cSld>
</p:sld>
</file>

<file path=ppt/slides/slide11.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522" name="Google Shape;522;p11">
            <a:extLst xmlns:a="http://schemas.openxmlformats.org/drawingml/2006/main">
              <a:ext uri="{FF2B5EF4-FFF2-40B4-BE49-F238E27FC236}">
                <a16:creationId xmlns:a16="http://schemas.microsoft.com/office/drawing/2014/main" id="{5C7C2315-B943-4918-947E-CFE88D1A104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23" name="Google Shape;523;p11">
            <a:extLst xmlns:a="http://schemas.openxmlformats.org/drawingml/2006/main">
              <a:ext uri="{FF2B5EF4-FFF2-40B4-BE49-F238E27FC236}">
                <a16:creationId xmlns:a16="http://schemas.microsoft.com/office/drawing/2014/main" id="{F0FFEC01-BFF1-4786-B488-ADC61CA522AC}"/>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24" name="Google Shape;524;p11">
            <a:extLst xmlns:a="http://schemas.openxmlformats.org/drawingml/2006/main">
              <a:ext uri="{FF2B5EF4-FFF2-40B4-BE49-F238E27FC236}">
                <a16:creationId xmlns:a16="http://schemas.microsoft.com/office/drawing/2014/main" id="{F6155FFA-9B27-4FF8-B4FB-D48D5D4CCA59}"/>
              </a:ext>
            </a:extLst>
          </p:cNvPr>
          <p:cNvSpPr>
            <a:spLocks xmlns:a="http://schemas.openxmlformats.org/drawingml/2006/main" noGrp="1"/>
          </p:cNvSpPr>
          <p:nvPr/>
        </p:nvSpPr>
        <p:spPr>
          <a:xfrm xmlns:a="http://schemas.openxmlformats.org/drawingml/2006/main">
            <a:off x="781050" y="552450"/>
            <a:ext cx="552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11  ·  BASELINE TESTING</a:t>
            </a:r>
            <a:endParaRPr/>
          </a:p>
        </p:txBody>
      </p:sp>
      <p:sp>
        <p:nvSpPr>
          <p:cNvPr id="525" name="Google Shape;525;p11">
            <a:extLst xmlns:a="http://schemas.openxmlformats.org/drawingml/2006/main">
              <a:ext uri="{FF2B5EF4-FFF2-40B4-BE49-F238E27FC236}">
                <a16:creationId xmlns:a16="http://schemas.microsoft.com/office/drawing/2014/main" id="{FBA7F30C-5D94-4158-931A-0B50D40DAA6B}"/>
              </a:ext>
            </a:extLst>
          </p:cNvPr>
          <p:cNvSpPr>
            <a:spLocks xmlns:a="http://schemas.openxmlformats.org/drawingml/2006/main" noGrp="1"/>
          </p:cNvSpPr>
          <p:nvPr/>
        </p:nvSpPr>
        <p:spPr>
          <a:xfrm xmlns:a="http://schemas.openxmlformats.org/drawingml/2006/main">
            <a:off x="781050" y="885825"/>
            <a:ext cx="1064895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All 12 prescribed baseline scenarios are tested</a:t>
            </a:r>
            <a:endParaRPr/>
          </a:p>
        </p:txBody>
      </p:sp>
      <p:sp>
        <p:nvSpPr>
          <p:cNvPr id="526" name="Google Shape;526;p11">
            <a:extLst xmlns:a="http://schemas.openxmlformats.org/drawingml/2006/main">
              <a:ext uri="{FF2B5EF4-FFF2-40B4-BE49-F238E27FC236}">
                <a16:creationId xmlns:a16="http://schemas.microsoft.com/office/drawing/2014/main" id="{9C8C6032-BD0E-404D-B50B-3C3EC409DE92}"/>
              </a:ext>
            </a:extLst>
          </p:cNvPr>
          <p:cNvSpPr>
            <a:spLocks xmlns:a="http://schemas.openxmlformats.org/drawingml/2006/main" noGrp="1"/>
          </p:cNvSpPr>
          <p:nvPr/>
        </p:nvSpPr>
        <p:spPr>
          <a:xfrm xmlns:a="http://schemas.openxmlformats.org/drawingml/2006/main">
            <a:off x="781050" y="1504950"/>
            <a:ext cx="106489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Independent ground truth verifies extraction behavior, document generation, and delivery decomposition.</a:t>
            </a:r>
            <a:endParaRPr/>
          </a:p>
        </p:txBody>
      </p:sp>
      <p:sp>
        <p:nvSpPr>
          <p:cNvPr id="527" name="Google Shape;527;p11">
            <a:extLst xmlns:a="http://schemas.openxmlformats.org/drawingml/2006/main">
              <a:ext uri="{FF2B5EF4-FFF2-40B4-BE49-F238E27FC236}">
                <a16:creationId xmlns:a16="http://schemas.microsoft.com/office/drawing/2014/main" id="{C29680A9-7443-4239-A87E-A9F7989C4F28}"/>
              </a:ext>
            </a:extLst>
          </p:cNvPr>
          <p:cNvSpPr>
            <a:spLocks xmlns:a="http://schemas.openxmlformats.org/drawingml/2006/main" noGrp="1"/>
          </p:cNvSpPr>
          <p:nvPr/>
        </p:nvSpPr>
        <p:spPr>
          <a:xfrm xmlns:a="http://schemas.openxmlformats.org/drawingml/2006/main">
            <a:off x="781050" y="2095500"/>
            <a:ext cx="10629900" cy="866775"/>
          </a:xfrm>
          <a:prstGeom xmlns:a="http://schemas.openxmlformats.org/drawingml/2006/main" prst="roundRect">
            <a:avLst>
              <a:gd name="adj" fmla="val 8791"/>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28" name="Google Shape;528;p11">
            <a:extLst xmlns:a="http://schemas.openxmlformats.org/drawingml/2006/main">
              <a:ext uri="{FF2B5EF4-FFF2-40B4-BE49-F238E27FC236}">
                <a16:creationId xmlns:a16="http://schemas.microsoft.com/office/drawing/2014/main" id="{AD21F9A1-6A29-4CFB-A2D7-1989089B35EF}"/>
              </a:ext>
            </a:extLst>
          </p:cNvPr>
          <p:cNvSpPr>
            <a:spLocks xmlns:a="http://schemas.openxmlformats.org/drawingml/2006/main" noGrp="1"/>
          </p:cNvSpPr>
          <p:nvPr/>
        </p:nvSpPr>
        <p:spPr>
          <a:xfrm xmlns:a="http://schemas.openxmlformats.org/drawingml/2006/main">
            <a:off x="1028700" y="2190750"/>
            <a:ext cx="20002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2700"/>
              <a:buFont typeface="Arial"/>
              <a:buNone/>
            </a:pPr>
            <a:r>
              <a:rPr sz="2700" b="1">
                <a:solidFill>
                  <a:srgbClr val="FFFFFF"/>
                </a:solidFill>
              </a:rPr>
              <a:t>12 / 12</a:t>
            </a:r>
            <a:endParaRPr/>
          </a:p>
        </p:txBody>
      </p:sp>
      <p:sp>
        <p:nvSpPr>
          <p:cNvPr id="529" name="Google Shape;529;p11">
            <a:extLst xmlns:a="http://schemas.openxmlformats.org/drawingml/2006/main">
              <a:ext uri="{FF2B5EF4-FFF2-40B4-BE49-F238E27FC236}">
                <a16:creationId xmlns:a16="http://schemas.microsoft.com/office/drawing/2014/main" id="{3408B794-0F79-4D09-9160-FA208314B489}"/>
              </a:ext>
            </a:extLst>
          </p:cNvPr>
          <p:cNvSpPr>
            <a:spLocks xmlns:a="http://schemas.openxmlformats.org/drawingml/2006/main" noGrp="1"/>
          </p:cNvSpPr>
          <p:nvPr/>
        </p:nvSpPr>
        <p:spPr>
          <a:xfrm xmlns:a="http://schemas.openxmlformats.org/drawingml/2006/main">
            <a:off x="1028700" y="2628900"/>
            <a:ext cx="2000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975"/>
              <a:buFont typeface="Arial"/>
              <a:buNone/>
            </a:pPr>
            <a:r>
              <a:rPr sz="975" b="1">
                <a:solidFill>
                  <a:srgbClr val="C9C6D8"/>
                </a:solidFill>
              </a:rPr>
              <a:t>approved baseline cases</a:t>
            </a:r>
            <a:endParaRPr/>
          </a:p>
        </p:txBody>
      </p:sp>
      <p:sp>
        <p:nvSpPr>
          <p:cNvPr id="530" name="Google Shape;530;p11">
            <a:extLst xmlns:a="http://schemas.openxmlformats.org/drawingml/2006/main">
              <a:ext uri="{FF2B5EF4-FFF2-40B4-BE49-F238E27FC236}">
                <a16:creationId xmlns:a16="http://schemas.microsoft.com/office/drawing/2014/main" id="{CECCD36C-1A9A-4138-A3CE-EA4A6B14CB20}"/>
              </a:ext>
            </a:extLst>
          </p:cNvPr>
          <p:cNvSpPr>
            <a:spLocks xmlns:a="http://schemas.openxmlformats.org/drawingml/2006/main" noGrp="1"/>
          </p:cNvSpPr>
          <p:nvPr/>
        </p:nvSpPr>
        <p:spPr>
          <a:xfrm xmlns:a="http://schemas.openxmlformats.org/drawingml/2006/main">
            <a:off x="3333750" y="2266950"/>
            <a:ext cx="19050" cy="523875"/>
          </a:xfrm>
          <a:prstGeom xmlns:a="http://schemas.openxmlformats.org/drawingml/2006/main" prst="rect">
            <a:avLst/>
          </a:prstGeom>
          <a:solidFill xmlns:a="http://schemas.openxmlformats.org/drawingml/2006/main">
            <a:srgbClr val="44445A"/>
          </a:solidFill>
          <a:ln xmlns:a="http://schemas.openxmlformats.org/drawingml/2006/main" w="9525" cmpd="sng">
            <a:solidFill>
              <a:srgbClr val="4444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1" name="Google Shape;531;p11">
            <a:extLst xmlns:a="http://schemas.openxmlformats.org/drawingml/2006/main">
              <a:ext uri="{FF2B5EF4-FFF2-40B4-BE49-F238E27FC236}">
                <a16:creationId xmlns:a16="http://schemas.microsoft.com/office/drawing/2014/main" id="{AFDBC60D-009A-4791-8C87-2A169667554E}"/>
              </a:ext>
            </a:extLst>
          </p:cNvPr>
          <p:cNvSpPr>
            <a:spLocks xmlns:a="http://schemas.openxmlformats.org/drawingml/2006/main" noGrp="1"/>
          </p:cNvSpPr>
          <p:nvPr/>
        </p:nvSpPr>
        <p:spPr>
          <a:xfrm xmlns:a="http://schemas.openxmlformats.org/drawingml/2006/main">
            <a:off x="3676650" y="2238375"/>
            <a:ext cx="73914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75"/>
              <a:buFont typeface="Arial"/>
              <a:buNone/>
            </a:pPr>
            <a:r>
              <a:rPr sz="1275">
                <a:solidFill>
                  <a:srgbClr val="FFFFFF"/>
                </a:solidFill>
              </a:rPr>
              <a:t>The baseline tests what the system does when inputs are clear, ambiguous, conflicting, incomplete, highly specific, or empty—before validating the two generated planning documents.</a:t>
            </a:r>
            <a:endParaRPr/>
          </a:p>
        </p:txBody>
      </p:sp>
      <p:sp>
        <p:nvSpPr>
          <p:cNvPr id="532" name="Google Shape;532;p11">
            <a:extLst xmlns:a="http://schemas.openxmlformats.org/drawingml/2006/main">
              <a:ext uri="{FF2B5EF4-FFF2-40B4-BE49-F238E27FC236}">
                <a16:creationId xmlns:a16="http://schemas.microsoft.com/office/drawing/2014/main" id="{42074AFA-9196-4C50-813C-ED83E883250F}"/>
              </a:ext>
            </a:extLst>
          </p:cNvPr>
          <p:cNvSpPr>
            <a:spLocks xmlns:a="http://schemas.openxmlformats.org/drawingml/2006/main" noGrp="1"/>
          </p:cNvSpPr>
          <p:nvPr/>
        </p:nvSpPr>
        <p:spPr>
          <a:xfrm xmlns:a="http://schemas.openxmlformats.org/drawingml/2006/main">
            <a:off x="1524000" y="3571875"/>
            <a:ext cx="9144000" cy="3810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3" name="Google Shape;533;p11">
            <a:extLst xmlns:a="http://schemas.openxmlformats.org/drawingml/2006/main">
              <a:ext uri="{FF2B5EF4-FFF2-40B4-BE49-F238E27FC236}">
                <a16:creationId xmlns:a16="http://schemas.microsoft.com/office/drawing/2014/main" id="{1DEE9B5A-1605-4F18-9F4B-FF31AD321AC0}"/>
              </a:ext>
            </a:extLst>
          </p:cNvPr>
          <p:cNvSpPr>
            <a:spLocks xmlns:a="http://schemas.openxmlformats.org/drawingml/2006/main" noGrp="1"/>
          </p:cNvSpPr>
          <p:nvPr/>
        </p:nvSpPr>
        <p:spPr>
          <a:xfrm xmlns:a="http://schemas.openxmlformats.org/drawingml/2006/main">
            <a:off x="1009650" y="3438525"/>
            <a:ext cx="285750" cy="285750"/>
          </a:xfrm>
          <a:prstGeom xmlns:a="http://schemas.openxmlformats.org/drawingml/2006/main" prst="roundRect">
            <a:avLst>
              <a:gd name="adj" fmla="val 26667"/>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4" name="Google Shape;534;p11">
            <a:extLst xmlns:a="http://schemas.openxmlformats.org/drawingml/2006/main">
              <a:ext uri="{FF2B5EF4-FFF2-40B4-BE49-F238E27FC236}">
                <a16:creationId xmlns:a16="http://schemas.microsoft.com/office/drawing/2014/main" id="{310BCCB1-E4D5-4D73-8CD6-8C961DBE72E9}"/>
              </a:ext>
            </a:extLst>
          </p:cNvPr>
          <p:cNvSpPr>
            <a:spLocks xmlns:a="http://schemas.openxmlformats.org/drawingml/2006/main" noGrp="1"/>
          </p:cNvSpPr>
          <p:nvPr/>
        </p:nvSpPr>
        <p:spPr>
          <a:xfrm xmlns:a="http://schemas.openxmlformats.org/drawingml/2006/main">
            <a:off x="1409700" y="3295650"/>
            <a:ext cx="5143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050"/>
              <a:buFont typeface="Arial"/>
              <a:buNone/>
            </a:pPr>
            <a:r>
              <a:rPr sz="1050" b="1">
                <a:solidFill>
                  <a:srgbClr val="3B6EBF"/>
                </a:solidFill>
              </a:rPr>
              <a:t>T1–T10</a:t>
            </a:r>
            <a:endParaRPr/>
          </a:p>
        </p:txBody>
      </p:sp>
      <p:sp>
        <p:nvSpPr>
          <p:cNvPr id="535" name="Google Shape;535;p11">
            <a:extLst xmlns:a="http://schemas.openxmlformats.org/drawingml/2006/main">
              <a:ext uri="{FF2B5EF4-FFF2-40B4-BE49-F238E27FC236}">
                <a16:creationId xmlns:a16="http://schemas.microsoft.com/office/drawing/2014/main" id="{7A5D914E-94E6-4486-B4A1-93CABAA65696}"/>
              </a:ext>
            </a:extLst>
          </p:cNvPr>
          <p:cNvSpPr>
            <a:spLocks xmlns:a="http://schemas.openxmlformats.org/drawingml/2006/main" noGrp="1"/>
          </p:cNvSpPr>
          <p:nvPr/>
        </p:nvSpPr>
        <p:spPr>
          <a:xfrm xmlns:a="http://schemas.openxmlformats.org/drawingml/2006/main">
            <a:off x="990600" y="3781425"/>
            <a:ext cx="5391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650"/>
              <a:buFont typeface="Arial"/>
              <a:buNone/>
            </a:pPr>
            <a:r>
              <a:rPr sz="1650" b="1">
                <a:solidFill>
                  <a:srgbClr val="1A1A2E"/>
                </a:solidFill>
              </a:rPr>
              <a:t>Requirement extraction</a:t>
            </a:r>
            <a:endParaRPr/>
          </a:p>
        </p:txBody>
      </p:sp>
      <p:sp>
        <p:nvSpPr>
          <p:cNvPr id="536" name="Google Shape;536;p11">
            <a:extLst xmlns:a="http://schemas.openxmlformats.org/drawingml/2006/main">
              <a:ext uri="{FF2B5EF4-FFF2-40B4-BE49-F238E27FC236}">
                <a16:creationId xmlns:a16="http://schemas.microsoft.com/office/drawing/2014/main" id="{7E9AD131-2412-4601-8BE8-0EEF5E1436AA}"/>
              </a:ext>
            </a:extLst>
          </p:cNvPr>
          <p:cNvSpPr>
            <a:spLocks xmlns:a="http://schemas.openxmlformats.org/drawingml/2006/main" noGrp="1"/>
          </p:cNvSpPr>
          <p:nvPr/>
        </p:nvSpPr>
        <p:spPr>
          <a:xfrm xmlns:a="http://schemas.openxmlformats.org/drawingml/2006/main">
            <a:off x="990600" y="4171950"/>
            <a:ext cx="539115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125"/>
              <a:buFont typeface="Arial"/>
              <a:buNone/>
            </a:pPr>
            <a:r>
              <a:rPr sz="1125">
                <a:solidFill>
                  <a:srgbClr val="666B70"/>
                </a:solidFill>
              </a:rPr>
              <a:t>Detailed · vague · contradictory · incomplete · persona · technical · dependency · empty inputs</a:t>
            </a:r>
            <a:endParaRPr/>
          </a:p>
        </p:txBody>
      </p:sp>
      <p:sp>
        <p:nvSpPr>
          <p:cNvPr id="537" name="Google Shape;537;p11">
            <a:extLst xmlns:a="http://schemas.openxmlformats.org/drawingml/2006/main">
              <a:ext uri="{FF2B5EF4-FFF2-40B4-BE49-F238E27FC236}">
                <a16:creationId xmlns:a16="http://schemas.microsoft.com/office/drawing/2014/main" id="{CB744FE8-072F-49E3-8530-BD3730118114}"/>
              </a:ext>
            </a:extLst>
          </p:cNvPr>
          <p:cNvSpPr>
            <a:spLocks xmlns:a="http://schemas.openxmlformats.org/drawingml/2006/main" noGrp="1"/>
          </p:cNvSpPr>
          <p:nvPr/>
        </p:nvSpPr>
        <p:spPr>
          <a:xfrm xmlns:a="http://schemas.openxmlformats.org/drawingml/2006/main">
            <a:off x="990600" y="4905375"/>
            <a:ext cx="5391150" cy="409575"/>
          </a:xfrm>
          <a:prstGeom xmlns:a="http://schemas.openxmlformats.org/drawingml/2006/main" prst="roundRect">
            <a:avLst>
              <a:gd name="adj" fmla="val 18605"/>
            </a:avLst>
          </a:prstGeom>
          <a:solidFill xmlns:a="http://schemas.openxmlformats.org/drawingml/2006/main">
            <a:srgbClr val="E8EFF9"/>
          </a:solidFill>
          <a:ln xmlns:a="http://schemas.openxmlformats.org/drawingml/2006/main" w="9525" cmpd="sng">
            <a:solidFill>
              <a:srgbClr val="E8EFF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8" name="Google Shape;538;p11">
            <a:extLst xmlns:a="http://schemas.openxmlformats.org/drawingml/2006/main">
              <a:ext uri="{FF2B5EF4-FFF2-40B4-BE49-F238E27FC236}">
                <a16:creationId xmlns:a16="http://schemas.microsoft.com/office/drawing/2014/main" id="{A360F411-1326-44A1-9B4D-E3AF20AF61C2}"/>
              </a:ext>
            </a:extLst>
          </p:cNvPr>
          <p:cNvSpPr>
            <a:spLocks xmlns:a="http://schemas.openxmlformats.org/drawingml/2006/main" noGrp="1"/>
          </p:cNvSpPr>
          <p:nvPr/>
        </p:nvSpPr>
        <p:spPr>
          <a:xfrm xmlns:a="http://schemas.openxmlformats.org/drawingml/2006/main">
            <a:off x="1104900" y="4962525"/>
            <a:ext cx="51625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125"/>
              <a:buFont typeface="Arial"/>
              <a:buNone/>
            </a:pPr>
            <a:r>
              <a:rPr sz="1125" b="1">
                <a:solidFill>
                  <a:srgbClr val="3B6EBF"/>
                </a:solidFill>
              </a:rPr>
              <a:t>10 / 10 controls passed</a:t>
            </a:r>
            <a:endParaRPr/>
          </a:p>
        </p:txBody>
      </p:sp>
      <p:sp>
        <p:nvSpPr>
          <p:cNvPr id="539" name="Google Shape;539;p11">
            <a:extLst xmlns:a="http://schemas.openxmlformats.org/drawingml/2006/main">
              <a:ext uri="{FF2B5EF4-FFF2-40B4-BE49-F238E27FC236}">
                <a16:creationId xmlns:a16="http://schemas.microsoft.com/office/drawing/2014/main" id="{79ABE0B9-165B-4800-A92A-1EC6E998AA42}"/>
              </a:ext>
            </a:extLst>
          </p:cNvPr>
          <p:cNvSpPr>
            <a:spLocks xmlns:a="http://schemas.openxmlformats.org/drawingml/2006/main" noGrp="1"/>
          </p:cNvSpPr>
          <p:nvPr/>
        </p:nvSpPr>
        <p:spPr>
          <a:xfrm xmlns:a="http://schemas.openxmlformats.org/drawingml/2006/main">
            <a:off x="7086600" y="3438525"/>
            <a:ext cx="285750" cy="285750"/>
          </a:xfrm>
          <a:prstGeom xmlns:a="http://schemas.openxmlformats.org/drawingml/2006/main" prst="roundRect">
            <a:avLst>
              <a:gd name="adj" fmla="val 26667"/>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40" name="Google Shape;540;p11">
            <a:extLst xmlns:a="http://schemas.openxmlformats.org/drawingml/2006/main">
              <a:ext uri="{FF2B5EF4-FFF2-40B4-BE49-F238E27FC236}">
                <a16:creationId xmlns:a16="http://schemas.microsoft.com/office/drawing/2014/main" id="{DC72C048-6CF1-4678-9D3C-12C2F173F7D7}"/>
              </a:ext>
            </a:extLst>
          </p:cNvPr>
          <p:cNvSpPr>
            <a:spLocks xmlns:a="http://schemas.openxmlformats.org/drawingml/2006/main" noGrp="1"/>
          </p:cNvSpPr>
          <p:nvPr/>
        </p:nvSpPr>
        <p:spPr>
          <a:xfrm xmlns:a="http://schemas.openxmlformats.org/drawingml/2006/main">
            <a:off x="7486650" y="3295650"/>
            <a:ext cx="14478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050"/>
              <a:buFont typeface="Arial"/>
              <a:buNone/>
            </a:pPr>
            <a:r>
              <a:rPr sz="1050" b="1">
                <a:solidFill>
                  <a:srgbClr val="B85042"/>
                </a:solidFill>
              </a:rPr>
              <a:t>T11</a:t>
            </a:r>
            <a:endParaRPr/>
          </a:p>
        </p:txBody>
      </p:sp>
      <p:sp>
        <p:nvSpPr>
          <p:cNvPr id="541" name="Google Shape;541;p11">
            <a:extLst xmlns:a="http://schemas.openxmlformats.org/drawingml/2006/main">
              <a:ext uri="{FF2B5EF4-FFF2-40B4-BE49-F238E27FC236}">
                <a16:creationId xmlns:a16="http://schemas.microsoft.com/office/drawing/2014/main" id="{892AA879-4039-4EE8-BEE0-26CB83E3856A}"/>
              </a:ext>
            </a:extLst>
          </p:cNvPr>
          <p:cNvSpPr>
            <a:spLocks xmlns:a="http://schemas.openxmlformats.org/drawingml/2006/main" noGrp="1"/>
          </p:cNvSpPr>
          <p:nvPr/>
        </p:nvSpPr>
        <p:spPr>
          <a:xfrm xmlns:a="http://schemas.openxmlformats.org/drawingml/2006/main">
            <a:off x="7067550" y="3781425"/>
            <a:ext cx="16954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PRD generation</a:t>
            </a:r>
            <a:endParaRPr/>
          </a:p>
        </p:txBody>
      </p:sp>
      <p:sp>
        <p:nvSpPr>
          <p:cNvPr id="542" name="Google Shape;542;p11">
            <a:extLst xmlns:a="http://schemas.openxmlformats.org/drawingml/2006/main">
              <a:ext uri="{FF2B5EF4-FFF2-40B4-BE49-F238E27FC236}">
                <a16:creationId xmlns:a16="http://schemas.microsoft.com/office/drawing/2014/main" id="{7E0719C6-6824-4779-BC55-F757FE5B3B9B}"/>
              </a:ext>
            </a:extLst>
          </p:cNvPr>
          <p:cNvSpPr>
            <a:spLocks xmlns:a="http://schemas.openxmlformats.org/drawingml/2006/main" noGrp="1"/>
          </p:cNvSpPr>
          <p:nvPr/>
        </p:nvSpPr>
        <p:spPr>
          <a:xfrm xmlns:a="http://schemas.openxmlformats.org/drawingml/2006/main">
            <a:off x="7067550" y="4171950"/>
            <a:ext cx="169545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a:solidFill>
                  <a:srgbClr val="666B70"/>
                </a:solidFill>
              </a:rPr>
              <a:t>Approved evidence → grounded ten-section PRD</a:t>
            </a:r>
            <a:endParaRPr/>
          </a:p>
        </p:txBody>
      </p:sp>
      <p:sp>
        <p:nvSpPr>
          <p:cNvPr id="543" name="Google Shape;543;p11">
            <a:extLst xmlns:a="http://schemas.openxmlformats.org/drawingml/2006/main">
              <a:ext uri="{FF2B5EF4-FFF2-40B4-BE49-F238E27FC236}">
                <a16:creationId xmlns:a16="http://schemas.microsoft.com/office/drawing/2014/main" id="{529BFCD5-7D52-440E-A3D7-5C2D0609FA7E}"/>
              </a:ext>
            </a:extLst>
          </p:cNvPr>
          <p:cNvSpPr>
            <a:spLocks xmlns:a="http://schemas.openxmlformats.org/drawingml/2006/main" noGrp="1"/>
          </p:cNvSpPr>
          <p:nvPr/>
        </p:nvSpPr>
        <p:spPr>
          <a:xfrm xmlns:a="http://schemas.openxmlformats.org/drawingml/2006/main">
            <a:off x="7067550" y="4905375"/>
            <a:ext cx="1695450" cy="409575"/>
          </a:xfrm>
          <a:prstGeom xmlns:a="http://schemas.openxmlformats.org/drawingml/2006/main" prst="roundRect">
            <a:avLst>
              <a:gd name="adj" fmla="val 18605"/>
            </a:avLst>
          </a:prstGeom>
          <a:solidFill xmlns:a="http://schemas.openxmlformats.org/drawingml/2006/main">
            <a:srgbClr val="F3E6E2"/>
          </a:solidFill>
          <a:ln xmlns:a="http://schemas.openxmlformats.org/drawingml/2006/main" w="9525" cmpd="sng">
            <a:solidFill>
              <a:srgbClr val="F3E6E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44" name="Google Shape;544;p11">
            <a:extLst xmlns:a="http://schemas.openxmlformats.org/drawingml/2006/main">
              <a:ext uri="{FF2B5EF4-FFF2-40B4-BE49-F238E27FC236}">
                <a16:creationId xmlns:a16="http://schemas.microsoft.com/office/drawing/2014/main" id="{0DB20042-842D-45D5-ADC6-764FE985C33A}"/>
              </a:ext>
            </a:extLst>
          </p:cNvPr>
          <p:cNvSpPr>
            <a:spLocks xmlns:a="http://schemas.openxmlformats.org/drawingml/2006/main" noGrp="1"/>
          </p:cNvSpPr>
          <p:nvPr/>
        </p:nvSpPr>
        <p:spPr>
          <a:xfrm xmlns:a="http://schemas.openxmlformats.org/drawingml/2006/main">
            <a:off x="7181850" y="4962525"/>
            <a:ext cx="14668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125"/>
              <a:buFont typeface="Arial"/>
              <a:buNone/>
            </a:pPr>
            <a:r>
              <a:rPr sz="1125" b="1">
                <a:solidFill>
                  <a:srgbClr val="B85042"/>
                </a:solidFill>
              </a:rPr>
              <a:t>PASS</a:t>
            </a:r>
            <a:endParaRPr/>
          </a:p>
        </p:txBody>
      </p:sp>
      <p:sp>
        <p:nvSpPr>
          <p:cNvPr id="545" name="Google Shape;545;p11">
            <a:extLst xmlns:a="http://schemas.openxmlformats.org/drawingml/2006/main">
              <a:ext uri="{FF2B5EF4-FFF2-40B4-BE49-F238E27FC236}">
                <a16:creationId xmlns:a16="http://schemas.microsoft.com/office/drawing/2014/main" id="{3EFDC922-CD88-4D18-9C7F-A2E6A0FB7818}"/>
              </a:ext>
            </a:extLst>
          </p:cNvPr>
          <p:cNvSpPr>
            <a:spLocks xmlns:a="http://schemas.openxmlformats.org/drawingml/2006/main" noGrp="1"/>
          </p:cNvSpPr>
          <p:nvPr/>
        </p:nvSpPr>
        <p:spPr>
          <a:xfrm xmlns:a="http://schemas.openxmlformats.org/drawingml/2006/main">
            <a:off x="9467850" y="3438525"/>
            <a:ext cx="285750" cy="285750"/>
          </a:xfrm>
          <a:prstGeom xmlns:a="http://schemas.openxmlformats.org/drawingml/2006/main" prst="roundRect">
            <a:avLst>
              <a:gd name="adj" fmla="val 26667"/>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46" name="Google Shape;546;p11">
            <a:extLst xmlns:a="http://schemas.openxmlformats.org/drawingml/2006/main">
              <a:ext uri="{FF2B5EF4-FFF2-40B4-BE49-F238E27FC236}">
                <a16:creationId xmlns:a16="http://schemas.microsoft.com/office/drawing/2014/main" id="{88370452-7921-42C7-99F7-8BC127EBDEBC}"/>
              </a:ext>
            </a:extLst>
          </p:cNvPr>
          <p:cNvSpPr>
            <a:spLocks xmlns:a="http://schemas.openxmlformats.org/drawingml/2006/main" noGrp="1"/>
          </p:cNvSpPr>
          <p:nvPr/>
        </p:nvSpPr>
        <p:spPr>
          <a:xfrm xmlns:a="http://schemas.openxmlformats.org/drawingml/2006/main">
            <a:off x="9867900" y="3295650"/>
            <a:ext cx="15049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T12</a:t>
            </a:r>
            <a:endParaRPr/>
          </a:p>
        </p:txBody>
      </p:sp>
      <p:sp>
        <p:nvSpPr>
          <p:cNvPr id="547" name="Google Shape;547;p11">
            <a:extLst xmlns:a="http://schemas.openxmlformats.org/drawingml/2006/main">
              <a:ext uri="{FF2B5EF4-FFF2-40B4-BE49-F238E27FC236}">
                <a16:creationId xmlns:a16="http://schemas.microsoft.com/office/drawing/2014/main" id="{511DA9C0-F5F9-4DE2-8CBC-95A1F3C648B5}"/>
              </a:ext>
            </a:extLst>
          </p:cNvPr>
          <p:cNvSpPr>
            <a:spLocks xmlns:a="http://schemas.openxmlformats.org/drawingml/2006/main" noGrp="1"/>
          </p:cNvSpPr>
          <p:nvPr/>
        </p:nvSpPr>
        <p:spPr>
          <a:xfrm xmlns:a="http://schemas.openxmlformats.org/drawingml/2006/main">
            <a:off x="9448800" y="3781425"/>
            <a:ext cx="17526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Story breakdown</a:t>
            </a:r>
            <a:endParaRPr/>
          </a:p>
        </p:txBody>
      </p:sp>
      <p:sp>
        <p:nvSpPr>
          <p:cNvPr id="548" name="Google Shape;548;p11">
            <a:extLst xmlns:a="http://schemas.openxmlformats.org/drawingml/2006/main">
              <a:ext uri="{FF2B5EF4-FFF2-40B4-BE49-F238E27FC236}">
                <a16:creationId xmlns:a16="http://schemas.microsoft.com/office/drawing/2014/main" id="{B6699FDD-E8A8-48FA-805F-4DB558744D9E}"/>
              </a:ext>
            </a:extLst>
          </p:cNvPr>
          <p:cNvSpPr>
            <a:spLocks xmlns:a="http://schemas.openxmlformats.org/drawingml/2006/main" noGrp="1"/>
          </p:cNvSpPr>
          <p:nvPr/>
        </p:nvSpPr>
        <p:spPr>
          <a:xfrm xmlns:a="http://schemas.openxmlformats.org/drawingml/2006/main">
            <a:off x="9448800" y="4171950"/>
            <a:ext cx="175260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a:solidFill>
                  <a:srgbClr val="666B70"/>
                </a:solidFill>
              </a:rPr>
              <a:t>Approved PRD → Epic → Feature → Story → criteria</a:t>
            </a:r>
            <a:endParaRPr/>
          </a:p>
        </p:txBody>
      </p:sp>
      <p:sp>
        <p:nvSpPr>
          <p:cNvPr id="549" name="Google Shape;549;p11">
            <a:extLst xmlns:a="http://schemas.openxmlformats.org/drawingml/2006/main">
              <a:ext uri="{FF2B5EF4-FFF2-40B4-BE49-F238E27FC236}">
                <a16:creationId xmlns:a16="http://schemas.microsoft.com/office/drawing/2014/main" id="{9292062A-931D-4308-B545-124D08785E85}"/>
              </a:ext>
            </a:extLst>
          </p:cNvPr>
          <p:cNvSpPr>
            <a:spLocks xmlns:a="http://schemas.openxmlformats.org/drawingml/2006/main" noGrp="1"/>
          </p:cNvSpPr>
          <p:nvPr/>
        </p:nvSpPr>
        <p:spPr>
          <a:xfrm xmlns:a="http://schemas.openxmlformats.org/drawingml/2006/main">
            <a:off x="9448800" y="4905375"/>
            <a:ext cx="1752600" cy="409575"/>
          </a:xfrm>
          <a:prstGeom xmlns:a="http://schemas.openxmlformats.org/drawingml/2006/main" prst="roundRect">
            <a:avLst>
              <a:gd name="adj" fmla="val 18605"/>
            </a:avLst>
          </a:prstGeom>
          <a:solidFill xmlns:a="http://schemas.openxmlformats.org/drawingml/2006/main">
            <a:srgbClr val="E6F0EB"/>
          </a:solidFill>
          <a:ln xmlns:a="http://schemas.openxmlformats.org/drawingml/2006/main" w="9525" cmpd="sng">
            <a:solidFill>
              <a:srgbClr val="E6F0E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50" name="Google Shape;550;p11">
            <a:extLst xmlns:a="http://schemas.openxmlformats.org/drawingml/2006/main">
              <a:ext uri="{FF2B5EF4-FFF2-40B4-BE49-F238E27FC236}">
                <a16:creationId xmlns:a16="http://schemas.microsoft.com/office/drawing/2014/main" id="{DF5FE53C-1E52-4580-A4E6-A42EB9F3252C}"/>
              </a:ext>
            </a:extLst>
          </p:cNvPr>
          <p:cNvSpPr>
            <a:spLocks xmlns:a="http://schemas.openxmlformats.org/drawingml/2006/main" noGrp="1"/>
          </p:cNvSpPr>
          <p:nvPr/>
        </p:nvSpPr>
        <p:spPr>
          <a:xfrm xmlns:a="http://schemas.openxmlformats.org/drawingml/2006/main">
            <a:off x="9563100" y="4962525"/>
            <a:ext cx="15240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25"/>
              <a:buFont typeface="Arial"/>
              <a:buNone/>
            </a:pPr>
            <a:r>
              <a:rPr sz="1125" b="1">
                <a:solidFill>
                  <a:srgbClr val="2F6F57"/>
                </a:solidFill>
              </a:rPr>
              <a:t>PASS</a:t>
            </a:r>
            <a:endParaRPr/>
          </a:p>
        </p:txBody>
      </p:sp>
      <p:sp>
        <p:nvSpPr>
          <p:cNvPr id="551" name="Google Shape;551;p11">
            <a:extLst xmlns:a="http://schemas.openxmlformats.org/drawingml/2006/main">
              <a:ext uri="{FF2B5EF4-FFF2-40B4-BE49-F238E27FC236}">
                <a16:creationId xmlns:a16="http://schemas.microsoft.com/office/drawing/2014/main" id="{53A6C058-8F7B-4B20-87CC-AD0D935D15FA}"/>
              </a:ext>
            </a:extLst>
          </p:cNvPr>
          <p:cNvSpPr>
            <a:spLocks xmlns:a="http://schemas.openxmlformats.org/drawingml/2006/main" noGrp="1"/>
          </p:cNvSpPr>
          <p:nvPr/>
        </p:nvSpPr>
        <p:spPr>
          <a:xfrm xmlns:a="http://schemas.openxmlformats.org/drawingml/2006/main">
            <a:off x="781050" y="5572125"/>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THE BASELINE PROVES</a:t>
            </a:r>
            <a:endParaRPr/>
          </a:p>
        </p:txBody>
      </p:sp>
      <p:sp>
        <p:nvSpPr>
          <p:cNvPr id="552" name="Google Shape;552;p11">
            <a:extLst xmlns:a="http://schemas.openxmlformats.org/drawingml/2006/main">
              <a:ext uri="{FF2B5EF4-FFF2-40B4-BE49-F238E27FC236}">
                <a16:creationId xmlns:a16="http://schemas.microsoft.com/office/drawing/2014/main" id="{2CAC63DA-FC00-4A13-9BFE-D15CAFFD4D53}"/>
              </a:ext>
            </a:extLst>
          </p:cNvPr>
          <p:cNvSpPr>
            <a:spLocks xmlns:a="http://schemas.openxmlformats.org/drawingml/2006/main" noGrp="1"/>
          </p:cNvSpPr>
          <p:nvPr/>
        </p:nvSpPr>
        <p:spPr>
          <a:xfrm xmlns:a="http://schemas.openxmlformats.org/drawingml/2006/main">
            <a:off x="2476500" y="5514975"/>
            <a:ext cx="8934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Exact values preserved  ·  Ambiguity flagged without invention  ·  Acceptance criteria mapped  ·  Evidence captured</a:t>
            </a:r>
            <a:endParaRPr/>
          </a:p>
        </p:txBody>
      </p:sp>
      <p:sp>
        <p:nvSpPr>
          <p:cNvPr id="553" name="Google Shape;553;p11">
            <a:extLst xmlns:a="http://schemas.openxmlformats.org/drawingml/2006/main">
              <a:ext uri="{FF2B5EF4-FFF2-40B4-BE49-F238E27FC236}">
                <a16:creationId xmlns:a16="http://schemas.microsoft.com/office/drawing/2014/main" id="{54E76138-6A43-4519-BC93-C44C4D145BB7}"/>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54" name="Google Shape;554;p11">
            <a:extLst xmlns:a="http://schemas.openxmlformats.org/drawingml/2006/main">
              <a:ext uri="{FF2B5EF4-FFF2-40B4-BE49-F238E27FC236}">
                <a16:creationId xmlns:a16="http://schemas.microsoft.com/office/drawing/2014/main" id="{6972BA38-F29E-4A8A-8EEC-F7744EDE0C90}"/>
              </a:ext>
            </a:extLst>
          </p:cNvPr>
          <p:cNvSpPr>
            <a:spLocks xmlns:a="http://schemas.openxmlformats.org/drawingml/2006/main" noGrp="1"/>
          </p:cNvSpPr>
          <p:nvPr/>
        </p:nvSpPr>
        <p:spPr>
          <a:xfrm xmlns:a="http://schemas.openxmlformats.org/drawingml/2006/main">
            <a:off x="781050" y="6267450"/>
            <a:ext cx="2381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VERIFIABLE EVIDENCE</a:t>
            </a:r>
            <a:endParaRPr/>
          </a:p>
        </p:txBody>
      </p:sp>
      <p:sp>
        <p:nvSpPr>
          <p:cNvPr id="555" name="Google Shape;555;p11">
            <a:extLst xmlns:a="http://schemas.openxmlformats.org/drawingml/2006/main">
              <a:ext uri="{FF2B5EF4-FFF2-40B4-BE49-F238E27FC236}">
                <a16:creationId xmlns:a16="http://schemas.microsoft.com/office/drawing/2014/main" id="{A901D8A6-5C3D-4C82-B07D-1E42C0ABCAB8}"/>
              </a:ext>
            </a:extLst>
          </p:cNvPr>
          <p:cNvSpPr>
            <a:spLocks xmlns:a="http://schemas.openxmlformats.org/drawingml/2006/main" noGrp="1"/>
          </p:cNvSpPr>
          <p:nvPr/>
        </p:nvSpPr>
        <p:spPr>
          <a:xfrm xmlns:a="http://schemas.openxmlformats.org/drawingml/2006/main">
            <a:off x="2952750" y="6267450"/>
            <a:ext cx="8458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75"/>
              <a:buFont typeface="Arial"/>
              <a:buNone/>
            </a:pPr>
            <a:r>
              <a:rPr sz="1275" b="1">
                <a:solidFill>
                  <a:srgbClr val="FFFFFF"/>
                </a:solidFill>
              </a:rPr>
              <a:t>Full T1–T12 matrix, expected checks, outputs, n8n executions, and Langfuse traces → Appendix A5</a:t>
            </a:r>
            <a:endParaRPr/>
          </a:p>
        </p:txBody>
      </p:sp>
    </p:spTree>
    <p:extLst>
      <p:ext uri="{BB962C8B-B14F-4D97-AF65-F5344CB8AC3E}">
        <p14:creationId xmlns:p14="http://schemas.microsoft.com/office/powerpoint/2010/main" val="626692236"/>
      </p:ext>
    </p:extLst>
  </p:cSld>
</p:sld>
</file>

<file path=ppt/slides/slide12.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561" name="Google Shape;561;p12">
            <a:extLst xmlns:a="http://schemas.openxmlformats.org/drawingml/2006/main">
              <a:ext uri="{FF2B5EF4-FFF2-40B4-BE49-F238E27FC236}">
                <a16:creationId xmlns:a16="http://schemas.microsoft.com/office/drawing/2014/main" id="{60F31F59-3693-421D-9180-C050ABDB161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62" name="Google Shape;562;p12">
            <a:extLst xmlns:a="http://schemas.openxmlformats.org/drawingml/2006/main">
              <a:ext uri="{FF2B5EF4-FFF2-40B4-BE49-F238E27FC236}">
                <a16:creationId xmlns:a16="http://schemas.microsoft.com/office/drawing/2014/main" id="{106135E8-8350-46AE-AB58-EC279EA30BD0}"/>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63" name="Google Shape;563;p12">
            <a:extLst xmlns:a="http://schemas.openxmlformats.org/drawingml/2006/main">
              <a:ext uri="{FF2B5EF4-FFF2-40B4-BE49-F238E27FC236}">
                <a16:creationId xmlns:a16="http://schemas.microsoft.com/office/drawing/2014/main" id="{D19133CC-E037-4523-8114-B529628161BE}"/>
              </a:ext>
            </a:extLst>
          </p:cNvPr>
          <p:cNvSpPr>
            <a:spLocks xmlns:a="http://schemas.openxmlformats.org/drawingml/2006/main" noGrp="1"/>
          </p:cNvSpPr>
          <p:nvPr/>
        </p:nvSpPr>
        <p:spPr>
          <a:xfrm xmlns:a="http://schemas.openxmlformats.org/drawingml/2006/main">
            <a:off x="781050" y="55245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12  ·  EVALUATION &amp; OBSERVABILITY</a:t>
            </a:r>
            <a:endParaRPr/>
          </a:p>
        </p:txBody>
      </p:sp>
      <p:sp>
        <p:nvSpPr>
          <p:cNvPr id="564" name="Google Shape;564;p12">
            <a:extLst xmlns:a="http://schemas.openxmlformats.org/drawingml/2006/main">
              <a:ext uri="{FF2B5EF4-FFF2-40B4-BE49-F238E27FC236}">
                <a16:creationId xmlns:a16="http://schemas.microsoft.com/office/drawing/2014/main" id="{BB036F27-33F7-4C94-B5CD-9EFC681C9F2E}"/>
              </a:ext>
            </a:extLst>
          </p:cNvPr>
          <p:cNvSpPr>
            <a:spLocks xmlns:a="http://schemas.openxmlformats.org/drawingml/2006/main" noGrp="1"/>
          </p:cNvSpPr>
          <p:nvPr/>
        </p:nvSpPr>
        <p:spPr>
          <a:xfrm xmlns:a="http://schemas.openxmlformats.org/drawingml/2006/main">
            <a:off x="781050" y="885825"/>
            <a:ext cx="106489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475"/>
              <a:buFont typeface="Arial"/>
              <a:buNone/>
            </a:pPr>
            <a:r>
              <a:rPr sz="2475" b="1">
                <a:solidFill>
                  <a:srgbClr val="1A1A2E"/>
                </a:solidFill>
              </a:rPr>
              <a:t>Deterministic and LLM evaluators measure different failure modes</a:t>
            </a:r>
            <a:endParaRPr/>
          </a:p>
        </p:txBody>
      </p:sp>
      <p:sp>
        <p:nvSpPr>
          <p:cNvPr id="565" name="Google Shape;565;p12">
            <a:extLst xmlns:a="http://schemas.openxmlformats.org/drawingml/2006/main">
              <a:ext uri="{FF2B5EF4-FFF2-40B4-BE49-F238E27FC236}">
                <a16:creationId xmlns:a16="http://schemas.microsoft.com/office/drawing/2014/main" id="{A0E6EC40-75AD-4701-93E1-50C43B326817}"/>
              </a:ext>
            </a:extLst>
          </p:cNvPr>
          <p:cNvSpPr>
            <a:spLocks xmlns:a="http://schemas.openxmlformats.org/drawingml/2006/main" noGrp="1"/>
          </p:cNvSpPr>
          <p:nvPr/>
        </p:nvSpPr>
        <p:spPr>
          <a:xfrm xmlns:a="http://schemas.openxmlformats.org/drawingml/2006/main">
            <a:off x="781050" y="1619250"/>
            <a:ext cx="106489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Release confidence comes from combining exact contract checks with evidence-grounded semantic judgment.</a:t>
            </a:r>
            <a:endParaRPr/>
          </a:p>
        </p:txBody>
      </p:sp>
      <p:sp>
        <p:nvSpPr>
          <p:cNvPr id="566" name="Google Shape;566;p12">
            <a:extLst xmlns:a="http://schemas.openxmlformats.org/drawingml/2006/main">
              <a:ext uri="{FF2B5EF4-FFF2-40B4-BE49-F238E27FC236}">
                <a16:creationId xmlns:a16="http://schemas.microsoft.com/office/drawing/2014/main" id="{51C6FFD7-7611-447E-806E-6EBC515B215C}"/>
              </a:ext>
            </a:extLst>
          </p:cNvPr>
          <p:cNvSpPr>
            <a:spLocks xmlns:a="http://schemas.openxmlformats.org/drawingml/2006/main" noGrp="1"/>
          </p:cNvSpPr>
          <p:nvPr/>
        </p:nvSpPr>
        <p:spPr>
          <a:xfrm xmlns:a="http://schemas.openxmlformats.org/drawingml/2006/main">
            <a:off x="781050" y="2247900"/>
            <a:ext cx="4895850" cy="2990850"/>
          </a:xfrm>
          <a:prstGeom xmlns:a="http://schemas.openxmlformats.org/drawingml/2006/main" prst="roundRect">
            <a:avLst>
              <a:gd name="adj" fmla="val 254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67" name="Google Shape;567;p12">
            <a:extLst xmlns:a="http://schemas.openxmlformats.org/drawingml/2006/main">
              <a:ext uri="{FF2B5EF4-FFF2-40B4-BE49-F238E27FC236}">
                <a16:creationId xmlns:a16="http://schemas.microsoft.com/office/drawing/2014/main" id="{C5DAC72C-4F6A-4F2A-BF51-B7B8D2C1B132}"/>
              </a:ext>
            </a:extLst>
          </p:cNvPr>
          <p:cNvSpPr>
            <a:spLocks xmlns:a="http://schemas.openxmlformats.org/drawingml/2006/main" noGrp="1"/>
          </p:cNvSpPr>
          <p:nvPr/>
        </p:nvSpPr>
        <p:spPr>
          <a:xfrm xmlns:a="http://schemas.openxmlformats.org/drawingml/2006/main">
            <a:off x="781050" y="2247900"/>
            <a:ext cx="85725" cy="29908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68" name="Google Shape;568;p12">
            <a:extLst xmlns:a="http://schemas.openxmlformats.org/drawingml/2006/main">
              <a:ext uri="{FF2B5EF4-FFF2-40B4-BE49-F238E27FC236}">
                <a16:creationId xmlns:a16="http://schemas.microsoft.com/office/drawing/2014/main" id="{8F418529-2947-4817-8FDC-A9888DDD0557}"/>
              </a:ext>
            </a:extLst>
          </p:cNvPr>
          <p:cNvSpPr>
            <a:spLocks xmlns:a="http://schemas.openxmlformats.org/drawingml/2006/main" noGrp="1"/>
          </p:cNvSpPr>
          <p:nvPr/>
        </p:nvSpPr>
        <p:spPr>
          <a:xfrm xmlns:a="http://schemas.openxmlformats.org/drawingml/2006/main">
            <a:off x="1104900" y="2457450"/>
            <a:ext cx="4191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863"/>
              <a:buFont typeface="Arial"/>
              <a:buNone/>
            </a:pPr>
            <a:r>
              <a:rPr sz="863" b="1">
                <a:solidFill>
                  <a:srgbClr val="3B6EBF"/>
                </a:solidFill>
              </a:rPr>
              <a:t>LENS 01  ·  EXACT CONTRACT</a:t>
            </a:r>
            <a:endParaRPr/>
          </a:p>
        </p:txBody>
      </p:sp>
      <p:sp>
        <p:nvSpPr>
          <p:cNvPr id="569" name="Google Shape;569;p12">
            <a:extLst xmlns:a="http://schemas.openxmlformats.org/drawingml/2006/main">
              <a:ext uri="{FF2B5EF4-FFF2-40B4-BE49-F238E27FC236}">
                <a16:creationId xmlns:a16="http://schemas.microsoft.com/office/drawing/2014/main" id="{22A1C8B3-E958-4BF2-8CD3-12317E52DBA6}"/>
              </a:ext>
            </a:extLst>
          </p:cNvPr>
          <p:cNvSpPr>
            <a:spLocks xmlns:a="http://schemas.openxmlformats.org/drawingml/2006/main" noGrp="1"/>
          </p:cNvSpPr>
          <p:nvPr/>
        </p:nvSpPr>
        <p:spPr>
          <a:xfrm xmlns:a="http://schemas.openxmlformats.org/drawingml/2006/main">
            <a:off x="1104900" y="2743200"/>
            <a:ext cx="4191000"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Deterministic code controls</a:t>
            </a:r>
            <a:endParaRPr/>
          </a:p>
        </p:txBody>
      </p:sp>
      <p:sp>
        <p:nvSpPr>
          <p:cNvPr id="570" name="Google Shape;570;p12">
            <a:extLst xmlns:a="http://schemas.openxmlformats.org/drawingml/2006/main">
              <a:ext uri="{FF2B5EF4-FFF2-40B4-BE49-F238E27FC236}">
                <a16:creationId xmlns:a16="http://schemas.microsoft.com/office/drawing/2014/main" id="{BE65D041-0387-4825-B2A5-D96D35A3B6F8}"/>
              </a:ext>
            </a:extLst>
          </p:cNvPr>
          <p:cNvSpPr>
            <a:spLocks xmlns:a="http://schemas.openxmlformats.org/drawingml/2006/main" noGrp="1"/>
          </p:cNvSpPr>
          <p:nvPr/>
        </p:nvSpPr>
        <p:spPr>
          <a:xfrm xmlns:a="http://schemas.openxmlformats.org/drawingml/2006/main">
            <a:off x="1104900" y="3143250"/>
            <a:ext cx="41910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Answers: Did the workflow obey the required structure and evidence contract?</a:t>
            </a:r>
            <a:endParaRPr/>
          </a:p>
        </p:txBody>
      </p:sp>
      <p:sp>
        <p:nvSpPr>
          <p:cNvPr id="571" name="Google Shape;571;p12">
            <a:extLst xmlns:a="http://schemas.openxmlformats.org/drawingml/2006/main">
              <a:ext uri="{FF2B5EF4-FFF2-40B4-BE49-F238E27FC236}">
                <a16:creationId xmlns:a16="http://schemas.microsoft.com/office/drawing/2014/main" id="{CA8154A7-672D-4910-BB68-83EA7346A930}"/>
              </a:ext>
            </a:extLst>
          </p:cNvPr>
          <p:cNvSpPr>
            <a:spLocks xmlns:a="http://schemas.openxmlformats.org/drawingml/2006/main" noGrp="1"/>
          </p:cNvSpPr>
          <p:nvPr/>
        </p:nvSpPr>
        <p:spPr>
          <a:xfrm xmlns:a="http://schemas.openxmlformats.org/drawingml/2006/main">
            <a:off x="1104900" y="3781425"/>
            <a:ext cx="4191000" cy="19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72" name="Google Shape;572;p12">
            <a:extLst xmlns:a="http://schemas.openxmlformats.org/drawingml/2006/main">
              <a:ext uri="{FF2B5EF4-FFF2-40B4-BE49-F238E27FC236}">
                <a16:creationId xmlns:a16="http://schemas.microsoft.com/office/drawing/2014/main" id="{C935CCDC-F6ED-4E7F-880D-A2F6C78DD7DE}"/>
              </a:ext>
            </a:extLst>
          </p:cNvPr>
          <p:cNvSpPr>
            <a:spLocks xmlns:a="http://schemas.openxmlformats.org/drawingml/2006/main" noGrp="1"/>
          </p:cNvSpPr>
          <p:nvPr/>
        </p:nvSpPr>
        <p:spPr>
          <a:xfrm xmlns:a="http://schemas.openxmlformats.org/drawingml/2006/main">
            <a:off x="1123950" y="3895725"/>
            <a:ext cx="209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200"/>
              <a:buFont typeface="Arial"/>
              <a:buNone/>
            </a:pPr>
            <a:r>
              <a:rPr sz="1200" b="1">
                <a:solidFill>
                  <a:srgbClr val="3B6EBF"/>
                </a:solidFill>
              </a:rPr>
              <a:t>✓</a:t>
            </a:r>
            <a:endParaRPr/>
          </a:p>
        </p:txBody>
      </p:sp>
      <p:sp>
        <p:nvSpPr>
          <p:cNvPr id="573" name="Google Shape;573;p12">
            <a:extLst xmlns:a="http://schemas.openxmlformats.org/drawingml/2006/main">
              <a:ext uri="{FF2B5EF4-FFF2-40B4-BE49-F238E27FC236}">
                <a16:creationId xmlns:a16="http://schemas.microsoft.com/office/drawing/2014/main" id="{2825D116-23E6-41BE-A758-9ACB1997D792}"/>
              </a:ext>
            </a:extLst>
          </p:cNvPr>
          <p:cNvSpPr>
            <a:spLocks xmlns:a="http://schemas.openxmlformats.org/drawingml/2006/main" noGrp="1"/>
          </p:cNvSpPr>
          <p:nvPr/>
        </p:nvSpPr>
        <p:spPr>
          <a:xfrm xmlns:a="http://schemas.openxmlformats.org/drawingml/2006/main">
            <a:off x="1390650" y="3886200"/>
            <a:ext cx="2333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Schema + required fields</a:t>
            </a:r>
            <a:endParaRPr/>
          </a:p>
        </p:txBody>
      </p:sp>
      <p:sp>
        <p:nvSpPr>
          <p:cNvPr id="574" name="Google Shape;574;p12">
            <a:extLst xmlns:a="http://schemas.openxmlformats.org/drawingml/2006/main">
              <a:ext uri="{FF2B5EF4-FFF2-40B4-BE49-F238E27FC236}">
                <a16:creationId xmlns:a16="http://schemas.microsoft.com/office/drawing/2014/main" id="{74B04B68-6BB0-4C22-9F07-F27C55F0F128}"/>
              </a:ext>
            </a:extLst>
          </p:cNvPr>
          <p:cNvSpPr>
            <a:spLocks xmlns:a="http://schemas.openxmlformats.org/drawingml/2006/main" noGrp="1"/>
          </p:cNvSpPr>
          <p:nvPr/>
        </p:nvSpPr>
        <p:spPr>
          <a:xfrm xmlns:a="http://schemas.openxmlformats.org/drawingml/2006/main">
            <a:off x="3695700" y="3886200"/>
            <a:ext cx="1600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correct shape</a:t>
            </a:r>
            <a:endParaRPr/>
          </a:p>
        </p:txBody>
      </p:sp>
      <p:sp>
        <p:nvSpPr>
          <p:cNvPr id="575" name="Google Shape;575;p12">
            <a:extLst xmlns:a="http://schemas.openxmlformats.org/drawingml/2006/main">
              <a:ext uri="{FF2B5EF4-FFF2-40B4-BE49-F238E27FC236}">
                <a16:creationId xmlns:a16="http://schemas.microsoft.com/office/drawing/2014/main" id="{5D102B8C-BBCB-4A21-AC92-28404840F3CA}"/>
              </a:ext>
            </a:extLst>
          </p:cNvPr>
          <p:cNvSpPr>
            <a:spLocks xmlns:a="http://schemas.openxmlformats.org/drawingml/2006/main" noGrp="1"/>
          </p:cNvSpPr>
          <p:nvPr/>
        </p:nvSpPr>
        <p:spPr>
          <a:xfrm xmlns:a="http://schemas.openxmlformats.org/drawingml/2006/main">
            <a:off x="1123950" y="4191000"/>
            <a:ext cx="209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200"/>
              <a:buFont typeface="Arial"/>
              <a:buNone/>
            </a:pPr>
            <a:r>
              <a:rPr sz="1200" b="1">
                <a:solidFill>
                  <a:srgbClr val="3B6EBF"/>
                </a:solidFill>
              </a:rPr>
              <a:t>✓</a:t>
            </a:r>
            <a:endParaRPr/>
          </a:p>
        </p:txBody>
      </p:sp>
      <p:sp>
        <p:nvSpPr>
          <p:cNvPr id="576" name="Google Shape;576;p12">
            <a:extLst xmlns:a="http://schemas.openxmlformats.org/drawingml/2006/main">
              <a:ext uri="{FF2B5EF4-FFF2-40B4-BE49-F238E27FC236}">
                <a16:creationId xmlns:a16="http://schemas.microsoft.com/office/drawing/2014/main" id="{23E238A4-FA87-46D5-8FE2-9C33812F4489}"/>
              </a:ext>
            </a:extLst>
          </p:cNvPr>
          <p:cNvSpPr>
            <a:spLocks xmlns:a="http://schemas.openxmlformats.org/drawingml/2006/main" noGrp="1"/>
          </p:cNvSpPr>
          <p:nvPr/>
        </p:nvSpPr>
        <p:spPr>
          <a:xfrm xmlns:a="http://schemas.openxmlformats.org/drawingml/2006/main">
            <a:off x="1390650" y="4181475"/>
            <a:ext cx="2333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Set equality + counts</a:t>
            </a:r>
            <a:endParaRPr/>
          </a:p>
        </p:txBody>
      </p:sp>
      <p:sp>
        <p:nvSpPr>
          <p:cNvPr id="577" name="Google Shape;577;p12">
            <a:extLst xmlns:a="http://schemas.openxmlformats.org/drawingml/2006/main">
              <a:ext uri="{FF2B5EF4-FFF2-40B4-BE49-F238E27FC236}">
                <a16:creationId xmlns:a16="http://schemas.microsoft.com/office/drawing/2014/main" id="{AB44891B-D1E1-4462-BED3-41BFB359402F}"/>
              </a:ext>
            </a:extLst>
          </p:cNvPr>
          <p:cNvSpPr>
            <a:spLocks xmlns:a="http://schemas.openxmlformats.org/drawingml/2006/main" noGrp="1"/>
          </p:cNvSpPr>
          <p:nvPr/>
        </p:nvSpPr>
        <p:spPr>
          <a:xfrm xmlns:a="http://schemas.openxmlformats.org/drawingml/2006/main">
            <a:off x="3695700" y="4181475"/>
            <a:ext cx="1600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nothing missing or extra</a:t>
            </a:r>
            <a:endParaRPr/>
          </a:p>
        </p:txBody>
      </p:sp>
      <p:sp>
        <p:nvSpPr>
          <p:cNvPr id="578" name="Google Shape;578;p12">
            <a:extLst xmlns:a="http://schemas.openxmlformats.org/drawingml/2006/main">
              <a:ext uri="{FF2B5EF4-FFF2-40B4-BE49-F238E27FC236}">
                <a16:creationId xmlns:a16="http://schemas.microsoft.com/office/drawing/2014/main" id="{835F00CC-D5AC-46D2-B6BB-568445F673E6}"/>
              </a:ext>
            </a:extLst>
          </p:cNvPr>
          <p:cNvSpPr>
            <a:spLocks xmlns:a="http://schemas.openxmlformats.org/drawingml/2006/main" noGrp="1"/>
          </p:cNvSpPr>
          <p:nvPr/>
        </p:nvSpPr>
        <p:spPr>
          <a:xfrm xmlns:a="http://schemas.openxmlformats.org/drawingml/2006/main">
            <a:off x="1123950" y="4486275"/>
            <a:ext cx="209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200"/>
              <a:buFont typeface="Arial"/>
              <a:buNone/>
            </a:pPr>
            <a:r>
              <a:rPr sz="1200" b="1">
                <a:solidFill>
                  <a:srgbClr val="3B6EBF"/>
                </a:solidFill>
              </a:rPr>
              <a:t>✓</a:t>
            </a:r>
            <a:endParaRPr/>
          </a:p>
        </p:txBody>
      </p:sp>
      <p:sp>
        <p:nvSpPr>
          <p:cNvPr id="579" name="Google Shape;579;p12">
            <a:extLst xmlns:a="http://schemas.openxmlformats.org/drawingml/2006/main">
              <a:ext uri="{FF2B5EF4-FFF2-40B4-BE49-F238E27FC236}">
                <a16:creationId xmlns:a16="http://schemas.microsoft.com/office/drawing/2014/main" id="{E47302FD-EE92-4D65-82E4-2E455DD47AA3}"/>
              </a:ext>
            </a:extLst>
          </p:cNvPr>
          <p:cNvSpPr>
            <a:spLocks xmlns:a="http://schemas.openxmlformats.org/drawingml/2006/main" noGrp="1"/>
          </p:cNvSpPr>
          <p:nvPr/>
        </p:nvSpPr>
        <p:spPr>
          <a:xfrm xmlns:a="http://schemas.openxmlformats.org/drawingml/2006/main">
            <a:off x="1390650" y="4476750"/>
            <a:ext cx="2333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Citation + ID validity</a:t>
            </a:r>
            <a:endParaRPr/>
          </a:p>
        </p:txBody>
      </p:sp>
      <p:sp>
        <p:nvSpPr>
          <p:cNvPr id="580" name="Google Shape;580;p12">
            <a:extLst xmlns:a="http://schemas.openxmlformats.org/drawingml/2006/main">
              <a:ext uri="{FF2B5EF4-FFF2-40B4-BE49-F238E27FC236}">
                <a16:creationId xmlns:a16="http://schemas.microsoft.com/office/drawing/2014/main" id="{8AC1B238-BA82-4F2C-B3F0-F7DD029BCD69}"/>
              </a:ext>
            </a:extLst>
          </p:cNvPr>
          <p:cNvSpPr>
            <a:spLocks xmlns:a="http://schemas.openxmlformats.org/drawingml/2006/main" noGrp="1"/>
          </p:cNvSpPr>
          <p:nvPr/>
        </p:nvSpPr>
        <p:spPr>
          <a:xfrm xmlns:a="http://schemas.openxmlformats.org/drawingml/2006/main">
            <a:off x="3695700" y="4476750"/>
            <a:ext cx="1600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valid mappings</a:t>
            </a:r>
            <a:endParaRPr/>
          </a:p>
        </p:txBody>
      </p:sp>
      <p:sp>
        <p:nvSpPr>
          <p:cNvPr id="581" name="Google Shape;581;p12">
            <a:extLst xmlns:a="http://schemas.openxmlformats.org/drawingml/2006/main">
              <a:ext uri="{FF2B5EF4-FFF2-40B4-BE49-F238E27FC236}">
                <a16:creationId xmlns:a16="http://schemas.microsoft.com/office/drawing/2014/main" id="{53A4234D-7D71-46F3-90E3-CE4D022F751E}"/>
              </a:ext>
            </a:extLst>
          </p:cNvPr>
          <p:cNvSpPr>
            <a:spLocks xmlns:a="http://schemas.openxmlformats.org/drawingml/2006/main" noGrp="1"/>
          </p:cNvSpPr>
          <p:nvPr/>
        </p:nvSpPr>
        <p:spPr>
          <a:xfrm xmlns:a="http://schemas.openxmlformats.org/drawingml/2006/main">
            <a:off x="1123950" y="4781550"/>
            <a:ext cx="209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200"/>
              <a:buFont typeface="Arial"/>
              <a:buNone/>
            </a:pPr>
            <a:r>
              <a:rPr sz="1200" b="1">
                <a:solidFill>
                  <a:srgbClr val="3B6EBF"/>
                </a:solidFill>
              </a:rPr>
              <a:t>✓</a:t>
            </a:r>
            <a:endParaRPr/>
          </a:p>
        </p:txBody>
      </p:sp>
      <p:sp>
        <p:nvSpPr>
          <p:cNvPr id="582" name="Google Shape;582;p12">
            <a:extLst xmlns:a="http://schemas.openxmlformats.org/drawingml/2006/main">
              <a:ext uri="{FF2B5EF4-FFF2-40B4-BE49-F238E27FC236}">
                <a16:creationId xmlns:a16="http://schemas.microsoft.com/office/drawing/2014/main" id="{BAA4B5F9-D2CD-45D7-A120-7F204E8CADB4}"/>
              </a:ext>
            </a:extLst>
          </p:cNvPr>
          <p:cNvSpPr>
            <a:spLocks xmlns:a="http://schemas.openxmlformats.org/drawingml/2006/main" noGrp="1"/>
          </p:cNvSpPr>
          <p:nvPr/>
        </p:nvSpPr>
        <p:spPr>
          <a:xfrm xmlns:a="http://schemas.openxmlformats.org/drawingml/2006/main">
            <a:off x="1390650" y="4772025"/>
            <a:ext cx="2333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Orphans + export rules</a:t>
            </a:r>
            <a:endParaRPr/>
          </a:p>
        </p:txBody>
      </p:sp>
      <p:sp>
        <p:nvSpPr>
          <p:cNvPr id="583" name="Google Shape;583;p12">
            <a:extLst xmlns:a="http://schemas.openxmlformats.org/drawingml/2006/main">
              <a:ext uri="{FF2B5EF4-FFF2-40B4-BE49-F238E27FC236}">
                <a16:creationId xmlns:a16="http://schemas.microsoft.com/office/drawing/2014/main" id="{EACF2B55-330D-4B06-952C-5EBD9038D42D}"/>
              </a:ext>
            </a:extLst>
          </p:cNvPr>
          <p:cNvSpPr>
            <a:spLocks xmlns:a="http://schemas.openxmlformats.org/drawingml/2006/main" noGrp="1"/>
          </p:cNvSpPr>
          <p:nvPr/>
        </p:nvSpPr>
        <p:spPr>
          <a:xfrm xmlns:a="http://schemas.openxmlformats.org/drawingml/2006/main">
            <a:off x="3695700" y="4772025"/>
            <a:ext cx="1600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fail closed</a:t>
            </a:r>
            <a:endParaRPr/>
          </a:p>
        </p:txBody>
      </p:sp>
      <p:sp>
        <p:nvSpPr>
          <p:cNvPr id="584" name="Google Shape;584;p12">
            <a:extLst xmlns:a="http://schemas.openxmlformats.org/drawingml/2006/main">
              <a:ext uri="{FF2B5EF4-FFF2-40B4-BE49-F238E27FC236}">
                <a16:creationId xmlns:a16="http://schemas.microsoft.com/office/drawing/2014/main" id="{E95DA42D-AE81-4904-A9B6-925FE17275CA}"/>
              </a:ext>
            </a:extLst>
          </p:cNvPr>
          <p:cNvSpPr>
            <a:spLocks xmlns:a="http://schemas.openxmlformats.org/drawingml/2006/main" noGrp="1"/>
          </p:cNvSpPr>
          <p:nvPr/>
        </p:nvSpPr>
        <p:spPr>
          <a:xfrm xmlns:a="http://schemas.openxmlformats.org/drawingml/2006/main">
            <a:off x="5924550" y="2247900"/>
            <a:ext cx="5486400" cy="2990850"/>
          </a:xfrm>
          <a:prstGeom xmlns:a="http://schemas.openxmlformats.org/drawingml/2006/main" prst="roundRect">
            <a:avLst>
              <a:gd name="adj" fmla="val 254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5" name="Google Shape;585;p12">
            <a:extLst xmlns:a="http://schemas.openxmlformats.org/drawingml/2006/main">
              <a:ext uri="{FF2B5EF4-FFF2-40B4-BE49-F238E27FC236}">
                <a16:creationId xmlns:a16="http://schemas.microsoft.com/office/drawing/2014/main" id="{780D3A40-7562-4F9A-83E2-7E084F376BAF}"/>
              </a:ext>
            </a:extLst>
          </p:cNvPr>
          <p:cNvSpPr>
            <a:spLocks xmlns:a="http://schemas.openxmlformats.org/drawingml/2006/main" noGrp="1"/>
          </p:cNvSpPr>
          <p:nvPr/>
        </p:nvSpPr>
        <p:spPr>
          <a:xfrm xmlns:a="http://schemas.openxmlformats.org/drawingml/2006/main">
            <a:off x="5924550" y="2247900"/>
            <a:ext cx="85725" cy="29908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6" name="Google Shape;586;p12">
            <a:extLst xmlns:a="http://schemas.openxmlformats.org/drawingml/2006/main">
              <a:ext uri="{FF2B5EF4-FFF2-40B4-BE49-F238E27FC236}">
                <a16:creationId xmlns:a16="http://schemas.microsoft.com/office/drawing/2014/main" id="{7C750484-80FE-4D6C-8597-824EEA2E9E46}"/>
              </a:ext>
            </a:extLst>
          </p:cNvPr>
          <p:cNvSpPr>
            <a:spLocks xmlns:a="http://schemas.openxmlformats.org/drawingml/2006/main" noGrp="1"/>
          </p:cNvSpPr>
          <p:nvPr/>
        </p:nvSpPr>
        <p:spPr>
          <a:xfrm xmlns:a="http://schemas.openxmlformats.org/drawingml/2006/main">
            <a:off x="6248400" y="2457450"/>
            <a:ext cx="47625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63"/>
              <a:buFont typeface="Arial"/>
              <a:buNone/>
            </a:pPr>
            <a:r>
              <a:rPr sz="863" b="1">
                <a:solidFill>
                  <a:srgbClr val="B85042"/>
                </a:solidFill>
              </a:rPr>
              <a:t>LENS 02  ·  SEMANTIC QUALITY</a:t>
            </a:r>
            <a:endParaRPr/>
          </a:p>
        </p:txBody>
      </p:sp>
      <p:sp>
        <p:nvSpPr>
          <p:cNvPr id="587" name="Google Shape;587;p12">
            <a:extLst xmlns:a="http://schemas.openxmlformats.org/drawingml/2006/main">
              <a:ext uri="{FF2B5EF4-FFF2-40B4-BE49-F238E27FC236}">
                <a16:creationId xmlns:a16="http://schemas.microsoft.com/office/drawing/2014/main" id="{F3DB5ED5-F663-4C11-B046-5F5153D16B77}"/>
              </a:ext>
            </a:extLst>
          </p:cNvPr>
          <p:cNvSpPr>
            <a:spLocks xmlns:a="http://schemas.openxmlformats.org/drawingml/2006/main" noGrp="1"/>
          </p:cNvSpPr>
          <p:nvPr/>
        </p:nvSpPr>
        <p:spPr>
          <a:xfrm xmlns:a="http://schemas.openxmlformats.org/drawingml/2006/main">
            <a:off x="6248400" y="2743200"/>
            <a:ext cx="4762500"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GPT-5.6 Terra semantic evaluators</a:t>
            </a:r>
            <a:endParaRPr/>
          </a:p>
        </p:txBody>
      </p:sp>
      <p:sp>
        <p:nvSpPr>
          <p:cNvPr id="588" name="Google Shape;588;p12">
            <a:extLst xmlns:a="http://schemas.openxmlformats.org/drawingml/2006/main">
              <a:ext uri="{FF2B5EF4-FFF2-40B4-BE49-F238E27FC236}">
                <a16:creationId xmlns:a16="http://schemas.microsoft.com/office/drawing/2014/main" id="{9C2C2645-11D4-4231-8764-0BD1769818E8}"/>
              </a:ext>
            </a:extLst>
          </p:cNvPr>
          <p:cNvSpPr>
            <a:spLocks xmlns:a="http://schemas.openxmlformats.org/drawingml/2006/main" noGrp="1"/>
          </p:cNvSpPr>
          <p:nvPr/>
        </p:nvSpPr>
        <p:spPr>
          <a:xfrm xmlns:a="http://schemas.openxmlformats.org/drawingml/2006/main">
            <a:off x="6248400" y="3143250"/>
            <a:ext cx="47625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Answers: Is the content supported, sensible, and free from material invention across the full evidence context?</a:t>
            </a:r>
            <a:endParaRPr/>
          </a:p>
        </p:txBody>
      </p:sp>
      <p:sp>
        <p:nvSpPr>
          <p:cNvPr id="589" name="Google Shape;589;p12">
            <a:extLst xmlns:a="http://schemas.openxmlformats.org/drawingml/2006/main">
              <a:ext uri="{FF2B5EF4-FFF2-40B4-BE49-F238E27FC236}">
                <a16:creationId xmlns:a16="http://schemas.microsoft.com/office/drawing/2014/main" id="{E7EC8B40-5C59-48A8-AFA7-7D6A4CE22501}"/>
              </a:ext>
            </a:extLst>
          </p:cNvPr>
          <p:cNvSpPr>
            <a:spLocks xmlns:a="http://schemas.openxmlformats.org/drawingml/2006/main" noGrp="1"/>
          </p:cNvSpPr>
          <p:nvPr/>
        </p:nvSpPr>
        <p:spPr>
          <a:xfrm xmlns:a="http://schemas.openxmlformats.org/drawingml/2006/main">
            <a:off x="6248400" y="3781425"/>
            <a:ext cx="4762500" cy="19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0" name="Google Shape;590;p12">
            <a:extLst xmlns:a="http://schemas.openxmlformats.org/drawingml/2006/main">
              <a:ext uri="{FF2B5EF4-FFF2-40B4-BE49-F238E27FC236}">
                <a16:creationId xmlns:a16="http://schemas.microsoft.com/office/drawing/2014/main" id="{95437DD8-5FC9-474E-8F78-1590FA6E9FB4}"/>
              </a:ext>
            </a:extLst>
          </p:cNvPr>
          <p:cNvSpPr>
            <a:spLocks xmlns:a="http://schemas.openxmlformats.org/drawingml/2006/main" noGrp="1"/>
          </p:cNvSpPr>
          <p:nvPr/>
        </p:nvSpPr>
        <p:spPr>
          <a:xfrm xmlns:a="http://schemas.openxmlformats.org/drawingml/2006/main">
            <a:off x="6267450" y="3981450"/>
            <a:ext cx="152400" cy="152400"/>
          </a:xfrm>
          <a:prstGeom xmlns:a="http://schemas.openxmlformats.org/drawingml/2006/main" prst="roundRect">
            <a:avLst>
              <a:gd name="adj" fmla="val 50000"/>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1" name="Google Shape;591;p12">
            <a:extLst xmlns:a="http://schemas.openxmlformats.org/drawingml/2006/main">
              <a:ext uri="{FF2B5EF4-FFF2-40B4-BE49-F238E27FC236}">
                <a16:creationId xmlns:a16="http://schemas.microsoft.com/office/drawing/2014/main" id="{55E8BD7E-2769-453B-999D-91A729D6A7D8}"/>
              </a:ext>
            </a:extLst>
          </p:cNvPr>
          <p:cNvSpPr>
            <a:spLocks xmlns:a="http://schemas.openxmlformats.org/drawingml/2006/main" noGrp="1"/>
          </p:cNvSpPr>
          <p:nvPr/>
        </p:nvSpPr>
        <p:spPr>
          <a:xfrm xmlns:a="http://schemas.openxmlformats.org/drawingml/2006/main">
            <a:off x="6534150" y="3943350"/>
            <a:ext cx="14097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Faithfulness</a:t>
            </a:r>
            <a:endParaRPr/>
          </a:p>
        </p:txBody>
      </p:sp>
      <p:sp>
        <p:nvSpPr>
          <p:cNvPr id="592" name="Google Shape;592;p12">
            <a:extLst xmlns:a="http://schemas.openxmlformats.org/drawingml/2006/main">
              <a:ext uri="{FF2B5EF4-FFF2-40B4-BE49-F238E27FC236}">
                <a16:creationId xmlns:a16="http://schemas.microsoft.com/office/drawing/2014/main" id="{463D9532-0D7B-45F7-ADB7-2476FB3EA5F7}"/>
              </a:ext>
            </a:extLst>
          </p:cNvPr>
          <p:cNvSpPr>
            <a:spLocks xmlns:a="http://schemas.openxmlformats.org/drawingml/2006/main" noGrp="1"/>
          </p:cNvSpPr>
          <p:nvPr/>
        </p:nvSpPr>
        <p:spPr>
          <a:xfrm xmlns:a="http://schemas.openxmlformats.org/drawingml/2006/main">
            <a:off x="7905750" y="3943350"/>
            <a:ext cx="22479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Supported by approved evidence</a:t>
            </a:r>
            <a:endParaRPr/>
          </a:p>
        </p:txBody>
      </p:sp>
      <p:sp>
        <p:nvSpPr>
          <p:cNvPr id="593" name="Google Shape;593;p12">
            <a:extLst xmlns:a="http://schemas.openxmlformats.org/drawingml/2006/main">
              <a:ext uri="{FF2B5EF4-FFF2-40B4-BE49-F238E27FC236}">
                <a16:creationId xmlns:a16="http://schemas.microsoft.com/office/drawing/2014/main" id="{72E89DAD-161D-4018-BB8B-021052C94ABC}"/>
              </a:ext>
            </a:extLst>
          </p:cNvPr>
          <p:cNvSpPr>
            <a:spLocks xmlns:a="http://schemas.openxmlformats.org/drawingml/2006/main" noGrp="1"/>
          </p:cNvSpPr>
          <p:nvPr/>
        </p:nvSpPr>
        <p:spPr>
          <a:xfrm xmlns:a="http://schemas.openxmlformats.org/drawingml/2006/main">
            <a:off x="10172700" y="3943350"/>
            <a:ext cx="8382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13"/>
              <a:buFont typeface="Arial"/>
              <a:buNone/>
            </a:pPr>
            <a:r>
              <a:rPr sz="1013" b="1">
                <a:solidFill>
                  <a:srgbClr val="2F6F57"/>
                </a:solidFill>
              </a:rPr>
              <a:t>maximize</a:t>
            </a:r>
            <a:endParaRPr/>
          </a:p>
        </p:txBody>
      </p:sp>
      <p:sp>
        <p:nvSpPr>
          <p:cNvPr id="594" name="Google Shape;594;p12">
            <a:extLst xmlns:a="http://schemas.openxmlformats.org/drawingml/2006/main">
              <a:ext uri="{FF2B5EF4-FFF2-40B4-BE49-F238E27FC236}">
                <a16:creationId xmlns:a16="http://schemas.microsoft.com/office/drawing/2014/main" id="{F33962B3-8844-44B6-958F-4B6440CEED1A}"/>
              </a:ext>
            </a:extLst>
          </p:cNvPr>
          <p:cNvSpPr>
            <a:spLocks xmlns:a="http://schemas.openxmlformats.org/drawingml/2006/main" noGrp="1"/>
          </p:cNvSpPr>
          <p:nvPr/>
        </p:nvSpPr>
        <p:spPr>
          <a:xfrm xmlns:a="http://schemas.openxmlformats.org/drawingml/2006/main">
            <a:off x="6267450" y="4371975"/>
            <a:ext cx="152400" cy="152400"/>
          </a:xfrm>
          <a:prstGeom xmlns:a="http://schemas.openxmlformats.org/drawingml/2006/main" prst="roundRect">
            <a:avLst>
              <a:gd name="adj"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5" name="Google Shape;595;p12">
            <a:extLst xmlns:a="http://schemas.openxmlformats.org/drawingml/2006/main">
              <a:ext uri="{FF2B5EF4-FFF2-40B4-BE49-F238E27FC236}">
                <a16:creationId xmlns:a16="http://schemas.microsoft.com/office/drawing/2014/main" id="{203CAC00-A6FC-461A-9981-DB2DDCD0A5ED}"/>
              </a:ext>
            </a:extLst>
          </p:cNvPr>
          <p:cNvSpPr>
            <a:spLocks xmlns:a="http://schemas.openxmlformats.org/drawingml/2006/main" noGrp="1"/>
          </p:cNvSpPr>
          <p:nvPr/>
        </p:nvSpPr>
        <p:spPr>
          <a:xfrm xmlns:a="http://schemas.openxmlformats.org/drawingml/2006/main">
            <a:off x="6534150" y="4333875"/>
            <a:ext cx="14097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Hallucination</a:t>
            </a:r>
            <a:endParaRPr/>
          </a:p>
        </p:txBody>
      </p:sp>
      <p:sp>
        <p:nvSpPr>
          <p:cNvPr id="596" name="Google Shape;596;p12">
            <a:extLst xmlns:a="http://schemas.openxmlformats.org/drawingml/2006/main">
              <a:ext uri="{FF2B5EF4-FFF2-40B4-BE49-F238E27FC236}">
                <a16:creationId xmlns:a16="http://schemas.microsoft.com/office/drawing/2014/main" id="{3EE8E41A-8A4B-4B0A-A184-68D890FE6382}"/>
              </a:ext>
            </a:extLst>
          </p:cNvPr>
          <p:cNvSpPr>
            <a:spLocks xmlns:a="http://schemas.openxmlformats.org/drawingml/2006/main" noGrp="1"/>
          </p:cNvSpPr>
          <p:nvPr/>
        </p:nvSpPr>
        <p:spPr>
          <a:xfrm xmlns:a="http://schemas.openxmlformats.org/drawingml/2006/main">
            <a:off x="7905750" y="4333875"/>
            <a:ext cx="22479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Unsupported material claims</a:t>
            </a:r>
            <a:endParaRPr/>
          </a:p>
        </p:txBody>
      </p:sp>
      <p:sp>
        <p:nvSpPr>
          <p:cNvPr id="597" name="Google Shape;597;p12">
            <a:extLst xmlns:a="http://schemas.openxmlformats.org/drawingml/2006/main">
              <a:ext uri="{FF2B5EF4-FFF2-40B4-BE49-F238E27FC236}">
                <a16:creationId xmlns:a16="http://schemas.microsoft.com/office/drawing/2014/main" id="{96BB9B7C-BC92-4874-8026-D201E1DC0066}"/>
              </a:ext>
            </a:extLst>
          </p:cNvPr>
          <p:cNvSpPr>
            <a:spLocks xmlns:a="http://schemas.openxmlformats.org/drawingml/2006/main" noGrp="1"/>
          </p:cNvSpPr>
          <p:nvPr/>
        </p:nvSpPr>
        <p:spPr>
          <a:xfrm xmlns:a="http://schemas.openxmlformats.org/drawingml/2006/main">
            <a:off x="10172700" y="4333875"/>
            <a:ext cx="8382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013"/>
              <a:buFont typeface="Arial"/>
              <a:buNone/>
            </a:pPr>
            <a:r>
              <a:rPr sz="1013" b="1">
                <a:solidFill>
                  <a:srgbClr val="B85042"/>
                </a:solidFill>
              </a:rPr>
              <a:t>≤ 0.15</a:t>
            </a:r>
            <a:endParaRPr/>
          </a:p>
        </p:txBody>
      </p:sp>
      <p:sp>
        <p:nvSpPr>
          <p:cNvPr id="598" name="Google Shape;598;p12">
            <a:extLst xmlns:a="http://schemas.openxmlformats.org/drawingml/2006/main">
              <a:ext uri="{FF2B5EF4-FFF2-40B4-BE49-F238E27FC236}">
                <a16:creationId xmlns:a16="http://schemas.microsoft.com/office/drawing/2014/main" id="{47553482-A7B7-4EAB-8BCA-8FFC640A3526}"/>
              </a:ext>
            </a:extLst>
          </p:cNvPr>
          <p:cNvSpPr>
            <a:spLocks xmlns:a="http://schemas.openxmlformats.org/drawingml/2006/main" noGrp="1"/>
          </p:cNvSpPr>
          <p:nvPr/>
        </p:nvSpPr>
        <p:spPr>
          <a:xfrm xmlns:a="http://schemas.openxmlformats.org/drawingml/2006/main">
            <a:off x="6267450" y="4762500"/>
            <a:ext cx="152400" cy="152400"/>
          </a:xfrm>
          <a:prstGeom xmlns:a="http://schemas.openxmlformats.org/drawingml/2006/main" prst="roundRect">
            <a:avLst>
              <a:gd name="adj" fmla="val 50000"/>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9" name="Google Shape;599;p12">
            <a:extLst xmlns:a="http://schemas.openxmlformats.org/drawingml/2006/main">
              <a:ext uri="{FF2B5EF4-FFF2-40B4-BE49-F238E27FC236}">
                <a16:creationId xmlns:a16="http://schemas.microsoft.com/office/drawing/2014/main" id="{41B4570D-84E1-4C82-BD72-5B49C6CBBEE7}"/>
              </a:ext>
            </a:extLst>
          </p:cNvPr>
          <p:cNvSpPr>
            <a:spLocks xmlns:a="http://schemas.openxmlformats.org/drawingml/2006/main" noGrp="1"/>
          </p:cNvSpPr>
          <p:nvPr/>
        </p:nvSpPr>
        <p:spPr>
          <a:xfrm xmlns:a="http://schemas.openxmlformats.org/drawingml/2006/main">
            <a:off x="6534150" y="4724400"/>
            <a:ext cx="14097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Reasonableness</a:t>
            </a:r>
            <a:endParaRPr/>
          </a:p>
        </p:txBody>
      </p:sp>
      <p:sp>
        <p:nvSpPr>
          <p:cNvPr id="600" name="Google Shape;600;p12">
            <a:extLst xmlns:a="http://schemas.openxmlformats.org/drawingml/2006/main">
              <a:ext uri="{FF2B5EF4-FFF2-40B4-BE49-F238E27FC236}">
                <a16:creationId xmlns:a16="http://schemas.microsoft.com/office/drawing/2014/main" id="{E8EA2174-0AC4-4CE3-8CD2-BF3CF8385C3F}"/>
              </a:ext>
            </a:extLst>
          </p:cNvPr>
          <p:cNvSpPr>
            <a:spLocks xmlns:a="http://schemas.openxmlformats.org/drawingml/2006/main" noGrp="1"/>
          </p:cNvSpPr>
          <p:nvPr/>
        </p:nvSpPr>
        <p:spPr>
          <a:xfrm xmlns:a="http://schemas.openxmlformats.org/drawingml/2006/main">
            <a:off x="7905750" y="4724400"/>
            <a:ext cx="22479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Planning logic and sizing quality</a:t>
            </a:r>
            <a:endParaRPr/>
          </a:p>
        </p:txBody>
      </p:sp>
      <p:sp>
        <p:nvSpPr>
          <p:cNvPr id="601" name="Google Shape;601;p12">
            <a:extLst xmlns:a="http://schemas.openxmlformats.org/drawingml/2006/main">
              <a:ext uri="{FF2B5EF4-FFF2-40B4-BE49-F238E27FC236}">
                <a16:creationId xmlns:a16="http://schemas.microsoft.com/office/drawing/2014/main" id="{16BB2B32-B447-44AD-A285-793C5AD7F4E3}"/>
              </a:ext>
            </a:extLst>
          </p:cNvPr>
          <p:cNvSpPr>
            <a:spLocks xmlns:a="http://schemas.openxmlformats.org/drawingml/2006/main" noGrp="1"/>
          </p:cNvSpPr>
          <p:nvPr/>
        </p:nvSpPr>
        <p:spPr>
          <a:xfrm xmlns:a="http://schemas.openxmlformats.org/drawingml/2006/main">
            <a:off x="10172700" y="4724400"/>
            <a:ext cx="8382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1013"/>
              <a:buFont typeface="Arial"/>
              <a:buNone/>
            </a:pPr>
            <a:r>
              <a:rPr sz="1013" b="1">
                <a:solidFill>
                  <a:srgbClr val="7546C8"/>
                </a:solidFill>
              </a:rPr>
              <a:t>maximize</a:t>
            </a:r>
            <a:endParaRPr/>
          </a:p>
        </p:txBody>
      </p:sp>
      <p:sp>
        <p:nvSpPr>
          <p:cNvPr id="602" name="Google Shape;602;p12">
            <a:extLst xmlns:a="http://schemas.openxmlformats.org/drawingml/2006/main">
              <a:ext uri="{FF2B5EF4-FFF2-40B4-BE49-F238E27FC236}">
                <a16:creationId xmlns:a16="http://schemas.microsoft.com/office/drawing/2014/main" id="{086D3ED1-9073-4686-A1CC-838A266C694A}"/>
              </a:ext>
            </a:extLst>
          </p:cNvPr>
          <p:cNvSpPr>
            <a:spLocks xmlns:a="http://schemas.openxmlformats.org/drawingml/2006/main" noGrp="1"/>
          </p:cNvSpPr>
          <p:nvPr/>
        </p:nvSpPr>
        <p:spPr>
          <a:xfrm xmlns:a="http://schemas.openxmlformats.org/drawingml/2006/main">
            <a:off x="781050" y="5534025"/>
            <a:ext cx="142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DECISION LAYER</a:t>
            </a:r>
            <a:endParaRPr/>
          </a:p>
        </p:txBody>
      </p:sp>
      <p:sp>
        <p:nvSpPr>
          <p:cNvPr id="603" name="Google Shape;603;p12">
            <a:extLst xmlns:a="http://schemas.openxmlformats.org/drawingml/2006/main">
              <a:ext uri="{FF2B5EF4-FFF2-40B4-BE49-F238E27FC236}">
                <a16:creationId xmlns:a16="http://schemas.microsoft.com/office/drawing/2014/main" id="{9D6608D2-25AB-4FEC-8F49-5EB96069ABBB}"/>
              </a:ext>
            </a:extLst>
          </p:cNvPr>
          <p:cNvSpPr>
            <a:spLocks xmlns:a="http://schemas.openxmlformats.org/drawingml/2006/main" noGrp="1"/>
          </p:cNvSpPr>
          <p:nvPr/>
        </p:nvSpPr>
        <p:spPr>
          <a:xfrm xmlns:a="http://schemas.openxmlformats.org/drawingml/2006/main">
            <a:off x="2209800" y="5429250"/>
            <a:ext cx="7239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Agreement Gate combines both lenses: release only when required code controls pass and semantic scores remain within policy.</a:t>
            </a:r>
            <a:endParaRPr/>
          </a:p>
        </p:txBody>
      </p:sp>
      <p:sp>
        <p:nvSpPr>
          <p:cNvPr id="604" name="Google Shape;604;p12">
            <a:extLst xmlns:a="http://schemas.openxmlformats.org/drawingml/2006/main">
              <a:ext uri="{FF2B5EF4-FFF2-40B4-BE49-F238E27FC236}">
                <a16:creationId xmlns:a16="http://schemas.microsoft.com/office/drawing/2014/main" id="{DC6668C6-898D-4F76-9D89-8D66624751F8}"/>
              </a:ext>
            </a:extLst>
          </p:cNvPr>
          <p:cNvSpPr>
            <a:spLocks xmlns:a="http://schemas.openxmlformats.org/drawingml/2006/main" noGrp="1"/>
          </p:cNvSpPr>
          <p:nvPr/>
        </p:nvSpPr>
        <p:spPr>
          <a:xfrm xmlns:a="http://schemas.openxmlformats.org/drawingml/2006/main">
            <a:off x="9620250" y="5410200"/>
            <a:ext cx="1790700" cy="438150"/>
          </a:xfrm>
          <a:prstGeom xmlns:a="http://schemas.openxmlformats.org/drawingml/2006/main" prst="roundRect">
            <a:avLst>
              <a:gd name="adj" fmla="val 17391"/>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12">
            <a:extLst xmlns:a="http://schemas.openxmlformats.org/drawingml/2006/main">
              <a:ext uri="{FF2B5EF4-FFF2-40B4-BE49-F238E27FC236}">
                <a16:creationId xmlns:a16="http://schemas.microsoft.com/office/drawing/2014/main" id="{16566D17-BC8F-4AF7-B970-2BF7EB425E25}"/>
              </a:ext>
            </a:extLst>
          </p:cNvPr>
          <p:cNvSpPr>
            <a:spLocks xmlns:a="http://schemas.openxmlformats.org/drawingml/2006/main" noGrp="1"/>
          </p:cNvSpPr>
          <p:nvPr/>
        </p:nvSpPr>
        <p:spPr>
          <a:xfrm xmlns:a="http://schemas.openxmlformats.org/drawingml/2006/main">
            <a:off x="9753600" y="54864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900"/>
              <a:buFont typeface="Arial"/>
              <a:buNone/>
            </a:pPr>
            <a:r>
              <a:rPr sz="900" b="1">
                <a:solidFill>
                  <a:srgbClr val="7546C8"/>
                </a:solidFill>
              </a:rPr>
              <a:t>LANGFUSE EVIDENCE</a:t>
            </a:r>
            <a:endParaRPr/>
          </a:p>
        </p:txBody>
      </p:sp>
      <p:sp>
        <p:nvSpPr>
          <p:cNvPr id="606" name="Google Shape;606;p12">
            <a:extLst xmlns:a="http://schemas.openxmlformats.org/drawingml/2006/main">
              <a:ext uri="{FF2B5EF4-FFF2-40B4-BE49-F238E27FC236}">
                <a16:creationId xmlns:a16="http://schemas.microsoft.com/office/drawing/2014/main" id="{0F112ED0-D1D9-421C-A442-11319A3ECB6D}"/>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7" name="Google Shape;607;p12">
            <a:extLst xmlns:a="http://schemas.openxmlformats.org/drawingml/2006/main">
              <a:ext uri="{FF2B5EF4-FFF2-40B4-BE49-F238E27FC236}">
                <a16:creationId xmlns:a16="http://schemas.microsoft.com/office/drawing/2014/main" id="{B9F29D91-D582-44C1-8F7D-F9E59DFC530D}"/>
              </a:ext>
            </a:extLst>
          </p:cNvPr>
          <p:cNvSpPr>
            <a:spLocks xmlns:a="http://schemas.openxmlformats.org/drawingml/2006/main" noGrp="1"/>
          </p:cNvSpPr>
          <p:nvPr/>
        </p:nvSpPr>
        <p:spPr>
          <a:xfrm xmlns:a="http://schemas.openxmlformats.org/drawingml/2006/main">
            <a:off x="781050" y="6267450"/>
            <a:ext cx="2095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OBSERVABILITY</a:t>
            </a:r>
            <a:endParaRPr/>
          </a:p>
        </p:txBody>
      </p:sp>
      <p:sp>
        <p:nvSpPr>
          <p:cNvPr id="608" name="Google Shape;608;p12">
            <a:extLst xmlns:a="http://schemas.openxmlformats.org/drawingml/2006/main">
              <a:ext uri="{FF2B5EF4-FFF2-40B4-BE49-F238E27FC236}">
                <a16:creationId xmlns:a16="http://schemas.microsoft.com/office/drawing/2014/main" id="{FDCDD16B-5596-40F9-8C2B-68BC441DFE67}"/>
              </a:ext>
            </a:extLst>
          </p:cNvPr>
          <p:cNvSpPr>
            <a:spLocks xmlns:a="http://schemas.openxmlformats.org/drawingml/2006/main" noGrp="1"/>
          </p:cNvSpPr>
          <p:nvPr/>
        </p:nvSpPr>
        <p:spPr>
          <a:xfrm xmlns:a="http://schemas.openxmlformats.org/drawingml/2006/main">
            <a:off x="2724150" y="6267450"/>
            <a:ext cx="86868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75"/>
              <a:buFont typeface="Arial"/>
              <a:buNone/>
            </a:pPr>
            <a:r>
              <a:rPr sz="1275" b="1">
                <a:solidFill>
                  <a:srgbClr val="FFFFFF"/>
                </a:solidFill>
              </a:rPr>
              <a:t>Every accepted run retains stage traces, evaluator receipts, latency, token usage, and fully loaded cost evidence.</a:t>
            </a:r>
            <a:endParaRPr/>
          </a:p>
        </p:txBody>
      </p:sp>
    </p:spTree>
    <p:extLst>
      <p:ext uri="{BB962C8B-B14F-4D97-AF65-F5344CB8AC3E}">
        <p14:creationId xmlns:p14="http://schemas.microsoft.com/office/powerpoint/2010/main" val="162470191"/>
      </p:ext>
    </p:extLst>
  </p:cSld>
</p:sld>
</file>

<file path=ppt/slides/slide13.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614" name="Google Shape;614;p13">
            <a:extLst xmlns:a="http://schemas.openxmlformats.org/drawingml/2006/main">
              <a:ext uri="{FF2B5EF4-FFF2-40B4-BE49-F238E27FC236}">
                <a16:creationId xmlns:a16="http://schemas.microsoft.com/office/drawing/2014/main" id="{5E6CBEEF-FD25-45F3-A682-717BD7712EF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5" name="Google Shape;615;p13">
            <a:extLst xmlns:a="http://schemas.openxmlformats.org/drawingml/2006/main">
              <a:ext uri="{FF2B5EF4-FFF2-40B4-BE49-F238E27FC236}">
                <a16:creationId xmlns:a16="http://schemas.microsoft.com/office/drawing/2014/main" id="{DE97E5E1-BB5E-4AB6-9D0B-F0493D0230DB}"/>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6" name="Google Shape;616;p13">
            <a:extLst xmlns:a="http://schemas.openxmlformats.org/drawingml/2006/main">
              <a:ext uri="{FF2B5EF4-FFF2-40B4-BE49-F238E27FC236}">
                <a16:creationId xmlns:a16="http://schemas.microsoft.com/office/drawing/2014/main" id="{FDB3AE51-304C-49B7-B694-2190257B5D18}"/>
              </a:ext>
            </a:extLst>
          </p:cNvPr>
          <p:cNvSpPr>
            <a:spLocks xmlns:a="http://schemas.openxmlformats.org/drawingml/2006/main" noGrp="1"/>
          </p:cNvSpPr>
          <p:nvPr/>
        </p:nvSpPr>
        <p:spPr>
          <a:xfrm xmlns:a="http://schemas.openxmlformats.org/drawingml/2006/main">
            <a:off x="781050" y="55245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13  ·  ACCEPTED RUN RESULTS</a:t>
            </a:r>
            <a:endParaRPr/>
          </a:p>
        </p:txBody>
      </p:sp>
      <p:sp>
        <p:nvSpPr>
          <p:cNvPr id="617" name="Google Shape;617;p13">
            <a:extLst xmlns:a="http://schemas.openxmlformats.org/drawingml/2006/main">
              <a:ext uri="{FF2B5EF4-FFF2-40B4-BE49-F238E27FC236}">
                <a16:creationId xmlns:a16="http://schemas.microsoft.com/office/drawing/2014/main" id="{F800E9B5-5C2C-4262-9E76-C9A0D1FE222C}"/>
              </a:ext>
            </a:extLst>
          </p:cNvPr>
          <p:cNvSpPr>
            <a:spLocks xmlns:a="http://schemas.openxmlformats.org/drawingml/2006/main" noGrp="1"/>
          </p:cNvSpPr>
          <p:nvPr/>
        </p:nvSpPr>
        <p:spPr>
          <a:xfrm xmlns:a="http://schemas.openxmlformats.org/drawingml/2006/main">
            <a:off x="781050" y="885825"/>
            <a:ext cx="106489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625"/>
              <a:buFont typeface="Arial"/>
              <a:buNone/>
            </a:pPr>
            <a:r>
              <a:rPr sz="2625" b="1">
                <a:solidFill>
                  <a:srgbClr val="1A1A2E"/>
                </a:solidFill>
              </a:rPr>
              <a:t>The accepted v0.3.8 run passed end to end</a:t>
            </a:r>
            <a:endParaRPr/>
          </a:p>
        </p:txBody>
      </p:sp>
      <p:sp>
        <p:nvSpPr>
          <p:cNvPr id="618" name="Google Shape;618;p13">
            <a:extLst xmlns:a="http://schemas.openxmlformats.org/drawingml/2006/main">
              <a:ext uri="{FF2B5EF4-FFF2-40B4-BE49-F238E27FC236}">
                <a16:creationId xmlns:a16="http://schemas.microsoft.com/office/drawing/2014/main" id="{9AA8EECB-A88D-4B9E-9CF8-222D4FBB201F}"/>
              </a:ext>
            </a:extLst>
          </p:cNvPr>
          <p:cNvSpPr>
            <a:spLocks xmlns:a="http://schemas.openxmlformats.org/drawingml/2006/main" noGrp="1"/>
          </p:cNvSpPr>
          <p:nvPr/>
        </p:nvSpPr>
        <p:spPr>
          <a:xfrm xmlns:a="http://schemas.openxmlformats.org/drawingml/2006/main">
            <a:off x="781050" y="1504950"/>
            <a:ext cx="106489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One governed run produced the complete document package, passed evaluation, and received release authorization.</a:t>
            </a:r>
            <a:endParaRPr/>
          </a:p>
        </p:txBody>
      </p:sp>
      <p:sp>
        <p:nvSpPr>
          <p:cNvPr id="619" name="Google Shape;619;p13">
            <a:extLst xmlns:a="http://schemas.openxmlformats.org/drawingml/2006/main">
              <a:ext uri="{FF2B5EF4-FFF2-40B4-BE49-F238E27FC236}">
                <a16:creationId xmlns:a16="http://schemas.microsoft.com/office/drawing/2014/main" id="{E42D28EE-49F2-409F-8312-E334047858C9}"/>
              </a:ext>
            </a:extLst>
          </p:cNvPr>
          <p:cNvSpPr>
            <a:spLocks xmlns:a="http://schemas.openxmlformats.org/drawingml/2006/main" noGrp="1"/>
          </p:cNvSpPr>
          <p:nvPr/>
        </p:nvSpPr>
        <p:spPr>
          <a:xfrm xmlns:a="http://schemas.openxmlformats.org/drawingml/2006/main">
            <a:off x="781050" y="2105025"/>
            <a:ext cx="10629900" cy="742950"/>
          </a:xfrm>
          <a:prstGeom xmlns:a="http://schemas.openxmlformats.org/drawingml/2006/main" prst="roundRect">
            <a:avLst>
              <a:gd name="adj" fmla="val 1025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13">
            <a:extLst xmlns:a="http://schemas.openxmlformats.org/drawingml/2006/main">
              <a:ext uri="{FF2B5EF4-FFF2-40B4-BE49-F238E27FC236}">
                <a16:creationId xmlns:a16="http://schemas.microsoft.com/office/drawing/2014/main" id="{FFEE71C5-CE8C-44EA-9053-C673E70630F5}"/>
              </a:ext>
            </a:extLst>
          </p:cNvPr>
          <p:cNvSpPr>
            <a:spLocks xmlns:a="http://schemas.openxmlformats.org/drawingml/2006/main" noGrp="1"/>
          </p:cNvSpPr>
          <p:nvPr/>
        </p:nvSpPr>
        <p:spPr>
          <a:xfrm xmlns:a="http://schemas.openxmlformats.org/drawingml/2006/main">
            <a:off x="1019175" y="2190750"/>
            <a:ext cx="5334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2550"/>
              <a:buFont typeface="Arial"/>
              <a:buNone/>
            </a:pPr>
            <a:r>
              <a:rPr sz="2550" b="1">
                <a:solidFill>
                  <a:srgbClr val="2F6F57"/>
                </a:solidFill>
              </a:rPr>
              <a:t>✓</a:t>
            </a:r>
            <a:endParaRPr/>
          </a:p>
        </p:txBody>
      </p:sp>
      <p:sp>
        <p:nvSpPr>
          <p:cNvPr id="621" name="Google Shape;621;p13">
            <a:extLst xmlns:a="http://schemas.openxmlformats.org/drawingml/2006/main">
              <a:ext uri="{FF2B5EF4-FFF2-40B4-BE49-F238E27FC236}">
                <a16:creationId xmlns:a16="http://schemas.microsoft.com/office/drawing/2014/main" id="{A539117F-A3EE-4792-A9FB-4A72B3F8F40B}"/>
              </a:ext>
            </a:extLst>
          </p:cNvPr>
          <p:cNvSpPr>
            <a:spLocks xmlns:a="http://schemas.openxmlformats.org/drawingml/2006/main" noGrp="1"/>
          </p:cNvSpPr>
          <p:nvPr/>
        </p:nvSpPr>
        <p:spPr>
          <a:xfrm xmlns:a="http://schemas.openxmlformats.org/drawingml/2006/main">
            <a:off x="1714500" y="2190750"/>
            <a:ext cx="2857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350"/>
              <a:buFont typeface="Arial"/>
              <a:buNone/>
            </a:pPr>
            <a:r>
              <a:rPr sz="1350" b="1">
                <a:solidFill>
                  <a:srgbClr val="2F6F57"/>
                </a:solidFill>
              </a:rPr>
              <a:t>RELEASE AUTHORIZED</a:t>
            </a:r>
            <a:endParaRPr/>
          </a:p>
        </p:txBody>
      </p:sp>
      <p:sp>
        <p:nvSpPr>
          <p:cNvPr id="622" name="Google Shape;622;p13">
            <a:extLst xmlns:a="http://schemas.openxmlformats.org/drawingml/2006/main">
              <a:ext uri="{FF2B5EF4-FFF2-40B4-BE49-F238E27FC236}">
                <a16:creationId xmlns:a16="http://schemas.microsoft.com/office/drawing/2014/main" id="{535D80C2-F658-4B6F-B6D1-5507C40CA130}"/>
              </a:ext>
            </a:extLst>
          </p:cNvPr>
          <p:cNvSpPr>
            <a:spLocks xmlns:a="http://schemas.openxmlformats.org/drawingml/2006/main" noGrp="1"/>
          </p:cNvSpPr>
          <p:nvPr/>
        </p:nvSpPr>
        <p:spPr>
          <a:xfrm xmlns:a="http://schemas.openxmlformats.org/drawingml/2006/main">
            <a:off x="1714500" y="2438400"/>
            <a:ext cx="8382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Agreement Gate passed · final validator passed · 7 artifacts delivered · sizing completed 11/11</a:t>
            </a:r>
            <a:endParaRPr/>
          </a:p>
        </p:txBody>
      </p:sp>
      <p:sp>
        <p:nvSpPr>
          <p:cNvPr id="623" name="Google Shape;623;p13">
            <a:extLst xmlns:a="http://schemas.openxmlformats.org/drawingml/2006/main">
              <a:ext uri="{FF2B5EF4-FFF2-40B4-BE49-F238E27FC236}">
                <a16:creationId xmlns:a16="http://schemas.microsoft.com/office/drawing/2014/main" id="{5BA5C9E2-F325-4287-9CAE-E7FD98E4A291}"/>
              </a:ext>
            </a:extLst>
          </p:cNvPr>
          <p:cNvSpPr>
            <a:spLocks xmlns:a="http://schemas.openxmlformats.org/drawingml/2006/main" noGrp="1"/>
          </p:cNvSpPr>
          <p:nvPr/>
        </p:nvSpPr>
        <p:spPr>
          <a:xfrm xmlns:a="http://schemas.openxmlformats.org/drawingml/2006/main">
            <a:off x="10267950" y="2266950"/>
            <a:ext cx="8763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350"/>
              <a:buFont typeface="Arial"/>
              <a:buNone/>
            </a:pPr>
            <a:r>
              <a:rPr sz="1350" b="1">
                <a:solidFill>
                  <a:srgbClr val="2F6F57"/>
                </a:solidFill>
              </a:rPr>
              <a:t>v0.3.8</a:t>
            </a:r>
            <a:endParaRPr/>
          </a:p>
        </p:txBody>
      </p:sp>
      <p:sp>
        <p:nvSpPr>
          <p:cNvPr id="624" name="Google Shape;624;p13">
            <a:extLst xmlns:a="http://schemas.openxmlformats.org/drawingml/2006/main">
              <a:ext uri="{FF2B5EF4-FFF2-40B4-BE49-F238E27FC236}">
                <a16:creationId xmlns:a16="http://schemas.microsoft.com/office/drawing/2014/main" id="{BDB5F16E-1694-4522-AE1C-8F626DFD7ABC}"/>
              </a:ext>
            </a:extLst>
          </p:cNvPr>
          <p:cNvSpPr>
            <a:spLocks xmlns:a="http://schemas.openxmlformats.org/drawingml/2006/main" noGrp="1"/>
          </p:cNvSpPr>
          <p:nvPr/>
        </p:nvSpPr>
        <p:spPr>
          <a:xfrm xmlns:a="http://schemas.openxmlformats.org/drawingml/2006/main">
            <a:off x="781050" y="3171825"/>
            <a:ext cx="3143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63"/>
              <a:buFont typeface="Arial"/>
              <a:buNone/>
            </a:pPr>
            <a:r>
              <a:rPr sz="863" b="1">
                <a:solidFill>
                  <a:srgbClr val="B85042"/>
                </a:solidFill>
              </a:rPr>
              <a:t>ACCEPTED RUN IDENTITY</a:t>
            </a:r>
            <a:endParaRPr/>
          </a:p>
        </p:txBody>
      </p:sp>
      <p:sp>
        <p:nvSpPr>
          <p:cNvPr id="625" name="Google Shape;625;p13">
            <a:extLst xmlns:a="http://schemas.openxmlformats.org/drawingml/2006/main">
              <a:ext uri="{FF2B5EF4-FFF2-40B4-BE49-F238E27FC236}">
                <a16:creationId xmlns:a16="http://schemas.microsoft.com/office/drawing/2014/main" id="{B7F48496-00B1-45C2-A35A-0E0A32079F9E}"/>
              </a:ext>
            </a:extLst>
          </p:cNvPr>
          <p:cNvSpPr>
            <a:spLocks xmlns:a="http://schemas.openxmlformats.org/drawingml/2006/main" noGrp="1"/>
          </p:cNvSpPr>
          <p:nvPr/>
        </p:nvSpPr>
        <p:spPr>
          <a:xfrm xmlns:a="http://schemas.openxmlformats.org/drawingml/2006/main">
            <a:off x="781050" y="3457575"/>
            <a:ext cx="39052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00"/>
              <a:buFont typeface="Arial"/>
              <a:buNone/>
            </a:pPr>
            <a:r>
              <a:rPr sz="1800" b="1">
                <a:solidFill>
                  <a:srgbClr val="1A1A2E"/>
                </a:solidFill>
              </a:rPr>
              <a:t>One identity connects every stage</a:t>
            </a:r>
            <a:endParaRPr/>
          </a:p>
        </p:txBody>
      </p:sp>
      <p:sp>
        <p:nvSpPr>
          <p:cNvPr id="626" name="Google Shape;626;p13">
            <a:extLst xmlns:a="http://schemas.openxmlformats.org/drawingml/2006/main">
              <a:ext uri="{FF2B5EF4-FFF2-40B4-BE49-F238E27FC236}">
                <a16:creationId xmlns:a16="http://schemas.microsoft.com/office/drawing/2014/main" id="{C5797E42-89EF-438E-BBFA-11B8C493C0DB}"/>
              </a:ext>
            </a:extLst>
          </p:cNvPr>
          <p:cNvSpPr>
            <a:spLocks xmlns:a="http://schemas.openxmlformats.org/drawingml/2006/main" noGrp="1"/>
          </p:cNvSpPr>
          <p:nvPr/>
        </p:nvSpPr>
        <p:spPr>
          <a:xfrm xmlns:a="http://schemas.openxmlformats.org/drawingml/2006/main">
            <a:off x="781050" y="4038600"/>
            <a:ext cx="3714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163"/>
              <a:buFont typeface="Arial"/>
              <a:buNone/>
            </a:pPr>
            <a:r>
              <a:rPr sz="1163">
                <a:solidFill>
                  <a:srgbClr val="666B70"/>
                </a:solidFill>
              </a:rPr>
              <a:t>The parent execution and run ID connect source files, stage handoffs, evaluator receipts, output documents, and export evidence.</a:t>
            </a:r>
            <a:endParaRPr/>
          </a:p>
        </p:txBody>
      </p:sp>
      <p:sp>
        <p:nvSpPr>
          <p:cNvPr id="627" name="Google Shape;627;p13">
            <a:extLst xmlns:a="http://schemas.openxmlformats.org/drawingml/2006/main">
              <a:ext uri="{FF2B5EF4-FFF2-40B4-BE49-F238E27FC236}">
                <a16:creationId xmlns:a16="http://schemas.microsoft.com/office/drawing/2014/main" id="{F69D4EEF-8234-44C0-A0DF-C226E468782E}"/>
              </a:ext>
            </a:extLst>
          </p:cNvPr>
          <p:cNvSpPr>
            <a:spLocks xmlns:a="http://schemas.openxmlformats.org/drawingml/2006/main" noGrp="1"/>
          </p:cNvSpPr>
          <p:nvPr/>
        </p:nvSpPr>
        <p:spPr>
          <a:xfrm xmlns:a="http://schemas.openxmlformats.org/drawingml/2006/main">
            <a:off x="781050" y="5010150"/>
            <a:ext cx="3714750" cy="9525"/>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8" name="Google Shape;628;p13">
            <a:extLst xmlns:a="http://schemas.openxmlformats.org/drawingml/2006/main">
              <a:ext uri="{FF2B5EF4-FFF2-40B4-BE49-F238E27FC236}">
                <a16:creationId xmlns:a16="http://schemas.microsoft.com/office/drawing/2014/main" id="{91D2FFA0-0786-4235-9FA5-E8962E0046B7}"/>
              </a:ext>
            </a:extLst>
          </p:cNvPr>
          <p:cNvSpPr>
            <a:spLocks xmlns:a="http://schemas.openxmlformats.org/drawingml/2006/main" noGrp="1"/>
          </p:cNvSpPr>
          <p:nvPr/>
        </p:nvSpPr>
        <p:spPr>
          <a:xfrm xmlns:a="http://schemas.openxmlformats.org/drawingml/2006/main">
            <a:off x="781050" y="5048250"/>
            <a:ext cx="142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Parent execution</a:t>
            </a:r>
            <a:endParaRPr/>
          </a:p>
        </p:txBody>
      </p:sp>
      <p:sp>
        <p:nvSpPr>
          <p:cNvPr id="629" name="Google Shape;629;p13">
            <a:extLst xmlns:a="http://schemas.openxmlformats.org/drawingml/2006/main">
              <a:ext uri="{FF2B5EF4-FFF2-40B4-BE49-F238E27FC236}">
                <a16:creationId xmlns:a16="http://schemas.microsoft.com/office/drawing/2014/main" id="{59903B64-436D-41CC-962C-9902F864416B}"/>
              </a:ext>
            </a:extLst>
          </p:cNvPr>
          <p:cNvSpPr>
            <a:spLocks xmlns:a="http://schemas.openxmlformats.org/drawingml/2006/main" noGrp="1"/>
          </p:cNvSpPr>
          <p:nvPr/>
        </p:nvSpPr>
        <p:spPr>
          <a:xfrm xmlns:a="http://schemas.openxmlformats.org/drawingml/2006/main">
            <a:off x="2114550" y="5048250"/>
            <a:ext cx="2381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11901</a:t>
            </a:r>
            <a:endParaRPr/>
          </a:p>
        </p:txBody>
      </p:sp>
      <p:sp>
        <p:nvSpPr>
          <p:cNvPr id="630" name="Google Shape;630;p13">
            <a:extLst xmlns:a="http://schemas.openxmlformats.org/drawingml/2006/main">
              <a:ext uri="{FF2B5EF4-FFF2-40B4-BE49-F238E27FC236}">
                <a16:creationId xmlns:a16="http://schemas.microsoft.com/office/drawing/2014/main" id="{6E533221-DBC7-403F-B303-9550371D26B0}"/>
              </a:ext>
            </a:extLst>
          </p:cNvPr>
          <p:cNvSpPr>
            <a:spLocks xmlns:a="http://schemas.openxmlformats.org/drawingml/2006/main" noGrp="1"/>
          </p:cNvSpPr>
          <p:nvPr/>
        </p:nvSpPr>
        <p:spPr>
          <a:xfrm xmlns:a="http://schemas.openxmlformats.org/drawingml/2006/main">
            <a:off x="781050" y="5334000"/>
            <a:ext cx="3714750" cy="9525"/>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1" name="Google Shape;631;p13">
            <a:extLst xmlns:a="http://schemas.openxmlformats.org/drawingml/2006/main">
              <a:ext uri="{FF2B5EF4-FFF2-40B4-BE49-F238E27FC236}">
                <a16:creationId xmlns:a16="http://schemas.microsoft.com/office/drawing/2014/main" id="{B4F81C5E-FA63-4C9B-9EE4-77D611E91509}"/>
              </a:ext>
            </a:extLst>
          </p:cNvPr>
          <p:cNvSpPr>
            <a:spLocks xmlns:a="http://schemas.openxmlformats.org/drawingml/2006/main" noGrp="1"/>
          </p:cNvSpPr>
          <p:nvPr/>
        </p:nvSpPr>
        <p:spPr>
          <a:xfrm xmlns:a="http://schemas.openxmlformats.org/drawingml/2006/main">
            <a:off x="781050" y="5372100"/>
            <a:ext cx="142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Run ID</a:t>
            </a:r>
            <a:endParaRPr/>
          </a:p>
        </p:txBody>
      </p:sp>
      <p:sp>
        <p:nvSpPr>
          <p:cNvPr id="632" name="Google Shape;632;p13">
            <a:extLst xmlns:a="http://schemas.openxmlformats.org/drawingml/2006/main">
              <a:ext uri="{FF2B5EF4-FFF2-40B4-BE49-F238E27FC236}">
                <a16:creationId xmlns:a16="http://schemas.microsoft.com/office/drawing/2014/main" id="{09CC4DFE-DDBD-4CE9-ACF3-272F8ABEA1B4}"/>
              </a:ext>
            </a:extLst>
          </p:cNvPr>
          <p:cNvSpPr>
            <a:spLocks xmlns:a="http://schemas.openxmlformats.org/drawingml/2006/main" noGrp="1"/>
          </p:cNvSpPr>
          <p:nvPr/>
        </p:nvSpPr>
        <p:spPr>
          <a:xfrm xmlns:a="http://schemas.openxmlformats.org/drawingml/2006/main">
            <a:off x="2114550" y="5372100"/>
            <a:ext cx="2381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RUN-S2-11902-16e7090e</a:t>
            </a:r>
            <a:endParaRPr/>
          </a:p>
        </p:txBody>
      </p:sp>
      <p:sp>
        <p:nvSpPr>
          <p:cNvPr id="633" name="Google Shape;633;p13">
            <a:extLst xmlns:a="http://schemas.openxmlformats.org/drawingml/2006/main">
              <a:ext uri="{FF2B5EF4-FFF2-40B4-BE49-F238E27FC236}">
                <a16:creationId xmlns:a16="http://schemas.microsoft.com/office/drawing/2014/main" id="{76A5A74F-1028-41C7-AE61-45B699D53333}"/>
              </a:ext>
            </a:extLst>
          </p:cNvPr>
          <p:cNvSpPr>
            <a:spLocks xmlns:a="http://schemas.openxmlformats.org/drawingml/2006/main" noGrp="1"/>
          </p:cNvSpPr>
          <p:nvPr/>
        </p:nvSpPr>
        <p:spPr>
          <a:xfrm xmlns:a="http://schemas.openxmlformats.org/drawingml/2006/main">
            <a:off x="781050" y="5657850"/>
            <a:ext cx="3714750" cy="9525"/>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4" name="Google Shape;634;p13">
            <a:extLst xmlns:a="http://schemas.openxmlformats.org/drawingml/2006/main">
              <a:ext uri="{FF2B5EF4-FFF2-40B4-BE49-F238E27FC236}">
                <a16:creationId xmlns:a16="http://schemas.microsoft.com/office/drawing/2014/main" id="{749FF9F7-CB95-4B21-85CD-0DD77F25E3F6}"/>
              </a:ext>
            </a:extLst>
          </p:cNvPr>
          <p:cNvSpPr>
            <a:spLocks xmlns:a="http://schemas.openxmlformats.org/drawingml/2006/main" noGrp="1"/>
          </p:cNvSpPr>
          <p:nvPr/>
        </p:nvSpPr>
        <p:spPr>
          <a:xfrm xmlns:a="http://schemas.openxmlformats.org/drawingml/2006/main">
            <a:off x="781050" y="5695950"/>
            <a:ext cx="142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Duration</a:t>
            </a:r>
            <a:endParaRPr/>
          </a:p>
        </p:txBody>
      </p:sp>
      <p:sp>
        <p:nvSpPr>
          <p:cNvPr id="635" name="Google Shape;635;p13">
            <a:extLst xmlns:a="http://schemas.openxmlformats.org/drawingml/2006/main">
              <a:ext uri="{FF2B5EF4-FFF2-40B4-BE49-F238E27FC236}">
                <a16:creationId xmlns:a16="http://schemas.microsoft.com/office/drawing/2014/main" id="{B05193AE-9962-43B5-82EF-2A8B5E2C8632}"/>
              </a:ext>
            </a:extLst>
          </p:cNvPr>
          <p:cNvSpPr>
            <a:spLocks xmlns:a="http://schemas.openxmlformats.org/drawingml/2006/main" noGrp="1"/>
          </p:cNvSpPr>
          <p:nvPr/>
        </p:nvSpPr>
        <p:spPr>
          <a:xfrm xmlns:a="http://schemas.openxmlformats.org/drawingml/2006/main">
            <a:off x="2114550" y="5695950"/>
            <a:ext cx="2381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2m 33.201s</a:t>
            </a:r>
            <a:endParaRPr/>
          </a:p>
        </p:txBody>
      </p:sp>
      <p:sp>
        <p:nvSpPr>
          <p:cNvPr id="636" name="Google Shape;636;p13">
            <a:extLst xmlns:a="http://schemas.openxmlformats.org/drawingml/2006/main">
              <a:ext uri="{FF2B5EF4-FFF2-40B4-BE49-F238E27FC236}">
                <a16:creationId xmlns:a16="http://schemas.microsoft.com/office/drawing/2014/main" id="{29667288-0885-4632-934C-988E5B6BD45B}"/>
              </a:ext>
            </a:extLst>
          </p:cNvPr>
          <p:cNvSpPr>
            <a:spLocks xmlns:a="http://schemas.openxmlformats.org/drawingml/2006/main" noGrp="1"/>
          </p:cNvSpPr>
          <p:nvPr/>
        </p:nvSpPr>
        <p:spPr>
          <a:xfrm xmlns:a="http://schemas.openxmlformats.org/drawingml/2006/main">
            <a:off x="5010150" y="3171825"/>
            <a:ext cx="3143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63"/>
              <a:buFont typeface="Arial"/>
              <a:buNone/>
            </a:pPr>
            <a:r>
              <a:rPr sz="863" b="1">
                <a:solidFill>
                  <a:srgbClr val="B85042"/>
                </a:solidFill>
              </a:rPr>
              <a:t>STAGE-LEVEL EVALUATION</a:t>
            </a:r>
            <a:endParaRPr/>
          </a:p>
        </p:txBody>
      </p:sp>
      <p:sp>
        <p:nvSpPr>
          <p:cNvPr id="637" name="Google Shape;637;p13">
            <a:extLst xmlns:a="http://schemas.openxmlformats.org/drawingml/2006/main">
              <a:ext uri="{FF2B5EF4-FFF2-40B4-BE49-F238E27FC236}">
                <a16:creationId xmlns:a16="http://schemas.microsoft.com/office/drawing/2014/main" id="{58671959-14F7-4AE7-A45B-12F3ADF18589}"/>
              </a:ext>
            </a:extLst>
          </p:cNvPr>
          <p:cNvSpPr>
            <a:spLocks xmlns:a="http://schemas.openxmlformats.org/drawingml/2006/main" noGrp="1"/>
          </p:cNvSpPr>
          <p:nvPr/>
        </p:nvSpPr>
        <p:spPr>
          <a:xfrm xmlns:a="http://schemas.openxmlformats.org/drawingml/2006/main">
            <a:off x="5010150" y="3457575"/>
            <a:ext cx="64008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Generated artifacts remained grounded</a:t>
            </a:r>
            <a:endParaRPr/>
          </a:p>
        </p:txBody>
      </p:sp>
      <p:sp>
        <p:nvSpPr>
          <p:cNvPr id="638" name="Google Shape;638;p13">
            <a:extLst xmlns:a="http://schemas.openxmlformats.org/drawingml/2006/main">
              <a:ext uri="{FF2B5EF4-FFF2-40B4-BE49-F238E27FC236}">
                <a16:creationId xmlns:a16="http://schemas.microsoft.com/office/drawing/2014/main" id="{0E24E61E-FB55-4200-8DAB-0614A544CDF8}"/>
              </a:ext>
            </a:extLst>
          </p:cNvPr>
          <p:cNvSpPr>
            <a:spLocks xmlns:a="http://schemas.openxmlformats.org/drawingml/2006/main" noGrp="1"/>
          </p:cNvSpPr>
          <p:nvPr/>
        </p:nvSpPr>
        <p:spPr>
          <a:xfrm xmlns:a="http://schemas.openxmlformats.org/drawingml/2006/main">
            <a:off x="5010150" y="4010025"/>
            <a:ext cx="26289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25"/>
              <a:buFont typeface="Arial"/>
              <a:buNone/>
            </a:pPr>
            <a:r>
              <a:rPr sz="825" b="1">
                <a:solidFill>
                  <a:srgbClr val="666B70"/>
                </a:solidFill>
              </a:rPr>
              <a:t>STAGE</a:t>
            </a:r>
            <a:endParaRPr/>
          </a:p>
        </p:txBody>
      </p:sp>
      <p:sp>
        <p:nvSpPr>
          <p:cNvPr id="639" name="Google Shape;639;p13">
            <a:extLst xmlns:a="http://schemas.openxmlformats.org/drawingml/2006/main">
              <a:ext uri="{FF2B5EF4-FFF2-40B4-BE49-F238E27FC236}">
                <a16:creationId xmlns:a16="http://schemas.microsoft.com/office/drawing/2014/main" id="{5B16EC5A-CE43-43F9-B18C-6855C3AFB8D6}"/>
              </a:ext>
            </a:extLst>
          </p:cNvPr>
          <p:cNvSpPr>
            <a:spLocks xmlns:a="http://schemas.openxmlformats.org/drawingml/2006/main" noGrp="1"/>
          </p:cNvSpPr>
          <p:nvPr/>
        </p:nvSpPr>
        <p:spPr>
          <a:xfrm xmlns:a="http://schemas.openxmlformats.org/drawingml/2006/main">
            <a:off x="7905750" y="4010025"/>
            <a:ext cx="904875"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25"/>
              <a:buFont typeface="Arial"/>
              <a:buNone/>
            </a:pPr>
            <a:r>
              <a:rPr sz="825" b="1">
                <a:solidFill>
                  <a:srgbClr val="666B70"/>
                </a:solidFill>
              </a:rPr>
              <a:t>CODE</a:t>
            </a:r>
            <a:endParaRPr/>
          </a:p>
        </p:txBody>
      </p:sp>
      <p:sp>
        <p:nvSpPr>
          <p:cNvPr id="640" name="Google Shape;640;p13">
            <a:extLst xmlns:a="http://schemas.openxmlformats.org/drawingml/2006/main">
              <a:ext uri="{FF2B5EF4-FFF2-40B4-BE49-F238E27FC236}">
                <a16:creationId xmlns:a16="http://schemas.microsoft.com/office/drawing/2014/main" id="{E145D3EF-76BA-4405-A951-CCA9DB799774}"/>
              </a:ext>
            </a:extLst>
          </p:cNvPr>
          <p:cNvSpPr>
            <a:spLocks xmlns:a="http://schemas.openxmlformats.org/drawingml/2006/main" noGrp="1"/>
          </p:cNvSpPr>
          <p:nvPr/>
        </p:nvSpPr>
        <p:spPr>
          <a:xfrm xmlns:a="http://schemas.openxmlformats.org/drawingml/2006/main">
            <a:off x="9001125" y="4010025"/>
            <a:ext cx="904875"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25"/>
              <a:buFont typeface="Arial"/>
              <a:buNone/>
            </a:pPr>
            <a:r>
              <a:rPr sz="825" b="1">
                <a:solidFill>
                  <a:srgbClr val="666B70"/>
                </a:solidFill>
              </a:rPr>
              <a:t>FAITHFUL</a:t>
            </a:r>
            <a:endParaRPr/>
          </a:p>
        </p:txBody>
      </p:sp>
      <p:sp>
        <p:nvSpPr>
          <p:cNvPr id="641" name="Google Shape;641;p13">
            <a:extLst xmlns:a="http://schemas.openxmlformats.org/drawingml/2006/main">
              <a:ext uri="{FF2B5EF4-FFF2-40B4-BE49-F238E27FC236}">
                <a16:creationId xmlns:a16="http://schemas.microsoft.com/office/drawing/2014/main" id="{9A7B3057-0279-457D-A736-CE916AD16BBB}"/>
              </a:ext>
            </a:extLst>
          </p:cNvPr>
          <p:cNvSpPr>
            <a:spLocks xmlns:a="http://schemas.openxmlformats.org/drawingml/2006/main" noGrp="1"/>
          </p:cNvSpPr>
          <p:nvPr/>
        </p:nvSpPr>
        <p:spPr>
          <a:xfrm xmlns:a="http://schemas.openxmlformats.org/drawingml/2006/main">
            <a:off x="10134600" y="4010025"/>
            <a:ext cx="1047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25"/>
              <a:buFont typeface="Arial"/>
              <a:buNone/>
            </a:pPr>
            <a:r>
              <a:rPr sz="825" b="1">
                <a:solidFill>
                  <a:srgbClr val="666B70"/>
                </a:solidFill>
              </a:rPr>
              <a:t>HALLUC.</a:t>
            </a:r>
            <a:endParaRPr/>
          </a:p>
        </p:txBody>
      </p:sp>
      <p:sp>
        <p:nvSpPr>
          <p:cNvPr id="642" name="Google Shape;642;p13">
            <a:extLst xmlns:a="http://schemas.openxmlformats.org/drawingml/2006/main">
              <a:ext uri="{FF2B5EF4-FFF2-40B4-BE49-F238E27FC236}">
                <a16:creationId xmlns:a16="http://schemas.microsoft.com/office/drawing/2014/main" id="{0E9C2E13-81F8-4490-85B4-8D058108AFD0}"/>
              </a:ext>
            </a:extLst>
          </p:cNvPr>
          <p:cNvSpPr>
            <a:spLocks xmlns:a="http://schemas.openxmlformats.org/drawingml/2006/main" noGrp="1"/>
          </p:cNvSpPr>
          <p:nvPr/>
        </p:nvSpPr>
        <p:spPr>
          <a:xfrm xmlns:a="http://schemas.openxmlformats.org/drawingml/2006/main">
            <a:off x="5010150" y="4267200"/>
            <a:ext cx="6400800" cy="447675"/>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3" name="Google Shape;643;p13">
            <a:extLst xmlns:a="http://schemas.openxmlformats.org/drawingml/2006/main">
              <a:ext uri="{FF2B5EF4-FFF2-40B4-BE49-F238E27FC236}">
                <a16:creationId xmlns:a16="http://schemas.microsoft.com/office/drawing/2014/main" id="{4E5D0B22-583B-424C-9397-3C5B620F8B44}"/>
              </a:ext>
            </a:extLst>
          </p:cNvPr>
          <p:cNvSpPr>
            <a:spLocks xmlns:a="http://schemas.openxmlformats.org/drawingml/2006/main" noGrp="1"/>
          </p:cNvSpPr>
          <p:nvPr/>
        </p:nvSpPr>
        <p:spPr>
          <a:xfrm xmlns:a="http://schemas.openxmlformats.org/drawingml/2006/main">
            <a:off x="5010150" y="4267200"/>
            <a:ext cx="47625" cy="447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4" name="Google Shape;644;p13">
            <a:extLst xmlns:a="http://schemas.openxmlformats.org/drawingml/2006/main">
              <a:ext uri="{FF2B5EF4-FFF2-40B4-BE49-F238E27FC236}">
                <a16:creationId xmlns:a16="http://schemas.microsoft.com/office/drawing/2014/main" id="{17E39EC3-628C-4698-BEC4-FBCB09048601}"/>
              </a:ext>
            </a:extLst>
          </p:cNvPr>
          <p:cNvSpPr>
            <a:spLocks xmlns:a="http://schemas.openxmlformats.org/drawingml/2006/main" noGrp="1"/>
          </p:cNvSpPr>
          <p:nvPr/>
        </p:nvSpPr>
        <p:spPr>
          <a:xfrm xmlns:a="http://schemas.openxmlformats.org/drawingml/2006/main">
            <a:off x="5181600" y="4314825"/>
            <a:ext cx="1676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Production PRD</a:t>
            </a:r>
            <a:endParaRPr/>
          </a:p>
        </p:txBody>
      </p:sp>
      <p:sp>
        <p:nvSpPr>
          <p:cNvPr id="645" name="Google Shape;645;p13">
            <a:extLst xmlns:a="http://schemas.openxmlformats.org/drawingml/2006/main">
              <a:ext uri="{FF2B5EF4-FFF2-40B4-BE49-F238E27FC236}">
                <a16:creationId xmlns:a16="http://schemas.microsoft.com/office/drawing/2014/main" id="{94C57B25-5363-4A40-BC9A-6A1A5BD0D3C7}"/>
              </a:ext>
            </a:extLst>
          </p:cNvPr>
          <p:cNvSpPr>
            <a:spLocks xmlns:a="http://schemas.openxmlformats.org/drawingml/2006/main" noGrp="1"/>
          </p:cNvSpPr>
          <p:nvPr/>
        </p:nvSpPr>
        <p:spPr>
          <a:xfrm xmlns:a="http://schemas.openxmlformats.org/drawingml/2006/main">
            <a:off x="6838950" y="4314825"/>
            <a:ext cx="9715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ten-section structure</a:t>
            </a:r>
            <a:endParaRPr/>
          </a:p>
        </p:txBody>
      </p:sp>
      <p:sp>
        <p:nvSpPr>
          <p:cNvPr id="646" name="Google Shape;646;p13">
            <a:extLst xmlns:a="http://schemas.openxmlformats.org/drawingml/2006/main">
              <a:ext uri="{FF2B5EF4-FFF2-40B4-BE49-F238E27FC236}">
                <a16:creationId xmlns:a16="http://schemas.microsoft.com/office/drawing/2014/main" id="{49DCF817-1365-4DE4-9CB8-E24FDF9471BF}"/>
              </a:ext>
            </a:extLst>
          </p:cNvPr>
          <p:cNvSpPr>
            <a:spLocks xmlns:a="http://schemas.openxmlformats.org/drawingml/2006/main" noGrp="1"/>
          </p:cNvSpPr>
          <p:nvPr/>
        </p:nvSpPr>
        <p:spPr>
          <a:xfrm xmlns:a="http://schemas.openxmlformats.org/drawingml/2006/main">
            <a:off x="7905750" y="4314825"/>
            <a:ext cx="90487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PASS</a:t>
            </a:r>
            <a:endParaRPr/>
          </a:p>
        </p:txBody>
      </p:sp>
      <p:sp>
        <p:nvSpPr>
          <p:cNvPr id="647" name="Google Shape;647;p13">
            <a:extLst xmlns:a="http://schemas.openxmlformats.org/drawingml/2006/main">
              <a:ext uri="{FF2B5EF4-FFF2-40B4-BE49-F238E27FC236}">
                <a16:creationId xmlns:a16="http://schemas.microsoft.com/office/drawing/2014/main" id="{1C48F6B7-090B-4DF3-8429-3176E1D3CF45}"/>
              </a:ext>
            </a:extLst>
          </p:cNvPr>
          <p:cNvSpPr>
            <a:spLocks xmlns:a="http://schemas.openxmlformats.org/drawingml/2006/main" noGrp="1"/>
          </p:cNvSpPr>
          <p:nvPr/>
        </p:nvSpPr>
        <p:spPr>
          <a:xfrm xmlns:a="http://schemas.openxmlformats.org/drawingml/2006/main">
            <a:off x="9001125" y="4314825"/>
            <a:ext cx="90487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25"/>
              <a:buFont typeface="Arial"/>
              <a:buNone/>
            </a:pPr>
            <a:r>
              <a:rPr sz="1125" b="1">
                <a:solidFill>
                  <a:srgbClr val="2F6F57"/>
                </a:solidFill>
              </a:rPr>
              <a:t>0.99</a:t>
            </a:r>
            <a:endParaRPr/>
          </a:p>
        </p:txBody>
      </p:sp>
      <p:sp>
        <p:nvSpPr>
          <p:cNvPr id="648" name="Google Shape;648;p13">
            <a:extLst xmlns:a="http://schemas.openxmlformats.org/drawingml/2006/main">
              <a:ext uri="{FF2B5EF4-FFF2-40B4-BE49-F238E27FC236}">
                <a16:creationId xmlns:a16="http://schemas.microsoft.com/office/drawing/2014/main" id="{D90C8406-BC18-46B2-97D4-D2A708409539}"/>
              </a:ext>
            </a:extLst>
          </p:cNvPr>
          <p:cNvSpPr>
            <a:spLocks xmlns:a="http://schemas.openxmlformats.org/drawingml/2006/main" noGrp="1"/>
          </p:cNvSpPr>
          <p:nvPr/>
        </p:nvSpPr>
        <p:spPr>
          <a:xfrm xmlns:a="http://schemas.openxmlformats.org/drawingml/2006/main">
            <a:off x="10134600" y="4314825"/>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25"/>
              <a:buFont typeface="Arial"/>
              <a:buNone/>
            </a:pPr>
            <a:r>
              <a:rPr sz="1125" b="1">
                <a:solidFill>
                  <a:srgbClr val="2F6F57"/>
                </a:solidFill>
              </a:rPr>
              <a:t>0.05</a:t>
            </a:r>
            <a:endParaRPr/>
          </a:p>
        </p:txBody>
      </p:sp>
      <p:sp>
        <p:nvSpPr>
          <p:cNvPr id="649" name="Google Shape;649;p13">
            <a:extLst xmlns:a="http://schemas.openxmlformats.org/drawingml/2006/main">
              <a:ext uri="{FF2B5EF4-FFF2-40B4-BE49-F238E27FC236}">
                <a16:creationId xmlns:a16="http://schemas.microsoft.com/office/drawing/2014/main" id="{74DFEB53-3437-4F3A-9ABD-618044160DCF}"/>
              </a:ext>
            </a:extLst>
          </p:cNvPr>
          <p:cNvSpPr>
            <a:spLocks xmlns:a="http://schemas.openxmlformats.org/drawingml/2006/main" noGrp="1"/>
          </p:cNvSpPr>
          <p:nvPr/>
        </p:nvSpPr>
        <p:spPr>
          <a:xfrm xmlns:a="http://schemas.openxmlformats.org/drawingml/2006/main">
            <a:off x="5010150" y="4762500"/>
            <a:ext cx="6400800" cy="447675"/>
          </a:xfrm>
          <a:prstGeom xmlns:a="http://schemas.openxmlformats.org/drawingml/2006/main" prst="roundRect">
            <a:avLst>
              <a:gd name="adj" fmla="val 17021"/>
            </a:avLst>
          </a:prstGeom>
          <a:solidFill xmlns:a="http://schemas.openxmlformats.org/drawingml/2006/main">
            <a:srgbClr val="F0EBE5"/>
          </a:solidFill>
          <a:ln xmlns:a="http://schemas.openxmlformats.org/drawingml/2006/main" w="9525" cmpd="sng">
            <a:solidFill>
              <a:srgbClr val="F0EB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0" name="Google Shape;650;p13">
            <a:extLst xmlns:a="http://schemas.openxmlformats.org/drawingml/2006/main">
              <a:ext uri="{FF2B5EF4-FFF2-40B4-BE49-F238E27FC236}">
                <a16:creationId xmlns:a16="http://schemas.microsoft.com/office/drawing/2014/main" id="{366ABB46-CEF8-449B-B052-B74048CF5C3B}"/>
              </a:ext>
            </a:extLst>
          </p:cNvPr>
          <p:cNvSpPr>
            <a:spLocks xmlns:a="http://schemas.openxmlformats.org/drawingml/2006/main" noGrp="1"/>
          </p:cNvSpPr>
          <p:nvPr/>
        </p:nvSpPr>
        <p:spPr>
          <a:xfrm xmlns:a="http://schemas.openxmlformats.org/drawingml/2006/main">
            <a:off x="5010150" y="4762500"/>
            <a:ext cx="47625" cy="4476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1" name="Google Shape;651;p13">
            <a:extLst xmlns:a="http://schemas.openxmlformats.org/drawingml/2006/main">
              <a:ext uri="{FF2B5EF4-FFF2-40B4-BE49-F238E27FC236}">
                <a16:creationId xmlns:a16="http://schemas.microsoft.com/office/drawing/2014/main" id="{7CEDCF58-7D15-4E04-951D-E4B086366E34}"/>
              </a:ext>
            </a:extLst>
          </p:cNvPr>
          <p:cNvSpPr>
            <a:spLocks xmlns:a="http://schemas.openxmlformats.org/drawingml/2006/main" noGrp="1"/>
          </p:cNvSpPr>
          <p:nvPr/>
        </p:nvSpPr>
        <p:spPr>
          <a:xfrm xmlns:a="http://schemas.openxmlformats.org/drawingml/2006/main">
            <a:off x="5181600" y="4810125"/>
            <a:ext cx="1676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Story Breakdown</a:t>
            </a:r>
            <a:endParaRPr/>
          </a:p>
        </p:txBody>
      </p:sp>
      <p:sp>
        <p:nvSpPr>
          <p:cNvPr id="652" name="Google Shape;652;p13">
            <a:extLst xmlns:a="http://schemas.openxmlformats.org/drawingml/2006/main">
              <a:ext uri="{FF2B5EF4-FFF2-40B4-BE49-F238E27FC236}">
                <a16:creationId xmlns:a16="http://schemas.microsoft.com/office/drawing/2014/main" id="{3D793274-2E44-4B37-B317-3A19853164CD}"/>
              </a:ext>
            </a:extLst>
          </p:cNvPr>
          <p:cNvSpPr>
            <a:spLocks xmlns:a="http://schemas.openxmlformats.org/drawingml/2006/main" noGrp="1"/>
          </p:cNvSpPr>
          <p:nvPr/>
        </p:nvSpPr>
        <p:spPr>
          <a:xfrm xmlns:a="http://schemas.openxmlformats.org/drawingml/2006/main">
            <a:off x="6838950" y="4810125"/>
            <a:ext cx="9715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11 stories reconciled</a:t>
            </a:r>
            <a:endParaRPr/>
          </a:p>
        </p:txBody>
      </p:sp>
      <p:sp>
        <p:nvSpPr>
          <p:cNvPr id="653" name="Google Shape;653;p13">
            <a:extLst xmlns:a="http://schemas.openxmlformats.org/drawingml/2006/main">
              <a:ext uri="{FF2B5EF4-FFF2-40B4-BE49-F238E27FC236}">
                <a16:creationId xmlns:a16="http://schemas.microsoft.com/office/drawing/2014/main" id="{10DA9D01-58AB-4B3D-9CEF-C409B4BE0FF4}"/>
              </a:ext>
            </a:extLst>
          </p:cNvPr>
          <p:cNvSpPr>
            <a:spLocks xmlns:a="http://schemas.openxmlformats.org/drawingml/2006/main" noGrp="1"/>
          </p:cNvSpPr>
          <p:nvPr/>
        </p:nvSpPr>
        <p:spPr>
          <a:xfrm xmlns:a="http://schemas.openxmlformats.org/drawingml/2006/main">
            <a:off x="7905750" y="4810125"/>
            <a:ext cx="90487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1.00</a:t>
            </a:r>
            <a:endParaRPr/>
          </a:p>
        </p:txBody>
      </p:sp>
      <p:sp>
        <p:nvSpPr>
          <p:cNvPr id="654" name="Google Shape;654;p13">
            <a:extLst xmlns:a="http://schemas.openxmlformats.org/drawingml/2006/main">
              <a:ext uri="{FF2B5EF4-FFF2-40B4-BE49-F238E27FC236}">
                <a16:creationId xmlns:a16="http://schemas.microsoft.com/office/drawing/2014/main" id="{ED2C05A5-E1B6-41B3-A3A3-EA1681A9BD58}"/>
              </a:ext>
            </a:extLst>
          </p:cNvPr>
          <p:cNvSpPr>
            <a:spLocks xmlns:a="http://schemas.openxmlformats.org/drawingml/2006/main" noGrp="1"/>
          </p:cNvSpPr>
          <p:nvPr/>
        </p:nvSpPr>
        <p:spPr>
          <a:xfrm xmlns:a="http://schemas.openxmlformats.org/drawingml/2006/main">
            <a:off x="9001125" y="4810125"/>
            <a:ext cx="90487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25"/>
              <a:buFont typeface="Arial"/>
              <a:buNone/>
            </a:pPr>
            <a:r>
              <a:rPr sz="1125" b="1">
                <a:solidFill>
                  <a:srgbClr val="2F6F57"/>
                </a:solidFill>
              </a:rPr>
              <a:t>0.98</a:t>
            </a:r>
            <a:endParaRPr/>
          </a:p>
        </p:txBody>
      </p:sp>
      <p:sp>
        <p:nvSpPr>
          <p:cNvPr id="655" name="Google Shape;655;p13">
            <a:extLst xmlns:a="http://schemas.openxmlformats.org/drawingml/2006/main">
              <a:ext uri="{FF2B5EF4-FFF2-40B4-BE49-F238E27FC236}">
                <a16:creationId xmlns:a16="http://schemas.microsoft.com/office/drawing/2014/main" id="{5339C53F-B3D6-46C1-9779-1CB477F8F0D1}"/>
              </a:ext>
            </a:extLst>
          </p:cNvPr>
          <p:cNvSpPr>
            <a:spLocks xmlns:a="http://schemas.openxmlformats.org/drawingml/2006/main" noGrp="1"/>
          </p:cNvSpPr>
          <p:nvPr/>
        </p:nvSpPr>
        <p:spPr>
          <a:xfrm xmlns:a="http://schemas.openxmlformats.org/drawingml/2006/main">
            <a:off x="10134600" y="4810125"/>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25"/>
              <a:buFont typeface="Arial"/>
              <a:buNone/>
            </a:pPr>
            <a:r>
              <a:rPr sz="1125" b="1">
                <a:solidFill>
                  <a:srgbClr val="2F6F57"/>
                </a:solidFill>
              </a:rPr>
              <a:t>0.02</a:t>
            </a:r>
            <a:endParaRPr/>
          </a:p>
        </p:txBody>
      </p:sp>
      <p:sp>
        <p:nvSpPr>
          <p:cNvPr id="656" name="Google Shape;656;p13">
            <a:extLst xmlns:a="http://schemas.openxmlformats.org/drawingml/2006/main">
              <a:ext uri="{FF2B5EF4-FFF2-40B4-BE49-F238E27FC236}">
                <a16:creationId xmlns:a16="http://schemas.microsoft.com/office/drawing/2014/main" id="{35EC1FF6-D284-4242-A733-FDC676156B50}"/>
              </a:ext>
            </a:extLst>
          </p:cNvPr>
          <p:cNvSpPr>
            <a:spLocks xmlns:a="http://schemas.openxmlformats.org/drawingml/2006/main" noGrp="1"/>
          </p:cNvSpPr>
          <p:nvPr/>
        </p:nvSpPr>
        <p:spPr>
          <a:xfrm xmlns:a="http://schemas.openxmlformats.org/drawingml/2006/main">
            <a:off x="5010150" y="5257800"/>
            <a:ext cx="6400800" cy="447675"/>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7" name="Google Shape;657;p13">
            <a:extLst xmlns:a="http://schemas.openxmlformats.org/drawingml/2006/main">
              <a:ext uri="{FF2B5EF4-FFF2-40B4-BE49-F238E27FC236}">
                <a16:creationId xmlns:a16="http://schemas.microsoft.com/office/drawing/2014/main" id="{FB6A9D8B-A258-43BD-A3E6-06283AB63F36}"/>
              </a:ext>
            </a:extLst>
          </p:cNvPr>
          <p:cNvSpPr>
            <a:spLocks xmlns:a="http://schemas.openxmlformats.org/drawingml/2006/main" noGrp="1"/>
          </p:cNvSpPr>
          <p:nvPr/>
        </p:nvSpPr>
        <p:spPr>
          <a:xfrm xmlns:a="http://schemas.openxmlformats.org/drawingml/2006/main">
            <a:off x="5010150" y="5257800"/>
            <a:ext cx="47625" cy="44767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8" name="Google Shape;658;p13">
            <a:extLst xmlns:a="http://schemas.openxmlformats.org/drawingml/2006/main">
              <a:ext uri="{FF2B5EF4-FFF2-40B4-BE49-F238E27FC236}">
                <a16:creationId xmlns:a16="http://schemas.microsoft.com/office/drawing/2014/main" id="{81FCB9AB-93B6-4C79-9E44-93C4F176D4FF}"/>
              </a:ext>
            </a:extLst>
          </p:cNvPr>
          <p:cNvSpPr>
            <a:spLocks xmlns:a="http://schemas.openxmlformats.org/drawingml/2006/main" noGrp="1"/>
          </p:cNvSpPr>
          <p:nvPr/>
        </p:nvSpPr>
        <p:spPr>
          <a:xfrm xmlns:a="http://schemas.openxmlformats.org/drawingml/2006/main">
            <a:off x="5181600" y="5305425"/>
            <a:ext cx="1676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Story Sizing</a:t>
            </a:r>
            <a:endParaRPr/>
          </a:p>
        </p:txBody>
      </p:sp>
      <p:sp>
        <p:nvSpPr>
          <p:cNvPr id="659" name="Google Shape;659;p13">
            <a:extLst xmlns:a="http://schemas.openxmlformats.org/drawingml/2006/main">
              <a:ext uri="{FF2B5EF4-FFF2-40B4-BE49-F238E27FC236}">
                <a16:creationId xmlns:a16="http://schemas.microsoft.com/office/drawing/2014/main" id="{7FF862D7-5C33-479D-888B-7C4ACB2A475D}"/>
              </a:ext>
            </a:extLst>
          </p:cNvPr>
          <p:cNvSpPr>
            <a:spLocks xmlns:a="http://schemas.openxmlformats.org/drawingml/2006/main" noGrp="1"/>
          </p:cNvSpPr>
          <p:nvPr/>
        </p:nvSpPr>
        <p:spPr>
          <a:xfrm xmlns:a="http://schemas.openxmlformats.org/drawingml/2006/main">
            <a:off x="6838950" y="5305425"/>
            <a:ext cx="9715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reasonableness 1.00</a:t>
            </a:r>
            <a:endParaRPr/>
          </a:p>
        </p:txBody>
      </p:sp>
      <p:sp>
        <p:nvSpPr>
          <p:cNvPr id="660" name="Google Shape;660;p13">
            <a:extLst xmlns:a="http://schemas.openxmlformats.org/drawingml/2006/main">
              <a:ext uri="{FF2B5EF4-FFF2-40B4-BE49-F238E27FC236}">
                <a16:creationId xmlns:a16="http://schemas.microsoft.com/office/drawing/2014/main" id="{D364AEE7-0536-4B04-8BB4-4AE05BBCE87B}"/>
              </a:ext>
            </a:extLst>
          </p:cNvPr>
          <p:cNvSpPr>
            <a:spLocks xmlns:a="http://schemas.openxmlformats.org/drawingml/2006/main" noGrp="1"/>
          </p:cNvSpPr>
          <p:nvPr/>
        </p:nvSpPr>
        <p:spPr>
          <a:xfrm xmlns:a="http://schemas.openxmlformats.org/drawingml/2006/main">
            <a:off x="7905750" y="5305425"/>
            <a:ext cx="90487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1.00</a:t>
            </a:r>
            <a:endParaRPr/>
          </a:p>
        </p:txBody>
      </p:sp>
      <p:sp>
        <p:nvSpPr>
          <p:cNvPr id="661" name="Google Shape;661;p13">
            <a:extLst xmlns:a="http://schemas.openxmlformats.org/drawingml/2006/main">
              <a:ext uri="{FF2B5EF4-FFF2-40B4-BE49-F238E27FC236}">
                <a16:creationId xmlns:a16="http://schemas.microsoft.com/office/drawing/2014/main" id="{87BB2587-2FBF-4B51-94D6-E38C4A557CFC}"/>
              </a:ext>
            </a:extLst>
          </p:cNvPr>
          <p:cNvSpPr>
            <a:spLocks xmlns:a="http://schemas.openxmlformats.org/drawingml/2006/main" noGrp="1"/>
          </p:cNvSpPr>
          <p:nvPr/>
        </p:nvSpPr>
        <p:spPr>
          <a:xfrm xmlns:a="http://schemas.openxmlformats.org/drawingml/2006/main">
            <a:off x="9001125" y="5305425"/>
            <a:ext cx="90487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25"/>
              <a:buFont typeface="Arial"/>
              <a:buNone/>
            </a:pPr>
            <a:r>
              <a:rPr sz="1125" b="1">
                <a:solidFill>
                  <a:srgbClr val="2F6F57"/>
                </a:solidFill>
              </a:rPr>
              <a:t>1.00</a:t>
            </a:r>
            <a:endParaRPr/>
          </a:p>
        </p:txBody>
      </p:sp>
      <p:sp>
        <p:nvSpPr>
          <p:cNvPr id="662" name="Google Shape;662;p13">
            <a:extLst xmlns:a="http://schemas.openxmlformats.org/drawingml/2006/main">
              <a:ext uri="{FF2B5EF4-FFF2-40B4-BE49-F238E27FC236}">
                <a16:creationId xmlns:a16="http://schemas.microsoft.com/office/drawing/2014/main" id="{6482E10D-52BF-435F-AF0A-CD19CCA3C371}"/>
              </a:ext>
            </a:extLst>
          </p:cNvPr>
          <p:cNvSpPr>
            <a:spLocks xmlns:a="http://schemas.openxmlformats.org/drawingml/2006/main" noGrp="1"/>
          </p:cNvSpPr>
          <p:nvPr/>
        </p:nvSpPr>
        <p:spPr>
          <a:xfrm xmlns:a="http://schemas.openxmlformats.org/drawingml/2006/main">
            <a:off x="10134600" y="5305425"/>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25"/>
              <a:buFont typeface="Arial"/>
              <a:buNone/>
            </a:pPr>
            <a:r>
              <a:rPr sz="1125" b="1">
                <a:solidFill>
                  <a:srgbClr val="2F6F57"/>
                </a:solidFill>
              </a:rPr>
              <a:t>0.00</a:t>
            </a:r>
            <a:endParaRPr/>
          </a:p>
        </p:txBody>
      </p:sp>
      <p:sp>
        <p:nvSpPr>
          <p:cNvPr id="663" name="Google Shape;663;p13">
            <a:extLst xmlns:a="http://schemas.openxmlformats.org/drawingml/2006/main">
              <a:ext uri="{FF2B5EF4-FFF2-40B4-BE49-F238E27FC236}">
                <a16:creationId xmlns:a16="http://schemas.microsoft.com/office/drawing/2014/main" id="{261D00B3-98B2-4D71-B746-50D0E6EB75CC}"/>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4" name="Google Shape;664;p13">
            <a:extLst xmlns:a="http://schemas.openxmlformats.org/drawingml/2006/main">
              <a:ext uri="{FF2B5EF4-FFF2-40B4-BE49-F238E27FC236}">
                <a16:creationId xmlns:a16="http://schemas.microsoft.com/office/drawing/2014/main" id="{6622EED2-E5C7-4036-8EEC-73CB60348DDD}"/>
              </a:ext>
            </a:extLst>
          </p:cNvPr>
          <p:cNvSpPr>
            <a:spLocks xmlns:a="http://schemas.openxmlformats.org/drawingml/2006/main" noGrp="1"/>
          </p:cNvSpPr>
          <p:nvPr/>
        </p:nvSpPr>
        <p:spPr>
          <a:xfrm xmlns:a="http://schemas.openxmlformats.org/drawingml/2006/main">
            <a:off x="781050" y="6267450"/>
            <a:ext cx="2381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ACCEPTED CANDIDATE</a:t>
            </a:r>
            <a:endParaRPr/>
          </a:p>
        </p:txBody>
      </p:sp>
      <p:sp>
        <p:nvSpPr>
          <p:cNvPr id="665" name="Google Shape;665;p13">
            <a:extLst xmlns:a="http://schemas.openxmlformats.org/drawingml/2006/main">
              <a:ext uri="{FF2B5EF4-FFF2-40B4-BE49-F238E27FC236}">
                <a16:creationId xmlns:a16="http://schemas.microsoft.com/office/drawing/2014/main" id="{F175E10E-F492-4591-A2EA-F8108D780748}"/>
              </a:ext>
            </a:extLst>
          </p:cNvPr>
          <p:cNvSpPr>
            <a:spLocks xmlns:a="http://schemas.openxmlformats.org/drawingml/2006/main" noGrp="1"/>
          </p:cNvSpPr>
          <p:nvPr/>
        </p:nvSpPr>
        <p:spPr>
          <a:xfrm xmlns:a="http://schemas.openxmlformats.org/drawingml/2006/main">
            <a:off x="3048000" y="6267450"/>
            <a:ext cx="83629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75"/>
              <a:buFont typeface="Arial"/>
              <a:buNone/>
            </a:pPr>
            <a:r>
              <a:rPr sz="1275" b="1">
                <a:solidFill>
                  <a:srgbClr val="FFFFFF"/>
                </a:solidFill>
              </a:rPr>
              <a:t>The evidence supports v0.3.8 as the submission candidate; v0.3.7 remains the protected rollback checkpoint.</a:t>
            </a:r>
            <a:endParaRPr/>
          </a:p>
        </p:txBody>
      </p:sp>
    </p:spTree>
    <p:extLst>
      <p:ext uri="{BB962C8B-B14F-4D97-AF65-F5344CB8AC3E}">
        <p14:creationId xmlns:p14="http://schemas.microsoft.com/office/powerpoint/2010/main" val="319722111"/>
      </p:ext>
    </p:extLst>
  </p:cSld>
</p:sld>
</file>

<file path=ppt/slides/slide14.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671" name="Google Shape;671;p14">
            <a:extLst xmlns:a="http://schemas.openxmlformats.org/drawingml/2006/main">
              <a:ext uri="{FF2B5EF4-FFF2-40B4-BE49-F238E27FC236}">
                <a16:creationId xmlns:a16="http://schemas.microsoft.com/office/drawing/2014/main" id="{E192A3B7-94A9-4637-B332-8FAB76199A6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2" name="Google Shape;672;p14">
            <a:extLst xmlns:a="http://schemas.openxmlformats.org/drawingml/2006/main">
              <a:ext uri="{FF2B5EF4-FFF2-40B4-BE49-F238E27FC236}">
                <a16:creationId xmlns:a16="http://schemas.microsoft.com/office/drawing/2014/main" id="{EFB1B8C6-A476-4450-8ABC-B95C651F640F}"/>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3" name="Google Shape;673;p14">
            <a:extLst xmlns:a="http://schemas.openxmlformats.org/drawingml/2006/main">
              <a:ext uri="{FF2B5EF4-FFF2-40B4-BE49-F238E27FC236}">
                <a16:creationId xmlns:a16="http://schemas.microsoft.com/office/drawing/2014/main" id="{E687CAA5-1D94-4D91-99F6-5CBE3AAE0107}"/>
              </a:ext>
            </a:extLst>
          </p:cNvPr>
          <p:cNvSpPr>
            <a:spLocks xmlns:a="http://schemas.openxmlformats.org/drawingml/2006/main" noGrp="1"/>
          </p:cNvSpPr>
          <p:nvPr/>
        </p:nvSpPr>
        <p:spPr>
          <a:xfrm xmlns:a="http://schemas.openxmlformats.org/drawingml/2006/main">
            <a:off x="781050" y="552450"/>
            <a:ext cx="6286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14  ·  BIDIRECTIONAL TRACEABILITY</a:t>
            </a:r>
            <a:endParaRPr/>
          </a:p>
        </p:txBody>
      </p:sp>
      <p:sp>
        <p:nvSpPr>
          <p:cNvPr id="674" name="Google Shape;674;p14">
            <a:extLst xmlns:a="http://schemas.openxmlformats.org/drawingml/2006/main">
              <a:ext uri="{FF2B5EF4-FFF2-40B4-BE49-F238E27FC236}">
                <a16:creationId xmlns:a16="http://schemas.microsoft.com/office/drawing/2014/main" id="{D828FA7E-5311-46E1-8D81-B75BD229EEF7}"/>
              </a:ext>
            </a:extLst>
          </p:cNvPr>
          <p:cNvSpPr>
            <a:spLocks xmlns:a="http://schemas.openxmlformats.org/drawingml/2006/main" noGrp="1"/>
          </p:cNvSpPr>
          <p:nvPr/>
        </p:nvSpPr>
        <p:spPr>
          <a:xfrm xmlns:a="http://schemas.openxmlformats.org/drawingml/2006/main">
            <a:off x="781050" y="885825"/>
            <a:ext cx="1064895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Every delivered story can be traced back to source evidence</a:t>
            </a:r>
            <a:endParaRPr/>
          </a:p>
        </p:txBody>
      </p:sp>
      <p:sp>
        <p:nvSpPr>
          <p:cNvPr id="675" name="Google Shape;675;p14">
            <a:extLst xmlns:a="http://schemas.openxmlformats.org/drawingml/2006/main">
              <a:ext uri="{FF2B5EF4-FFF2-40B4-BE49-F238E27FC236}">
                <a16:creationId xmlns:a16="http://schemas.microsoft.com/office/drawing/2014/main" id="{CC6E5AFD-C8D8-402D-845A-C672E8CEE85D}"/>
              </a:ext>
            </a:extLst>
          </p:cNvPr>
          <p:cNvSpPr>
            <a:spLocks xmlns:a="http://schemas.openxmlformats.org/drawingml/2006/main" noGrp="1"/>
          </p:cNvSpPr>
          <p:nvPr/>
        </p:nvSpPr>
        <p:spPr>
          <a:xfrm xmlns:a="http://schemas.openxmlformats.org/drawingml/2006/main">
            <a:off x="781050" y="1543050"/>
            <a:ext cx="106489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Stable identifiers preserve the chain in both directions—from approved source text to acceptance criteria and back.</a:t>
            </a:r>
            <a:endParaRPr/>
          </a:p>
        </p:txBody>
      </p:sp>
      <p:sp>
        <p:nvSpPr>
          <p:cNvPr id="676" name="Google Shape;676;p14">
            <a:extLst xmlns:a="http://schemas.openxmlformats.org/drawingml/2006/main">
              <a:ext uri="{FF2B5EF4-FFF2-40B4-BE49-F238E27FC236}">
                <a16:creationId xmlns:a16="http://schemas.microsoft.com/office/drawing/2014/main" id="{E4A3685E-5449-44C4-BFC3-19496E1584B7}"/>
              </a:ext>
            </a:extLst>
          </p:cNvPr>
          <p:cNvSpPr>
            <a:spLocks xmlns:a="http://schemas.openxmlformats.org/drawingml/2006/main" noGrp="1"/>
          </p:cNvSpPr>
          <p:nvPr/>
        </p:nvSpPr>
        <p:spPr>
          <a:xfrm xmlns:a="http://schemas.openxmlformats.org/drawingml/2006/main">
            <a:off x="781050" y="2114550"/>
            <a:ext cx="495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00"/>
              <a:buFont typeface="Arial"/>
              <a:buNone/>
            </a:pPr>
            <a:r>
              <a:rPr sz="900" b="1">
                <a:solidFill>
                  <a:srgbClr val="3B6EBF"/>
                </a:solidFill>
              </a:rPr>
              <a:t>FORWARD TRACE  ·  Why does this story exist?</a:t>
            </a:r>
            <a:endParaRPr/>
          </a:p>
        </p:txBody>
      </p:sp>
      <p:sp>
        <p:nvSpPr>
          <p:cNvPr id="677" name="Google Shape;677;p14">
            <a:extLst xmlns:a="http://schemas.openxmlformats.org/drawingml/2006/main">
              <a:ext uri="{FF2B5EF4-FFF2-40B4-BE49-F238E27FC236}">
                <a16:creationId xmlns:a16="http://schemas.microsoft.com/office/drawing/2014/main" id="{C7C66B97-0C0E-4424-AD97-51FC7FB145C8}"/>
              </a:ext>
            </a:extLst>
          </p:cNvPr>
          <p:cNvSpPr>
            <a:spLocks xmlns:a="http://schemas.openxmlformats.org/drawingml/2006/main" noGrp="1"/>
          </p:cNvSpPr>
          <p:nvPr/>
        </p:nvSpPr>
        <p:spPr>
          <a:xfrm xmlns:a="http://schemas.openxmlformats.org/drawingml/2006/main">
            <a:off x="781050" y="2524125"/>
            <a:ext cx="1524000"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8" name="Google Shape;678;p14">
            <a:extLst xmlns:a="http://schemas.openxmlformats.org/drawingml/2006/main">
              <a:ext uri="{FF2B5EF4-FFF2-40B4-BE49-F238E27FC236}">
                <a16:creationId xmlns:a16="http://schemas.microsoft.com/office/drawing/2014/main" id="{B9A84382-5306-4A30-BFEB-716074232DEA}"/>
              </a:ext>
            </a:extLst>
          </p:cNvPr>
          <p:cNvSpPr>
            <a:spLocks xmlns:a="http://schemas.openxmlformats.org/drawingml/2006/main" noGrp="1"/>
          </p:cNvSpPr>
          <p:nvPr/>
        </p:nvSpPr>
        <p:spPr>
          <a:xfrm xmlns:a="http://schemas.openxmlformats.org/drawingml/2006/main">
            <a:off x="781050" y="2524125"/>
            <a:ext cx="1524000" cy="66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9" name="Google Shape;679;p14">
            <a:extLst xmlns:a="http://schemas.openxmlformats.org/drawingml/2006/main">
              <a:ext uri="{FF2B5EF4-FFF2-40B4-BE49-F238E27FC236}">
                <a16:creationId xmlns:a16="http://schemas.microsoft.com/office/drawing/2014/main" id="{3C238236-F606-486E-9EDE-8AE1D1602AE0}"/>
              </a:ext>
            </a:extLst>
          </p:cNvPr>
          <p:cNvSpPr>
            <a:spLocks xmlns:a="http://schemas.openxmlformats.org/drawingml/2006/main" noGrp="1"/>
          </p:cNvSpPr>
          <p:nvPr/>
        </p:nvSpPr>
        <p:spPr>
          <a:xfrm xmlns:a="http://schemas.openxmlformats.org/drawingml/2006/main">
            <a:off x="914400" y="2676525"/>
            <a:ext cx="1257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13"/>
              <a:buFont typeface="Arial"/>
              <a:buNone/>
            </a:pPr>
            <a:r>
              <a:rPr sz="713" b="1">
                <a:solidFill>
                  <a:srgbClr val="3B6EBF"/>
                </a:solidFill>
              </a:rPr>
              <a:t>SOURCE</a:t>
            </a:r>
            <a:endParaRPr/>
          </a:p>
        </p:txBody>
      </p:sp>
      <p:sp>
        <p:nvSpPr>
          <p:cNvPr id="680" name="Google Shape;680;p14">
            <a:extLst xmlns:a="http://schemas.openxmlformats.org/drawingml/2006/main">
              <a:ext uri="{FF2B5EF4-FFF2-40B4-BE49-F238E27FC236}">
                <a16:creationId xmlns:a16="http://schemas.microsoft.com/office/drawing/2014/main" id="{8E7CABCE-96AB-498D-ACEB-2DCAEB52DB05}"/>
              </a:ext>
            </a:extLst>
          </p:cNvPr>
          <p:cNvSpPr>
            <a:spLocks xmlns:a="http://schemas.openxmlformats.org/drawingml/2006/main" noGrp="1"/>
          </p:cNvSpPr>
          <p:nvPr/>
        </p:nvSpPr>
        <p:spPr>
          <a:xfrm xmlns:a="http://schemas.openxmlformats.org/drawingml/2006/main">
            <a:off x="914400" y="2914650"/>
            <a:ext cx="12573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Approved source file</a:t>
            </a:r>
            <a:endParaRPr/>
          </a:p>
        </p:txBody>
      </p:sp>
      <p:sp>
        <p:nvSpPr>
          <p:cNvPr id="681" name="Google Shape;681;p14">
            <a:extLst xmlns:a="http://schemas.openxmlformats.org/drawingml/2006/main">
              <a:ext uri="{FF2B5EF4-FFF2-40B4-BE49-F238E27FC236}">
                <a16:creationId xmlns:a16="http://schemas.microsoft.com/office/drawing/2014/main" id="{6FE66448-9225-45C2-94BE-9135E0D4695C}"/>
              </a:ext>
            </a:extLst>
          </p:cNvPr>
          <p:cNvSpPr>
            <a:spLocks xmlns:a="http://schemas.openxmlformats.org/drawingml/2006/main" noGrp="1"/>
          </p:cNvSpPr>
          <p:nvPr/>
        </p:nvSpPr>
        <p:spPr>
          <a:xfrm xmlns:a="http://schemas.openxmlformats.org/drawingml/2006/main">
            <a:off x="895350" y="3390900"/>
            <a:ext cx="1295400" cy="342900"/>
          </a:xfrm>
          <a:prstGeom xmlns:a="http://schemas.openxmlformats.org/drawingml/2006/main" prst="roundRect">
            <a:avLst>
              <a:gd name="adj" fmla="val 22222"/>
            </a:avLst>
          </a:prstGeom>
          <a:solidFill xmlns:a="http://schemas.openxmlformats.org/drawingml/2006/main">
            <a:srgbClr val="E8EFF9"/>
          </a:solidFill>
          <a:ln xmlns:a="http://schemas.openxmlformats.org/drawingml/2006/main" w="9525" cmpd="sng">
            <a:solidFill>
              <a:srgbClr val="E8EFF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2" name="Google Shape;682;p14">
            <a:extLst xmlns:a="http://schemas.openxmlformats.org/drawingml/2006/main">
              <a:ext uri="{FF2B5EF4-FFF2-40B4-BE49-F238E27FC236}">
                <a16:creationId xmlns:a16="http://schemas.microsoft.com/office/drawing/2014/main" id="{D1D6E828-1C42-44E1-92BE-4C3119FC1CF5}"/>
              </a:ext>
            </a:extLst>
          </p:cNvPr>
          <p:cNvSpPr>
            <a:spLocks xmlns:a="http://schemas.openxmlformats.org/drawingml/2006/main" noGrp="1"/>
          </p:cNvSpPr>
          <p:nvPr/>
        </p:nvSpPr>
        <p:spPr>
          <a:xfrm xmlns:a="http://schemas.openxmlformats.org/drawingml/2006/main">
            <a:off x="962025" y="3429000"/>
            <a:ext cx="1162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50"/>
              <a:buFont typeface="Arial"/>
              <a:buNone/>
            </a:pPr>
            <a:r>
              <a:rPr sz="750">
                <a:solidFill>
                  <a:srgbClr val="666B70"/>
                </a:solidFill>
              </a:rPr>
              <a:t>Original stakeholder evidence</a:t>
            </a:r>
            <a:endParaRPr/>
          </a:p>
        </p:txBody>
      </p:sp>
      <p:sp>
        <p:nvSpPr>
          <p:cNvPr id="683" name="Google Shape;683;p14">
            <a:extLst xmlns:a="http://schemas.openxmlformats.org/drawingml/2006/main">
              <a:ext uri="{FF2B5EF4-FFF2-40B4-BE49-F238E27FC236}">
                <a16:creationId xmlns:a16="http://schemas.microsoft.com/office/drawing/2014/main" id="{7092DDFF-D9EA-4B8E-8D25-35E0DED5C0AD}"/>
              </a:ext>
            </a:extLst>
          </p:cNvPr>
          <p:cNvSpPr>
            <a:spLocks xmlns:a="http://schemas.openxmlformats.org/drawingml/2006/main" noGrp="1"/>
          </p:cNvSpPr>
          <p:nvPr/>
        </p:nvSpPr>
        <p:spPr>
          <a:xfrm xmlns:a="http://schemas.openxmlformats.org/drawingml/2006/main">
            <a:off x="2609850" y="2524125"/>
            <a:ext cx="1524000"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4" name="Google Shape;684;p14">
            <a:extLst xmlns:a="http://schemas.openxmlformats.org/drawingml/2006/main">
              <a:ext uri="{FF2B5EF4-FFF2-40B4-BE49-F238E27FC236}">
                <a16:creationId xmlns:a16="http://schemas.microsoft.com/office/drawing/2014/main" id="{02AE6EF6-88A7-4D41-A606-140687A02FB0}"/>
              </a:ext>
            </a:extLst>
          </p:cNvPr>
          <p:cNvSpPr>
            <a:spLocks xmlns:a="http://schemas.openxmlformats.org/drawingml/2006/main" noGrp="1"/>
          </p:cNvSpPr>
          <p:nvPr/>
        </p:nvSpPr>
        <p:spPr>
          <a:xfrm xmlns:a="http://schemas.openxmlformats.org/drawingml/2006/main">
            <a:off x="2609850" y="2524125"/>
            <a:ext cx="1524000" cy="66675"/>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5" name="Google Shape;685;p14">
            <a:extLst xmlns:a="http://schemas.openxmlformats.org/drawingml/2006/main">
              <a:ext uri="{FF2B5EF4-FFF2-40B4-BE49-F238E27FC236}">
                <a16:creationId xmlns:a16="http://schemas.microsoft.com/office/drawing/2014/main" id="{8CC29B13-EBEC-44E8-A5F5-276D677EC2B5}"/>
              </a:ext>
            </a:extLst>
          </p:cNvPr>
          <p:cNvSpPr>
            <a:spLocks xmlns:a="http://schemas.openxmlformats.org/drawingml/2006/main" noGrp="1"/>
          </p:cNvSpPr>
          <p:nvPr/>
        </p:nvSpPr>
        <p:spPr>
          <a:xfrm xmlns:a="http://schemas.openxmlformats.org/drawingml/2006/main">
            <a:off x="2743200" y="2676525"/>
            <a:ext cx="1257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713"/>
              <a:buFont typeface="Arial"/>
              <a:buNone/>
            </a:pPr>
            <a:r>
              <a:rPr sz="713" b="1">
                <a:solidFill>
                  <a:srgbClr val="7546C8"/>
                </a:solidFill>
              </a:rPr>
              <a:t>CITATION</a:t>
            </a:r>
            <a:endParaRPr/>
          </a:p>
        </p:txBody>
      </p:sp>
      <p:sp>
        <p:nvSpPr>
          <p:cNvPr id="686" name="Google Shape;686;p14">
            <a:extLst xmlns:a="http://schemas.openxmlformats.org/drawingml/2006/main">
              <a:ext uri="{FF2B5EF4-FFF2-40B4-BE49-F238E27FC236}">
                <a16:creationId xmlns:a16="http://schemas.microsoft.com/office/drawing/2014/main" id="{2EADEE37-73C6-4B05-B444-D916045971DF}"/>
              </a:ext>
            </a:extLst>
          </p:cNvPr>
          <p:cNvSpPr>
            <a:spLocks xmlns:a="http://schemas.openxmlformats.org/drawingml/2006/main" noGrp="1"/>
          </p:cNvSpPr>
          <p:nvPr/>
        </p:nvSpPr>
        <p:spPr>
          <a:xfrm xmlns:a="http://schemas.openxmlformats.org/drawingml/2006/main">
            <a:off x="2743200" y="2914650"/>
            <a:ext cx="12573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10"/>
              <a:buFont typeface="Arial"/>
              <a:buNone/>
            </a:pPr>
            <a:r>
              <a:rPr sz="810" b="1">
                <a:solidFill>
                  <a:srgbClr val="1A1A2E"/>
                </a:solidFill>
              </a:rPr>
              <a:t>CIT-05-0016-</a:t>
            </a:r>
            <a:endParaRPr/>
          </a:p>
          <a:p xmlns:a="http://schemas.openxmlformats.org/drawingml/2006/main">
            <a:pPr marL="0" marR="0" lvl="0" indent="0" algn="l">
              <a:spcBef>
                <a:spcPts val="0"/>
              </a:spcBef>
              <a:spcAft>
                <a:spcPts val="0"/>
              </a:spcAft>
              <a:buClr>
                <a:srgbClr val="1A1A2E"/>
              </a:buClr>
              <a:buSzPts val="810"/>
              <a:buFont typeface="Arial"/>
              <a:buNone/>
            </a:pPr>
            <a:r>
              <a:rPr sz="810" b="1">
                <a:solidFill>
                  <a:srgbClr val="1A1A2E"/>
                </a:solidFill>
              </a:rPr>
              <a:t>13c3d894</a:t>
            </a:r>
            <a:endParaRPr/>
          </a:p>
        </p:txBody>
      </p:sp>
      <p:sp>
        <p:nvSpPr>
          <p:cNvPr id="687" name="Google Shape;687;p14">
            <a:extLst xmlns:a="http://schemas.openxmlformats.org/drawingml/2006/main">
              <a:ext uri="{FF2B5EF4-FFF2-40B4-BE49-F238E27FC236}">
                <a16:creationId xmlns:a16="http://schemas.microsoft.com/office/drawing/2014/main" id="{48FD53DB-EE49-44A8-8125-D8779508BEC3}"/>
              </a:ext>
            </a:extLst>
          </p:cNvPr>
          <p:cNvSpPr>
            <a:spLocks xmlns:a="http://schemas.openxmlformats.org/drawingml/2006/main" noGrp="1"/>
          </p:cNvSpPr>
          <p:nvPr/>
        </p:nvSpPr>
        <p:spPr>
          <a:xfrm xmlns:a="http://schemas.openxmlformats.org/drawingml/2006/main">
            <a:off x="2724150" y="3390900"/>
            <a:ext cx="1295400" cy="342900"/>
          </a:xfrm>
          <a:prstGeom xmlns:a="http://schemas.openxmlformats.org/drawingml/2006/main" prst="roundRect">
            <a:avLst>
              <a:gd name="adj" fmla="val 22222"/>
            </a:avLst>
          </a:prstGeom>
          <a:solidFill xmlns:a="http://schemas.openxmlformats.org/drawingml/2006/main">
            <a:srgbClr val="F0EAFB"/>
          </a:solidFill>
          <a:ln xmlns:a="http://schemas.openxmlformats.org/drawingml/2006/main" w="9525" cmpd="sng">
            <a:solidFill>
              <a:srgbClr val="F0EA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8" name="Google Shape;688;p14">
            <a:extLst xmlns:a="http://schemas.openxmlformats.org/drawingml/2006/main">
              <a:ext uri="{FF2B5EF4-FFF2-40B4-BE49-F238E27FC236}">
                <a16:creationId xmlns:a16="http://schemas.microsoft.com/office/drawing/2014/main" id="{399BFFDE-0CA9-49D5-BF9B-E91DCF15324D}"/>
              </a:ext>
            </a:extLst>
          </p:cNvPr>
          <p:cNvSpPr>
            <a:spLocks xmlns:a="http://schemas.openxmlformats.org/drawingml/2006/main" noGrp="1"/>
          </p:cNvSpPr>
          <p:nvPr/>
        </p:nvSpPr>
        <p:spPr>
          <a:xfrm xmlns:a="http://schemas.openxmlformats.org/drawingml/2006/main">
            <a:off x="2790825" y="3429000"/>
            <a:ext cx="1162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50"/>
              <a:buFont typeface="Arial"/>
              <a:buNone/>
            </a:pPr>
            <a:r>
              <a:rPr sz="750">
                <a:solidFill>
                  <a:srgbClr val="666B70"/>
                </a:solidFill>
              </a:rPr>
              <a:t>Exact evidence segment</a:t>
            </a:r>
            <a:endParaRPr/>
          </a:p>
        </p:txBody>
      </p:sp>
      <p:sp>
        <p:nvSpPr>
          <p:cNvPr id="689" name="Google Shape;689;p14">
            <a:extLst xmlns:a="http://schemas.openxmlformats.org/drawingml/2006/main">
              <a:ext uri="{FF2B5EF4-FFF2-40B4-BE49-F238E27FC236}">
                <a16:creationId xmlns:a16="http://schemas.microsoft.com/office/drawing/2014/main" id="{51470273-24EC-4B51-9560-3F77F6FBED1E}"/>
              </a:ext>
            </a:extLst>
          </p:cNvPr>
          <p:cNvSpPr>
            <a:spLocks xmlns:a="http://schemas.openxmlformats.org/drawingml/2006/main" noGrp="1"/>
          </p:cNvSpPr>
          <p:nvPr/>
        </p:nvSpPr>
        <p:spPr>
          <a:xfrm xmlns:a="http://schemas.openxmlformats.org/drawingml/2006/main">
            <a:off x="4438650" y="2524125"/>
            <a:ext cx="1524000"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90" name="Google Shape;690;p14">
            <a:extLst xmlns:a="http://schemas.openxmlformats.org/drawingml/2006/main">
              <a:ext uri="{FF2B5EF4-FFF2-40B4-BE49-F238E27FC236}">
                <a16:creationId xmlns:a16="http://schemas.microsoft.com/office/drawing/2014/main" id="{E3D32669-A0DF-48CE-8147-D40BA155B249}"/>
              </a:ext>
            </a:extLst>
          </p:cNvPr>
          <p:cNvSpPr>
            <a:spLocks xmlns:a="http://schemas.openxmlformats.org/drawingml/2006/main" noGrp="1"/>
          </p:cNvSpPr>
          <p:nvPr/>
        </p:nvSpPr>
        <p:spPr>
          <a:xfrm xmlns:a="http://schemas.openxmlformats.org/drawingml/2006/main">
            <a:off x="4438650" y="2524125"/>
            <a:ext cx="1524000" cy="666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91" name="Google Shape;691;p14">
            <a:extLst xmlns:a="http://schemas.openxmlformats.org/drawingml/2006/main">
              <a:ext uri="{FF2B5EF4-FFF2-40B4-BE49-F238E27FC236}">
                <a16:creationId xmlns:a16="http://schemas.microsoft.com/office/drawing/2014/main" id="{4C9521AF-6CEB-4424-A766-6B56B9062F05}"/>
              </a:ext>
            </a:extLst>
          </p:cNvPr>
          <p:cNvSpPr>
            <a:spLocks xmlns:a="http://schemas.openxmlformats.org/drawingml/2006/main" noGrp="1"/>
          </p:cNvSpPr>
          <p:nvPr/>
        </p:nvSpPr>
        <p:spPr>
          <a:xfrm xmlns:a="http://schemas.openxmlformats.org/drawingml/2006/main">
            <a:off x="4572000" y="2676525"/>
            <a:ext cx="1257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713"/>
              <a:buFont typeface="Arial"/>
              <a:buNone/>
            </a:pPr>
            <a:r>
              <a:rPr sz="713" b="1">
                <a:solidFill>
                  <a:srgbClr val="B85042"/>
                </a:solidFill>
              </a:rPr>
              <a:t>REQUIREMENT</a:t>
            </a:r>
            <a:endParaRPr/>
          </a:p>
        </p:txBody>
      </p:sp>
      <p:sp>
        <p:nvSpPr>
          <p:cNvPr id="692" name="Google Shape;692;p14">
            <a:extLst xmlns:a="http://schemas.openxmlformats.org/drawingml/2006/main">
              <a:ext uri="{FF2B5EF4-FFF2-40B4-BE49-F238E27FC236}">
                <a16:creationId xmlns:a16="http://schemas.microsoft.com/office/drawing/2014/main" id="{A6C762B5-8BED-4A3E-A12B-8FE842FA296B}"/>
              </a:ext>
            </a:extLst>
          </p:cNvPr>
          <p:cNvSpPr>
            <a:spLocks xmlns:a="http://schemas.openxmlformats.org/drawingml/2006/main" noGrp="1"/>
          </p:cNvSpPr>
          <p:nvPr/>
        </p:nvSpPr>
        <p:spPr>
          <a:xfrm xmlns:a="http://schemas.openxmlformats.org/drawingml/2006/main">
            <a:off x="4572000" y="2914650"/>
            <a:ext cx="12573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FR-001</a:t>
            </a:r>
            <a:endParaRPr/>
          </a:p>
        </p:txBody>
      </p:sp>
      <p:sp>
        <p:nvSpPr>
          <p:cNvPr id="693" name="Google Shape;693;p14">
            <a:extLst xmlns:a="http://schemas.openxmlformats.org/drawingml/2006/main">
              <a:ext uri="{FF2B5EF4-FFF2-40B4-BE49-F238E27FC236}">
                <a16:creationId xmlns:a16="http://schemas.microsoft.com/office/drawing/2014/main" id="{16EB81D9-BC40-486C-9E87-6A69CA45167C}"/>
              </a:ext>
            </a:extLst>
          </p:cNvPr>
          <p:cNvSpPr>
            <a:spLocks xmlns:a="http://schemas.openxmlformats.org/drawingml/2006/main" noGrp="1"/>
          </p:cNvSpPr>
          <p:nvPr/>
        </p:nvSpPr>
        <p:spPr>
          <a:xfrm xmlns:a="http://schemas.openxmlformats.org/drawingml/2006/main">
            <a:off x="4552950" y="3390900"/>
            <a:ext cx="1295400" cy="342900"/>
          </a:xfrm>
          <a:prstGeom xmlns:a="http://schemas.openxmlformats.org/drawingml/2006/main" prst="roundRect">
            <a:avLst>
              <a:gd name="adj" fmla="val 22222"/>
            </a:avLst>
          </a:prstGeom>
          <a:solidFill xmlns:a="http://schemas.openxmlformats.org/drawingml/2006/main">
            <a:srgbClr val="F3E6E2"/>
          </a:solidFill>
          <a:ln xmlns:a="http://schemas.openxmlformats.org/drawingml/2006/main" w="9525" cmpd="sng">
            <a:solidFill>
              <a:srgbClr val="F3E6E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94" name="Google Shape;694;p14">
            <a:extLst xmlns:a="http://schemas.openxmlformats.org/drawingml/2006/main">
              <a:ext uri="{FF2B5EF4-FFF2-40B4-BE49-F238E27FC236}">
                <a16:creationId xmlns:a16="http://schemas.microsoft.com/office/drawing/2014/main" id="{BD9A874E-820B-4B05-83D1-23D29110ECD4}"/>
              </a:ext>
            </a:extLst>
          </p:cNvPr>
          <p:cNvSpPr>
            <a:spLocks xmlns:a="http://schemas.openxmlformats.org/drawingml/2006/main" noGrp="1"/>
          </p:cNvSpPr>
          <p:nvPr/>
        </p:nvSpPr>
        <p:spPr>
          <a:xfrm xmlns:a="http://schemas.openxmlformats.org/drawingml/2006/main">
            <a:off x="4619625" y="3429000"/>
            <a:ext cx="1162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50"/>
              <a:buFont typeface="Arial"/>
              <a:buNone/>
            </a:pPr>
            <a:r>
              <a:rPr sz="750">
                <a:solidFill>
                  <a:srgbClr val="666B70"/>
                </a:solidFill>
              </a:rPr>
              <a:t>Display five core metrics</a:t>
            </a:r>
            <a:endParaRPr/>
          </a:p>
        </p:txBody>
      </p:sp>
      <p:sp>
        <p:nvSpPr>
          <p:cNvPr id="695" name="Google Shape;695;p14">
            <a:extLst xmlns:a="http://schemas.openxmlformats.org/drawingml/2006/main">
              <a:ext uri="{FF2B5EF4-FFF2-40B4-BE49-F238E27FC236}">
                <a16:creationId xmlns:a16="http://schemas.microsoft.com/office/drawing/2014/main" id="{32BED863-E7F3-4854-AC8C-8ACA8C5563D9}"/>
              </a:ext>
            </a:extLst>
          </p:cNvPr>
          <p:cNvSpPr>
            <a:spLocks xmlns:a="http://schemas.openxmlformats.org/drawingml/2006/main" noGrp="1"/>
          </p:cNvSpPr>
          <p:nvPr/>
        </p:nvSpPr>
        <p:spPr>
          <a:xfrm xmlns:a="http://schemas.openxmlformats.org/drawingml/2006/main">
            <a:off x="6267450" y="2524125"/>
            <a:ext cx="1524000"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96" name="Google Shape;696;p14">
            <a:extLst xmlns:a="http://schemas.openxmlformats.org/drawingml/2006/main">
              <a:ext uri="{FF2B5EF4-FFF2-40B4-BE49-F238E27FC236}">
                <a16:creationId xmlns:a16="http://schemas.microsoft.com/office/drawing/2014/main" id="{A979008F-6ABC-4853-BDC2-8BCF21DCDD47}"/>
              </a:ext>
            </a:extLst>
          </p:cNvPr>
          <p:cNvSpPr>
            <a:spLocks xmlns:a="http://schemas.openxmlformats.org/drawingml/2006/main" noGrp="1"/>
          </p:cNvSpPr>
          <p:nvPr/>
        </p:nvSpPr>
        <p:spPr>
          <a:xfrm xmlns:a="http://schemas.openxmlformats.org/drawingml/2006/main">
            <a:off x="6267450" y="2524125"/>
            <a:ext cx="1524000" cy="66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97" name="Google Shape;697;p14">
            <a:extLst xmlns:a="http://schemas.openxmlformats.org/drawingml/2006/main">
              <a:ext uri="{FF2B5EF4-FFF2-40B4-BE49-F238E27FC236}">
                <a16:creationId xmlns:a16="http://schemas.microsoft.com/office/drawing/2014/main" id="{17BBC6BA-F297-4577-BA45-7F1805FEBA25}"/>
              </a:ext>
            </a:extLst>
          </p:cNvPr>
          <p:cNvSpPr>
            <a:spLocks xmlns:a="http://schemas.openxmlformats.org/drawingml/2006/main" noGrp="1"/>
          </p:cNvSpPr>
          <p:nvPr/>
        </p:nvSpPr>
        <p:spPr>
          <a:xfrm xmlns:a="http://schemas.openxmlformats.org/drawingml/2006/main">
            <a:off x="6400800" y="2676525"/>
            <a:ext cx="1257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13"/>
              <a:buFont typeface="Arial"/>
              <a:buNone/>
            </a:pPr>
            <a:r>
              <a:rPr sz="713" b="1">
                <a:solidFill>
                  <a:srgbClr val="3B6EBF"/>
                </a:solidFill>
              </a:rPr>
              <a:t>PRD ELEMENT</a:t>
            </a:r>
            <a:endParaRPr/>
          </a:p>
        </p:txBody>
      </p:sp>
      <p:sp>
        <p:nvSpPr>
          <p:cNvPr id="698" name="Google Shape;698;p14">
            <a:extLst xmlns:a="http://schemas.openxmlformats.org/drawingml/2006/main">
              <a:ext uri="{FF2B5EF4-FFF2-40B4-BE49-F238E27FC236}">
                <a16:creationId xmlns:a16="http://schemas.microsoft.com/office/drawing/2014/main" id="{B90F3C52-D37B-40DE-B1A8-A1664ACDA87B}"/>
              </a:ext>
            </a:extLst>
          </p:cNvPr>
          <p:cNvSpPr>
            <a:spLocks xmlns:a="http://schemas.openxmlformats.org/drawingml/2006/main" noGrp="1"/>
          </p:cNvSpPr>
          <p:nvPr/>
        </p:nvSpPr>
        <p:spPr>
          <a:xfrm xmlns:a="http://schemas.openxmlformats.org/drawingml/2006/main">
            <a:off x="6400800" y="2914650"/>
            <a:ext cx="12573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Dashboard Insights</a:t>
            </a:r>
            <a:endParaRPr/>
          </a:p>
        </p:txBody>
      </p:sp>
      <p:sp>
        <p:nvSpPr>
          <p:cNvPr id="699" name="Google Shape;699;p14">
            <a:extLst xmlns:a="http://schemas.openxmlformats.org/drawingml/2006/main">
              <a:ext uri="{FF2B5EF4-FFF2-40B4-BE49-F238E27FC236}">
                <a16:creationId xmlns:a16="http://schemas.microsoft.com/office/drawing/2014/main" id="{AE633C1C-4D5C-4962-BA11-3444F5FC0A2F}"/>
              </a:ext>
            </a:extLst>
          </p:cNvPr>
          <p:cNvSpPr>
            <a:spLocks xmlns:a="http://schemas.openxmlformats.org/drawingml/2006/main" noGrp="1"/>
          </p:cNvSpPr>
          <p:nvPr/>
        </p:nvSpPr>
        <p:spPr>
          <a:xfrm xmlns:a="http://schemas.openxmlformats.org/drawingml/2006/main">
            <a:off x="6381750" y="3390900"/>
            <a:ext cx="1295400" cy="342900"/>
          </a:xfrm>
          <a:prstGeom xmlns:a="http://schemas.openxmlformats.org/drawingml/2006/main" prst="roundRect">
            <a:avLst>
              <a:gd name="adj" fmla="val 22222"/>
            </a:avLst>
          </a:prstGeom>
          <a:solidFill xmlns:a="http://schemas.openxmlformats.org/drawingml/2006/main">
            <a:srgbClr val="E8EFF9"/>
          </a:solidFill>
          <a:ln xmlns:a="http://schemas.openxmlformats.org/drawingml/2006/main" w="9525" cmpd="sng">
            <a:solidFill>
              <a:srgbClr val="E8EFF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00" name="Google Shape;700;p14">
            <a:extLst xmlns:a="http://schemas.openxmlformats.org/drawingml/2006/main">
              <a:ext uri="{FF2B5EF4-FFF2-40B4-BE49-F238E27FC236}">
                <a16:creationId xmlns:a16="http://schemas.microsoft.com/office/drawing/2014/main" id="{417298C7-BA32-41EB-879F-3D0DCFEF4160}"/>
              </a:ext>
            </a:extLst>
          </p:cNvPr>
          <p:cNvSpPr>
            <a:spLocks xmlns:a="http://schemas.openxmlformats.org/drawingml/2006/main" noGrp="1"/>
          </p:cNvSpPr>
          <p:nvPr/>
        </p:nvSpPr>
        <p:spPr>
          <a:xfrm xmlns:a="http://schemas.openxmlformats.org/drawingml/2006/main">
            <a:off x="6448425" y="3429000"/>
            <a:ext cx="1162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50"/>
              <a:buFont typeface="Arial"/>
              <a:buNone/>
            </a:pPr>
            <a:r>
              <a:rPr sz="750">
                <a:solidFill>
                  <a:srgbClr val="666B70"/>
                </a:solidFill>
              </a:rPr>
              <a:t>Feature + acceptance criteria</a:t>
            </a:r>
            <a:endParaRPr/>
          </a:p>
        </p:txBody>
      </p:sp>
      <p:sp>
        <p:nvSpPr>
          <p:cNvPr id="701" name="Google Shape;701;p14">
            <a:extLst xmlns:a="http://schemas.openxmlformats.org/drawingml/2006/main">
              <a:ext uri="{FF2B5EF4-FFF2-40B4-BE49-F238E27FC236}">
                <a16:creationId xmlns:a16="http://schemas.microsoft.com/office/drawing/2014/main" id="{850AD85B-59B0-4584-BC33-2EB5F79901B8}"/>
              </a:ext>
            </a:extLst>
          </p:cNvPr>
          <p:cNvSpPr>
            <a:spLocks xmlns:a="http://schemas.openxmlformats.org/drawingml/2006/main" noGrp="1"/>
          </p:cNvSpPr>
          <p:nvPr/>
        </p:nvSpPr>
        <p:spPr>
          <a:xfrm xmlns:a="http://schemas.openxmlformats.org/drawingml/2006/main">
            <a:off x="8096250" y="2524125"/>
            <a:ext cx="1524000"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02" name="Google Shape;702;p14">
            <a:extLst xmlns:a="http://schemas.openxmlformats.org/drawingml/2006/main">
              <a:ext uri="{FF2B5EF4-FFF2-40B4-BE49-F238E27FC236}">
                <a16:creationId xmlns:a16="http://schemas.microsoft.com/office/drawing/2014/main" id="{0899483C-3178-40E1-B2A5-9BFB316E44A9}"/>
              </a:ext>
            </a:extLst>
          </p:cNvPr>
          <p:cNvSpPr>
            <a:spLocks xmlns:a="http://schemas.openxmlformats.org/drawingml/2006/main" noGrp="1"/>
          </p:cNvSpPr>
          <p:nvPr/>
        </p:nvSpPr>
        <p:spPr>
          <a:xfrm xmlns:a="http://schemas.openxmlformats.org/drawingml/2006/main">
            <a:off x="8096250" y="2524125"/>
            <a:ext cx="1524000" cy="66675"/>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03" name="Google Shape;703;p14">
            <a:extLst xmlns:a="http://schemas.openxmlformats.org/drawingml/2006/main">
              <a:ext uri="{FF2B5EF4-FFF2-40B4-BE49-F238E27FC236}">
                <a16:creationId xmlns:a16="http://schemas.microsoft.com/office/drawing/2014/main" id="{1908F8CD-A12F-470F-8049-0CCFFED14F9C}"/>
              </a:ext>
            </a:extLst>
          </p:cNvPr>
          <p:cNvSpPr>
            <a:spLocks xmlns:a="http://schemas.openxmlformats.org/drawingml/2006/main" noGrp="1"/>
          </p:cNvSpPr>
          <p:nvPr/>
        </p:nvSpPr>
        <p:spPr>
          <a:xfrm xmlns:a="http://schemas.openxmlformats.org/drawingml/2006/main">
            <a:off x="8229600" y="2676525"/>
            <a:ext cx="1257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713"/>
              <a:buFont typeface="Arial"/>
              <a:buNone/>
            </a:pPr>
            <a:r>
              <a:rPr sz="713" b="1">
                <a:solidFill>
                  <a:srgbClr val="7546C8"/>
                </a:solidFill>
              </a:rPr>
              <a:t>DELIVERY GROUP</a:t>
            </a:r>
            <a:endParaRPr/>
          </a:p>
        </p:txBody>
      </p:sp>
      <p:sp>
        <p:nvSpPr>
          <p:cNvPr id="704" name="Google Shape;704;p14">
            <a:extLst xmlns:a="http://schemas.openxmlformats.org/drawingml/2006/main">
              <a:ext uri="{FF2B5EF4-FFF2-40B4-BE49-F238E27FC236}">
                <a16:creationId xmlns:a16="http://schemas.microsoft.com/office/drawing/2014/main" id="{875B57EC-70BF-4F2F-B42E-E85AB263DC49}"/>
              </a:ext>
            </a:extLst>
          </p:cNvPr>
          <p:cNvSpPr>
            <a:spLocks xmlns:a="http://schemas.openxmlformats.org/drawingml/2006/main" noGrp="1"/>
          </p:cNvSpPr>
          <p:nvPr/>
        </p:nvSpPr>
        <p:spPr>
          <a:xfrm xmlns:a="http://schemas.openxmlformats.org/drawingml/2006/main">
            <a:off x="8229600" y="2914650"/>
            <a:ext cx="12573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Analytics Insights</a:t>
            </a:r>
            <a:endParaRPr/>
          </a:p>
        </p:txBody>
      </p:sp>
      <p:sp>
        <p:nvSpPr>
          <p:cNvPr id="705" name="Google Shape;705;p14">
            <a:extLst xmlns:a="http://schemas.openxmlformats.org/drawingml/2006/main">
              <a:ext uri="{FF2B5EF4-FFF2-40B4-BE49-F238E27FC236}">
                <a16:creationId xmlns:a16="http://schemas.microsoft.com/office/drawing/2014/main" id="{20B5A5EA-C74E-408D-AC59-816A220FF193}"/>
              </a:ext>
            </a:extLst>
          </p:cNvPr>
          <p:cNvSpPr>
            <a:spLocks xmlns:a="http://schemas.openxmlformats.org/drawingml/2006/main" noGrp="1"/>
          </p:cNvSpPr>
          <p:nvPr/>
        </p:nvSpPr>
        <p:spPr>
          <a:xfrm xmlns:a="http://schemas.openxmlformats.org/drawingml/2006/main">
            <a:off x="8210550" y="3390900"/>
            <a:ext cx="1295400" cy="342900"/>
          </a:xfrm>
          <a:prstGeom xmlns:a="http://schemas.openxmlformats.org/drawingml/2006/main" prst="roundRect">
            <a:avLst>
              <a:gd name="adj" fmla="val 22222"/>
            </a:avLst>
          </a:prstGeom>
          <a:solidFill xmlns:a="http://schemas.openxmlformats.org/drawingml/2006/main">
            <a:srgbClr val="F0EAFB"/>
          </a:solidFill>
          <a:ln xmlns:a="http://schemas.openxmlformats.org/drawingml/2006/main" w="9525" cmpd="sng">
            <a:solidFill>
              <a:srgbClr val="F0EA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06" name="Google Shape;706;p14">
            <a:extLst xmlns:a="http://schemas.openxmlformats.org/drawingml/2006/main">
              <a:ext uri="{FF2B5EF4-FFF2-40B4-BE49-F238E27FC236}">
                <a16:creationId xmlns:a16="http://schemas.microsoft.com/office/drawing/2014/main" id="{9BCBB05A-6B13-41DC-8A69-0045E02744EA}"/>
              </a:ext>
            </a:extLst>
          </p:cNvPr>
          <p:cNvSpPr>
            <a:spLocks xmlns:a="http://schemas.openxmlformats.org/drawingml/2006/main" noGrp="1"/>
          </p:cNvSpPr>
          <p:nvPr/>
        </p:nvSpPr>
        <p:spPr>
          <a:xfrm xmlns:a="http://schemas.openxmlformats.org/drawingml/2006/main">
            <a:off x="8277225" y="3429000"/>
            <a:ext cx="1162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50"/>
              <a:buFont typeface="Arial"/>
              <a:buNone/>
            </a:pPr>
            <a:r>
              <a:rPr sz="750">
                <a:solidFill>
                  <a:srgbClr val="666B70"/>
                </a:solidFill>
              </a:rPr>
              <a:t>Epic → Dashboard feature</a:t>
            </a:r>
            <a:endParaRPr/>
          </a:p>
        </p:txBody>
      </p:sp>
      <p:sp>
        <p:nvSpPr>
          <p:cNvPr id="707" name="Google Shape;707;p14">
            <a:extLst xmlns:a="http://schemas.openxmlformats.org/drawingml/2006/main">
              <a:ext uri="{FF2B5EF4-FFF2-40B4-BE49-F238E27FC236}">
                <a16:creationId xmlns:a16="http://schemas.microsoft.com/office/drawing/2014/main" id="{CB5B97ED-0279-40B2-8CF1-3550CFFC045C}"/>
              </a:ext>
            </a:extLst>
          </p:cNvPr>
          <p:cNvSpPr>
            <a:spLocks xmlns:a="http://schemas.openxmlformats.org/drawingml/2006/main" noGrp="1"/>
          </p:cNvSpPr>
          <p:nvPr/>
        </p:nvSpPr>
        <p:spPr>
          <a:xfrm xmlns:a="http://schemas.openxmlformats.org/drawingml/2006/main">
            <a:off x="9925050" y="2524125"/>
            <a:ext cx="1524000" cy="1343025"/>
          </a:xfrm>
          <a:prstGeom xmlns:a="http://schemas.openxmlformats.org/drawingml/2006/main" prst="roundRect">
            <a:avLst>
              <a:gd name="adj" fmla="val 5674"/>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08" name="Google Shape;708;p14">
            <a:extLst xmlns:a="http://schemas.openxmlformats.org/drawingml/2006/main">
              <a:ext uri="{FF2B5EF4-FFF2-40B4-BE49-F238E27FC236}">
                <a16:creationId xmlns:a16="http://schemas.microsoft.com/office/drawing/2014/main" id="{0288090E-9574-45AC-A4F1-2D63C6DEC5B7}"/>
              </a:ext>
            </a:extLst>
          </p:cNvPr>
          <p:cNvSpPr>
            <a:spLocks xmlns:a="http://schemas.openxmlformats.org/drawingml/2006/main" noGrp="1"/>
          </p:cNvSpPr>
          <p:nvPr/>
        </p:nvSpPr>
        <p:spPr>
          <a:xfrm xmlns:a="http://schemas.openxmlformats.org/drawingml/2006/main">
            <a:off x="9925050" y="2524125"/>
            <a:ext cx="1524000" cy="6667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09" name="Google Shape;709;p14">
            <a:extLst xmlns:a="http://schemas.openxmlformats.org/drawingml/2006/main">
              <a:ext uri="{FF2B5EF4-FFF2-40B4-BE49-F238E27FC236}">
                <a16:creationId xmlns:a16="http://schemas.microsoft.com/office/drawing/2014/main" id="{B028E897-5D33-4063-89CB-F8786B56F84D}"/>
              </a:ext>
            </a:extLst>
          </p:cNvPr>
          <p:cNvSpPr>
            <a:spLocks xmlns:a="http://schemas.openxmlformats.org/drawingml/2006/main" noGrp="1"/>
          </p:cNvSpPr>
          <p:nvPr/>
        </p:nvSpPr>
        <p:spPr>
          <a:xfrm xmlns:a="http://schemas.openxmlformats.org/drawingml/2006/main">
            <a:off x="10058400" y="2676525"/>
            <a:ext cx="1257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13"/>
              <a:buFont typeface="Arial"/>
              <a:buNone/>
            </a:pPr>
            <a:r>
              <a:rPr sz="713" b="1">
                <a:solidFill>
                  <a:srgbClr val="2F6F57"/>
                </a:solidFill>
              </a:rPr>
              <a:t>DELIVERED STORY</a:t>
            </a:r>
            <a:endParaRPr/>
          </a:p>
        </p:txBody>
      </p:sp>
      <p:sp>
        <p:nvSpPr>
          <p:cNvPr id="710" name="Google Shape;710;p14">
            <a:extLst xmlns:a="http://schemas.openxmlformats.org/drawingml/2006/main">
              <a:ext uri="{FF2B5EF4-FFF2-40B4-BE49-F238E27FC236}">
                <a16:creationId xmlns:a16="http://schemas.microsoft.com/office/drawing/2014/main" id="{BD6D1895-2C8F-4A4A-947D-BE6EF8625287}"/>
              </a:ext>
            </a:extLst>
          </p:cNvPr>
          <p:cNvSpPr>
            <a:spLocks xmlns:a="http://schemas.openxmlformats.org/drawingml/2006/main" noGrp="1"/>
          </p:cNvSpPr>
          <p:nvPr/>
        </p:nvSpPr>
        <p:spPr>
          <a:xfrm xmlns:a="http://schemas.openxmlformats.org/drawingml/2006/main">
            <a:off x="10058400" y="2914650"/>
            <a:ext cx="12573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Display five core metrics</a:t>
            </a:r>
            <a:endParaRPr/>
          </a:p>
        </p:txBody>
      </p:sp>
      <p:sp>
        <p:nvSpPr>
          <p:cNvPr id="711" name="Google Shape;711;p14">
            <a:extLst xmlns:a="http://schemas.openxmlformats.org/drawingml/2006/main">
              <a:ext uri="{FF2B5EF4-FFF2-40B4-BE49-F238E27FC236}">
                <a16:creationId xmlns:a16="http://schemas.microsoft.com/office/drawing/2014/main" id="{1CF4574D-BA2F-44E1-B57D-F9DF73DFD540}"/>
              </a:ext>
            </a:extLst>
          </p:cNvPr>
          <p:cNvSpPr>
            <a:spLocks xmlns:a="http://schemas.openxmlformats.org/drawingml/2006/main" noGrp="1"/>
          </p:cNvSpPr>
          <p:nvPr/>
        </p:nvSpPr>
        <p:spPr>
          <a:xfrm xmlns:a="http://schemas.openxmlformats.org/drawingml/2006/main">
            <a:off x="10039350" y="3390900"/>
            <a:ext cx="1295400" cy="342900"/>
          </a:xfrm>
          <a:prstGeom xmlns:a="http://schemas.openxmlformats.org/drawingml/2006/main" prst="roundRect">
            <a:avLst>
              <a:gd name="adj" fmla="val 22222"/>
            </a:avLst>
          </a:prstGeom>
          <a:solidFill xmlns:a="http://schemas.openxmlformats.org/drawingml/2006/main">
            <a:srgbClr val="E6F0EB"/>
          </a:solidFill>
          <a:ln xmlns:a="http://schemas.openxmlformats.org/drawingml/2006/main" w="9525" cmpd="sng">
            <a:solidFill>
              <a:srgbClr val="E6F0E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2" name="Google Shape;712;p14">
            <a:extLst xmlns:a="http://schemas.openxmlformats.org/drawingml/2006/main">
              <a:ext uri="{FF2B5EF4-FFF2-40B4-BE49-F238E27FC236}">
                <a16:creationId xmlns:a16="http://schemas.microsoft.com/office/drawing/2014/main" id="{0019F71C-31D7-4534-9010-C4A788E3CCD7}"/>
              </a:ext>
            </a:extLst>
          </p:cNvPr>
          <p:cNvSpPr>
            <a:spLocks xmlns:a="http://schemas.openxmlformats.org/drawingml/2006/main" noGrp="1"/>
          </p:cNvSpPr>
          <p:nvPr/>
        </p:nvSpPr>
        <p:spPr>
          <a:xfrm xmlns:a="http://schemas.openxmlformats.org/drawingml/2006/main">
            <a:off x="10106025" y="3429000"/>
            <a:ext cx="1162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50"/>
              <a:buFont typeface="Arial"/>
              <a:buNone/>
            </a:pPr>
            <a:r>
              <a:rPr sz="750">
                <a:solidFill>
                  <a:srgbClr val="666B70"/>
                </a:solidFill>
              </a:rPr>
              <a:t>Story + testable criteria</a:t>
            </a:r>
            <a:endParaRPr/>
          </a:p>
        </p:txBody>
      </p:sp>
      <p:sp>
        <p:nvSpPr>
          <p:cNvPr id="713" name="Google Shape;713;p14">
            <a:extLst xmlns:a="http://schemas.openxmlformats.org/drawingml/2006/main">
              <a:ext uri="{FF2B5EF4-FFF2-40B4-BE49-F238E27FC236}">
                <a16:creationId xmlns:a16="http://schemas.microsoft.com/office/drawing/2014/main" id="{1BB20916-F901-444E-A76F-A6297CA04841}"/>
              </a:ext>
            </a:extLst>
          </p:cNvPr>
          <p:cNvSpPr>
            <a:spLocks xmlns:a="http://schemas.openxmlformats.org/drawingml/2006/main" noGrp="1"/>
          </p:cNvSpPr>
          <p:nvPr/>
        </p:nvSpPr>
        <p:spPr>
          <a:xfrm xmlns:a="http://schemas.openxmlformats.org/drawingml/2006/main">
            <a:off x="2343150" y="2971800"/>
            <a:ext cx="228600" cy="266700"/>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4" name="Google Shape;714;p14">
            <a:extLst xmlns:a="http://schemas.openxmlformats.org/drawingml/2006/main">
              <a:ext uri="{FF2B5EF4-FFF2-40B4-BE49-F238E27FC236}">
                <a16:creationId xmlns:a16="http://schemas.microsoft.com/office/drawing/2014/main" id="{4476D127-5619-498B-86DE-9465AA8F01D7}"/>
              </a:ext>
            </a:extLst>
          </p:cNvPr>
          <p:cNvSpPr>
            <a:spLocks xmlns:a="http://schemas.openxmlformats.org/drawingml/2006/main" noGrp="1"/>
          </p:cNvSpPr>
          <p:nvPr/>
        </p:nvSpPr>
        <p:spPr>
          <a:xfrm xmlns:a="http://schemas.openxmlformats.org/drawingml/2006/main">
            <a:off x="4171950" y="2971800"/>
            <a:ext cx="228600" cy="266700"/>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5" name="Google Shape;715;p14">
            <a:extLst xmlns:a="http://schemas.openxmlformats.org/drawingml/2006/main">
              <a:ext uri="{FF2B5EF4-FFF2-40B4-BE49-F238E27FC236}">
                <a16:creationId xmlns:a16="http://schemas.microsoft.com/office/drawing/2014/main" id="{A9264E36-A7C1-428E-878D-6F6FD71D7F2D}"/>
              </a:ext>
            </a:extLst>
          </p:cNvPr>
          <p:cNvSpPr>
            <a:spLocks xmlns:a="http://schemas.openxmlformats.org/drawingml/2006/main" noGrp="1"/>
          </p:cNvSpPr>
          <p:nvPr/>
        </p:nvSpPr>
        <p:spPr>
          <a:xfrm xmlns:a="http://schemas.openxmlformats.org/drawingml/2006/main">
            <a:off x="6000750" y="2971800"/>
            <a:ext cx="228600" cy="266700"/>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6" name="Google Shape;716;p14">
            <a:extLst xmlns:a="http://schemas.openxmlformats.org/drawingml/2006/main">
              <a:ext uri="{FF2B5EF4-FFF2-40B4-BE49-F238E27FC236}">
                <a16:creationId xmlns:a16="http://schemas.microsoft.com/office/drawing/2014/main" id="{94784227-304A-4148-BB9E-8DDDD05DBE02}"/>
              </a:ext>
            </a:extLst>
          </p:cNvPr>
          <p:cNvSpPr>
            <a:spLocks xmlns:a="http://schemas.openxmlformats.org/drawingml/2006/main" noGrp="1"/>
          </p:cNvSpPr>
          <p:nvPr/>
        </p:nvSpPr>
        <p:spPr>
          <a:xfrm xmlns:a="http://schemas.openxmlformats.org/drawingml/2006/main">
            <a:off x="7829550" y="2971800"/>
            <a:ext cx="228600" cy="266700"/>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7" name="Google Shape;717;p14">
            <a:extLst xmlns:a="http://schemas.openxmlformats.org/drawingml/2006/main">
              <a:ext uri="{FF2B5EF4-FFF2-40B4-BE49-F238E27FC236}">
                <a16:creationId xmlns:a16="http://schemas.microsoft.com/office/drawing/2014/main" id="{F44D2818-15B0-4A22-AB88-D1659024FCC4}"/>
              </a:ext>
            </a:extLst>
          </p:cNvPr>
          <p:cNvSpPr>
            <a:spLocks xmlns:a="http://schemas.openxmlformats.org/drawingml/2006/main" noGrp="1"/>
          </p:cNvSpPr>
          <p:nvPr/>
        </p:nvSpPr>
        <p:spPr>
          <a:xfrm xmlns:a="http://schemas.openxmlformats.org/drawingml/2006/main">
            <a:off x="9658350" y="2971800"/>
            <a:ext cx="228600" cy="266700"/>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8" name="Google Shape;718;p14">
            <a:extLst xmlns:a="http://schemas.openxmlformats.org/drawingml/2006/main">
              <a:ext uri="{FF2B5EF4-FFF2-40B4-BE49-F238E27FC236}">
                <a16:creationId xmlns:a16="http://schemas.microsoft.com/office/drawing/2014/main" id="{81E33D14-28C2-4BB8-80DD-91BB99C8AB75}"/>
              </a:ext>
            </a:extLst>
          </p:cNvPr>
          <p:cNvSpPr>
            <a:spLocks xmlns:a="http://schemas.openxmlformats.org/drawingml/2006/main" noGrp="1"/>
          </p:cNvSpPr>
          <p:nvPr/>
        </p:nvSpPr>
        <p:spPr>
          <a:xfrm xmlns:a="http://schemas.openxmlformats.org/drawingml/2006/main">
            <a:off x="781050" y="4114800"/>
            <a:ext cx="5810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REVERSE TRACE  ·  Which evidence supports this delivered item?</a:t>
            </a:r>
            <a:endParaRPr/>
          </a:p>
        </p:txBody>
      </p:sp>
      <p:sp>
        <p:nvSpPr>
          <p:cNvPr id="719" name="Google Shape;719;p14">
            <a:extLst xmlns:a="http://schemas.openxmlformats.org/drawingml/2006/main">
              <a:ext uri="{FF2B5EF4-FFF2-40B4-BE49-F238E27FC236}">
                <a16:creationId xmlns:a16="http://schemas.microsoft.com/office/drawing/2014/main" id="{0B36C791-A0C5-43CA-9447-BF14F1D41D61}"/>
              </a:ext>
            </a:extLst>
          </p:cNvPr>
          <p:cNvSpPr>
            <a:spLocks xmlns:a="http://schemas.openxmlformats.org/drawingml/2006/main" noGrp="1"/>
          </p:cNvSpPr>
          <p:nvPr/>
        </p:nvSpPr>
        <p:spPr>
          <a:xfrm xmlns:a="http://schemas.openxmlformats.org/drawingml/2006/main">
            <a:off x="2047875" y="4457700"/>
            <a:ext cx="8715375" cy="57150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20" name="Google Shape;720;p14">
            <a:extLst xmlns:a="http://schemas.openxmlformats.org/drawingml/2006/main">
              <a:ext uri="{FF2B5EF4-FFF2-40B4-BE49-F238E27FC236}">
                <a16:creationId xmlns:a16="http://schemas.microsoft.com/office/drawing/2014/main" id="{8E2BB62E-0C34-4671-8F1D-931AD04A6F20}"/>
              </a:ext>
            </a:extLst>
          </p:cNvPr>
          <p:cNvSpPr>
            <a:spLocks xmlns:a="http://schemas.openxmlformats.org/drawingml/2006/main" noGrp="1"/>
          </p:cNvSpPr>
          <p:nvPr/>
        </p:nvSpPr>
        <p:spPr>
          <a:xfrm xmlns:a="http://schemas.openxmlformats.org/drawingml/2006/main">
            <a:off x="1428750" y="4457700"/>
            <a:ext cx="952500" cy="571500"/>
          </a:xfrm>
          <a:prstGeom xmlns:a="http://schemas.openxmlformats.org/drawingml/2006/main" prst="leftArrow">
            <a:avLst>
              <a:gd name="adj1" fmla="val 50000"/>
              <a:gd name="adj2" fmla="val 50000"/>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21" name="Google Shape;721;p14">
            <a:extLst xmlns:a="http://schemas.openxmlformats.org/drawingml/2006/main">
              <a:ext uri="{FF2B5EF4-FFF2-40B4-BE49-F238E27FC236}">
                <a16:creationId xmlns:a16="http://schemas.microsoft.com/office/drawing/2014/main" id="{67D4FC9B-5250-48BB-8A03-9EB13EA0E4B9}"/>
              </a:ext>
            </a:extLst>
          </p:cNvPr>
          <p:cNvSpPr>
            <a:spLocks xmlns:a="http://schemas.openxmlformats.org/drawingml/2006/main" noGrp="1"/>
          </p:cNvSpPr>
          <p:nvPr/>
        </p:nvSpPr>
        <p:spPr>
          <a:xfrm xmlns:a="http://schemas.openxmlformats.org/drawingml/2006/main">
            <a:off x="2428875" y="4562475"/>
            <a:ext cx="7858125"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088"/>
              <a:buFont typeface="Arial"/>
              <a:buNone/>
            </a:pPr>
            <a:r>
              <a:rPr sz="1088" b="1">
                <a:solidFill>
                  <a:srgbClr val="FFFFFF"/>
                </a:solidFill>
              </a:rPr>
              <a:t>Story + criteria  →  Feature  →  Epic  →  PRD  →  Requirement  →  Citation  →  source evidence</a:t>
            </a:r>
            <a:endParaRPr/>
          </a:p>
        </p:txBody>
      </p:sp>
      <p:sp>
        <p:nvSpPr>
          <p:cNvPr id="722" name="Google Shape;722;p14">
            <a:extLst xmlns:a="http://schemas.openxmlformats.org/drawingml/2006/main">
              <a:ext uri="{FF2B5EF4-FFF2-40B4-BE49-F238E27FC236}">
                <a16:creationId xmlns:a16="http://schemas.microsoft.com/office/drawing/2014/main" id="{070A5DC9-586B-46EF-B021-33E76EDAA17E}"/>
              </a:ext>
            </a:extLst>
          </p:cNvPr>
          <p:cNvSpPr>
            <a:spLocks xmlns:a="http://schemas.openxmlformats.org/drawingml/2006/main" noGrp="1"/>
          </p:cNvSpPr>
          <p:nvPr/>
        </p:nvSpPr>
        <p:spPr>
          <a:xfrm xmlns:a="http://schemas.openxmlformats.org/drawingml/2006/main">
            <a:off x="781050" y="5143500"/>
            <a:ext cx="14668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800"/>
              <a:buFont typeface="Arial"/>
              <a:buNone/>
            </a:pPr>
            <a:r>
              <a:rPr sz="1800" b="1">
                <a:solidFill>
                  <a:srgbClr val="2F6F57"/>
                </a:solidFill>
              </a:rPr>
              <a:t>145</a:t>
            </a:r>
            <a:endParaRPr/>
          </a:p>
        </p:txBody>
      </p:sp>
      <p:sp>
        <p:nvSpPr>
          <p:cNvPr id="723" name="Google Shape;723;p14">
            <a:extLst xmlns:a="http://schemas.openxmlformats.org/drawingml/2006/main">
              <a:ext uri="{FF2B5EF4-FFF2-40B4-BE49-F238E27FC236}">
                <a16:creationId xmlns:a16="http://schemas.microsoft.com/office/drawing/2014/main" id="{56BC3DD3-D6FD-4FD3-A077-D352FE1E39FE}"/>
              </a:ext>
            </a:extLst>
          </p:cNvPr>
          <p:cNvSpPr>
            <a:spLocks xmlns:a="http://schemas.openxmlformats.org/drawingml/2006/main" noGrp="1"/>
          </p:cNvSpPr>
          <p:nvPr/>
        </p:nvSpPr>
        <p:spPr>
          <a:xfrm xmlns:a="http://schemas.openxmlformats.org/drawingml/2006/main">
            <a:off x="781050" y="5486400"/>
            <a:ext cx="14668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citations indexed</a:t>
            </a:r>
            <a:endParaRPr/>
          </a:p>
        </p:txBody>
      </p:sp>
      <p:sp>
        <p:nvSpPr>
          <p:cNvPr id="724" name="Google Shape;724;p14">
            <a:extLst xmlns:a="http://schemas.openxmlformats.org/drawingml/2006/main">
              <a:ext uri="{FF2B5EF4-FFF2-40B4-BE49-F238E27FC236}">
                <a16:creationId xmlns:a16="http://schemas.microsoft.com/office/drawing/2014/main" id="{7503F355-1E4A-4A91-BBE7-7BE5A28729D6}"/>
              </a:ext>
            </a:extLst>
          </p:cNvPr>
          <p:cNvSpPr>
            <a:spLocks xmlns:a="http://schemas.openxmlformats.org/drawingml/2006/main" noGrp="1"/>
          </p:cNvSpPr>
          <p:nvPr/>
        </p:nvSpPr>
        <p:spPr>
          <a:xfrm xmlns:a="http://schemas.openxmlformats.org/drawingml/2006/main">
            <a:off x="3019425" y="5143500"/>
            <a:ext cx="19526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800"/>
              <a:buFont typeface="Arial"/>
              <a:buNone/>
            </a:pPr>
            <a:r>
              <a:rPr sz="1800" b="1">
                <a:solidFill>
                  <a:srgbClr val="2F6F57"/>
                </a:solidFill>
              </a:rPr>
              <a:t>145 / 145</a:t>
            </a:r>
            <a:endParaRPr/>
          </a:p>
        </p:txBody>
      </p:sp>
      <p:sp>
        <p:nvSpPr>
          <p:cNvPr id="725" name="Google Shape;725;p14">
            <a:extLst xmlns:a="http://schemas.openxmlformats.org/drawingml/2006/main">
              <a:ext uri="{FF2B5EF4-FFF2-40B4-BE49-F238E27FC236}">
                <a16:creationId xmlns:a16="http://schemas.microsoft.com/office/drawing/2014/main" id="{BF49B2E8-B0B9-4DB4-8012-C65BFA42DB6A}"/>
              </a:ext>
            </a:extLst>
          </p:cNvPr>
          <p:cNvSpPr>
            <a:spLocks xmlns:a="http://schemas.openxmlformats.org/drawingml/2006/main" noGrp="1"/>
          </p:cNvSpPr>
          <p:nvPr/>
        </p:nvSpPr>
        <p:spPr>
          <a:xfrm xmlns:a="http://schemas.openxmlformats.org/drawingml/2006/main">
            <a:off x="3019425" y="5486400"/>
            <a:ext cx="1952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terminal dispositions</a:t>
            </a:r>
            <a:endParaRPr/>
          </a:p>
        </p:txBody>
      </p:sp>
      <p:sp>
        <p:nvSpPr>
          <p:cNvPr id="726" name="Google Shape;726;p14">
            <a:extLst xmlns:a="http://schemas.openxmlformats.org/drawingml/2006/main">
              <a:ext uri="{FF2B5EF4-FFF2-40B4-BE49-F238E27FC236}">
                <a16:creationId xmlns:a16="http://schemas.microsoft.com/office/drawing/2014/main" id="{B4BB17F5-ABEB-432C-B4B6-2BA69EFBD709}"/>
              </a:ext>
            </a:extLst>
          </p:cNvPr>
          <p:cNvSpPr>
            <a:spLocks xmlns:a="http://schemas.openxmlformats.org/drawingml/2006/main" noGrp="1"/>
          </p:cNvSpPr>
          <p:nvPr/>
        </p:nvSpPr>
        <p:spPr>
          <a:xfrm xmlns:a="http://schemas.openxmlformats.org/drawingml/2006/main">
            <a:off x="5581650" y="5143500"/>
            <a:ext cx="14668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800"/>
              <a:buFont typeface="Arial"/>
              <a:buNone/>
            </a:pPr>
            <a:r>
              <a:rPr sz="1800" b="1">
                <a:solidFill>
                  <a:srgbClr val="2F6F57"/>
                </a:solidFill>
              </a:rPr>
              <a:t>0</a:t>
            </a:r>
            <a:endParaRPr/>
          </a:p>
        </p:txBody>
      </p:sp>
      <p:sp>
        <p:nvSpPr>
          <p:cNvPr id="727" name="Google Shape;727;p14">
            <a:extLst xmlns:a="http://schemas.openxmlformats.org/drawingml/2006/main">
              <a:ext uri="{FF2B5EF4-FFF2-40B4-BE49-F238E27FC236}">
                <a16:creationId xmlns:a16="http://schemas.microsoft.com/office/drawing/2014/main" id="{2ACEA63C-6E01-4698-8CD6-6EE199F3229D}"/>
              </a:ext>
            </a:extLst>
          </p:cNvPr>
          <p:cNvSpPr>
            <a:spLocks xmlns:a="http://schemas.openxmlformats.org/drawingml/2006/main" noGrp="1"/>
          </p:cNvSpPr>
          <p:nvPr/>
        </p:nvSpPr>
        <p:spPr>
          <a:xfrm xmlns:a="http://schemas.openxmlformats.org/drawingml/2006/main">
            <a:off x="5581650" y="5486400"/>
            <a:ext cx="14668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orphan citations</a:t>
            </a:r>
            <a:endParaRPr/>
          </a:p>
        </p:txBody>
      </p:sp>
      <p:sp>
        <p:nvSpPr>
          <p:cNvPr id="728" name="Google Shape;728;p14">
            <a:extLst xmlns:a="http://schemas.openxmlformats.org/drawingml/2006/main">
              <a:ext uri="{FF2B5EF4-FFF2-40B4-BE49-F238E27FC236}">
                <a16:creationId xmlns:a16="http://schemas.microsoft.com/office/drawing/2014/main" id="{779E992F-CF9B-48BC-ACCC-504909024AFF}"/>
              </a:ext>
            </a:extLst>
          </p:cNvPr>
          <p:cNvSpPr>
            <a:spLocks xmlns:a="http://schemas.openxmlformats.org/drawingml/2006/main" noGrp="1"/>
          </p:cNvSpPr>
          <p:nvPr/>
        </p:nvSpPr>
        <p:spPr>
          <a:xfrm xmlns:a="http://schemas.openxmlformats.org/drawingml/2006/main">
            <a:off x="7715250" y="5143500"/>
            <a:ext cx="14668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800"/>
              <a:buFont typeface="Arial"/>
              <a:buNone/>
            </a:pPr>
            <a:r>
              <a:rPr sz="1800" b="1">
                <a:solidFill>
                  <a:srgbClr val="2F6F57"/>
                </a:solidFill>
              </a:rPr>
              <a:t>0</a:t>
            </a:r>
            <a:endParaRPr/>
          </a:p>
        </p:txBody>
      </p:sp>
      <p:sp>
        <p:nvSpPr>
          <p:cNvPr id="729" name="Google Shape;729;p14">
            <a:extLst xmlns:a="http://schemas.openxmlformats.org/drawingml/2006/main">
              <a:ext uri="{FF2B5EF4-FFF2-40B4-BE49-F238E27FC236}">
                <a16:creationId xmlns:a16="http://schemas.microsoft.com/office/drawing/2014/main" id="{32634ECA-4920-41BD-811E-F87543D60D26}"/>
              </a:ext>
            </a:extLst>
          </p:cNvPr>
          <p:cNvSpPr>
            <a:spLocks xmlns:a="http://schemas.openxmlformats.org/drawingml/2006/main" noGrp="1"/>
          </p:cNvSpPr>
          <p:nvPr/>
        </p:nvSpPr>
        <p:spPr>
          <a:xfrm xmlns:a="http://schemas.openxmlformats.org/drawingml/2006/main">
            <a:off x="7715250" y="5486400"/>
            <a:ext cx="14668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orphan PRD elements</a:t>
            </a:r>
            <a:endParaRPr/>
          </a:p>
        </p:txBody>
      </p:sp>
      <p:sp>
        <p:nvSpPr>
          <p:cNvPr id="730" name="Google Shape;730;p14">
            <a:extLst xmlns:a="http://schemas.openxmlformats.org/drawingml/2006/main">
              <a:ext uri="{FF2B5EF4-FFF2-40B4-BE49-F238E27FC236}">
                <a16:creationId xmlns:a16="http://schemas.microsoft.com/office/drawing/2014/main" id="{2F55F577-22CC-4032-B706-F51DB2B540AC}"/>
              </a:ext>
            </a:extLst>
          </p:cNvPr>
          <p:cNvSpPr>
            <a:spLocks xmlns:a="http://schemas.openxmlformats.org/drawingml/2006/main" noGrp="1"/>
          </p:cNvSpPr>
          <p:nvPr/>
        </p:nvSpPr>
        <p:spPr>
          <a:xfrm xmlns:a="http://schemas.openxmlformats.org/drawingml/2006/main">
            <a:off x="9925050" y="5143500"/>
            <a:ext cx="14668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800"/>
              <a:buFont typeface="Arial"/>
              <a:buNone/>
            </a:pPr>
            <a:r>
              <a:rPr sz="1800" b="1">
                <a:solidFill>
                  <a:srgbClr val="2F6F57"/>
                </a:solidFill>
              </a:rPr>
              <a:t>0</a:t>
            </a:r>
            <a:endParaRPr/>
          </a:p>
        </p:txBody>
      </p:sp>
      <p:sp>
        <p:nvSpPr>
          <p:cNvPr id="731" name="Google Shape;731;p14">
            <a:extLst xmlns:a="http://schemas.openxmlformats.org/drawingml/2006/main">
              <a:ext uri="{FF2B5EF4-FFF2-40B4-BE49-F238E27FC236}">
                <a16:creationId xmlns:a16="http://schemas.microsoft.com/office/drawing/2014/main" id="{E4C75AAF-FE80-4AE7-9434-F0E209189887}"/>
              </a:ext>
            </a:extLst>
          </p:cNvPr>
          <p:cNvSpPr>
            <a:spLocks xmlns:a="http://schemas.openxmlformats.org/drawingml/2006/main" noGrp="1"/>
          </p:cNvSpPr>
          <p:nvPr/>
        </p:nvSpPr>
        <p:spPr>
          <a:xfrm xmlns:a="http://schemas.openxmlformats.org/drawingml/2006/main">
            <a:off x="9925050" y="5486400"/>
            <a:ext cx="14668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orphan delivery items</a:t>
            </a:r>
            <a:endParaRPr/>
          </a:p>
        </p:txBody>
      </p:sp>
      <p:sp>
        <p:nvSpPr>
          <p:cNvPr id="732" name="Google Shape;732;p14">
            <a:extLst xmlns:a="http://schemas.openxmlformats.org/drawingml/2006/main">
              <a:ext uri="{FF2B5EF4-FFF2-40B4-BE49-F238E27FC236}">
                <a16:creationId xmlns:a16="http://schemas.microsoft.com/office/drawing/2014/main" id="{5543AA97-3239-43BC-9D42-70E5B0C4EB51}"/>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33" name="Google Shape;733;p14">
            <a:extLst xmlns:a="http://schemas.openxmlformats.org/drawingml/2006/main">
              <a:ext uri="{FF2B5EF4-FFF2-40B4-BE49-F238E27FC236}">
                <a16:creationId xmlns:a16="http://schemas.microsoft.com/office/drawing/2014/main" id="{6F026895-0637-4EEC-9E6B-B0AAF78B1817}"/>
              </a:ext>
            </a:extLst>
          </p:cNvPr>
          <p:cNvSpPr>
            <a:spLocks xmlns:a="http://schemas.openxmlformats.org/drawingml/2006/main" noGrp="1"/>
          </p:cNvSpPr>
          <p:nvPr/>
        </p:nvSpPr>
        <p:spPr>
          <a:xfrm xmlns:a="http://schemas.openxmlformats.org/drawingml/2006/main">
            <a:off x="781050" y="6267450"/>
            <a:ext cx="2095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RELEASE CONTROL</a:t>
            </a:r>
            <a:endParaRPr/>
          </a:p>
        </p:txBody>
      </p:sp>
      <p:sp>
        <p:nvSpPr>
          <p:cNvPr id="734" name="Google Shape;734;p14">
            <a:extLst xmlns:a="http://schemas.openxmlformats.org/drawingml/2006/main">
              <a:ext uri="{FF2B5EF4-FFF2-40B4-BE49-F238E27FC236}">
                <a16:creationId xmlns:a16="http://schemas.microsoft.com/office/drawing/2014/main" id="{568F6DE3-F4C6-4813-BC34-F6DF81D0CA23}"/>
              </a:ext>
            </a:extLst>
          </p:cNvPr>
          <p:cNvSpPr>
            <a:spLocks xmlns:a="http://schemas.openxmlformats.org/drawingml/2006/main" noGrp="1"/>
          </p:cNvSpPr>
          <p:nvPr/>
        </p:nvSpPr>
        <p:spPr>
          <a:xfrm xmlns:a="http://schemas.openxmlformats.org/drawingml/2006/main">
            <a:off x="2857500" y="6267450"/>
            <a:ext cx="85534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75"/>
              <a:buFont typeface="Arial"/>
              <a:buNone/>
            </a:pPr>
            <a:r>
              <a:rPr sz="1275" b="1">
                <a:solidFill>
                  <a:srgbClr val="FFFFFF"/>
                </a:solidFill>
              </a:rPr>
              <a:t>Final export fails closed unless citation, PRD, and delivery sets reconcile in both directions.</a:t>
            </a:r>
            <a:endParaRPr/>
          </a:p>
        </p:txBody>
      </p:sp>
    </p:spTree>
    <p:extLst>
      <p:ext uri="{BB962C8B-B14F-4D97-AF65-F5344CB8AC3E}">
        <p14:creationId xmlns:p14="http://schemas.microsoft.com/office/powerpoint/2010/main" val="423508999"/>
      </p:ext>
    </p:extLst>
  </p:cSld>
</p:sld>
</file>

<file path=ppt/slides/slide15.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740" name="Google Shape;740;p15">
            <a:extLst xmlns:a="http://schemas.openxmlformats.org/drawingml/2006/main">
              <a:ext uri="{FF2B5EF4-FFF2-40B4-BE49-F238E27FC236}">
                <a16:creationId xmlns:a16="http://schemas.microsoft.com/office/drawing/2014/main" id="{3214B0D8-A9B2-41DF-B61C-F6B09B8FFDB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41" name="Google Shape;741;p15">
            <a:extLst xmlns:a="http://schemas.openxmlformats.org/drawingml/2006/main">
              <a:ext uri="{FF2B5EF4-FFF2-40B4-BE49-F238E27FC236}">
                <a16:creationId xmlns:a16="http://schemas.microsoft.com/office/drawing/2014/main" id="{3F319E1A-4326-4A42-902F-797DBA74A5F1}"/>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42" name="Google Shape;742;p15">
            <a:extLst xmlns:a="http://schemas.openxmlformats.org/drawingml/2006/main">
              <a:ext uri="{FF2B5EF4-FFF2-40B4-BE49-F238E27FC236}">
                <a16:creationId xmlns:a16="http://schemas.microsoft.com/office/drawing/2014/main" id="{3EE6CDA6-0DCB-4EF8-91E3-1A48BB3AFAD3}"/>
              </a:ext>
            </a:extLst>
          </p:cNvPr>
          <p:cNvSpPr>
            <a:spLocks xmlns:a="http://schemas.openxmlformats.org/drawingml/2006/main" noGrp="1"/>
          </p:cNvSpPr>
          <p:nvPr/>
        </p:nvSpPr>
        <p:spPr>
          <a:xfrm xmlns:a="http://schemas.openxmlformats.org/drawingml/2006/main">
            <a:off x="781050" y="55245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15  ·  FULLY LOADED COST</a:t>
            </a:r>
            <a:endParaRPr/>
          </a:p>
        </p:txBody>
      </p:sp>
      <p:sp>
        <p:nvSpPr>
          <p:cNvPr id="743" name="Google Shape;743;p15">
            <a:extLst xmlns:a="http://schemas.openxmlformats.org/drawingml/2006/main">
              <a:ext uri="{FF2B5EF4-FFF2-40B4-BE49-F238E27FC236}">
                <a16:creationId xmlns:a16="http://schemas.microsoft.com/office/drawing/2014/main" id="{9EC13D9E-EA6D-4DFF-BBA7-1D519B60ADF7}"/>
              </a:ext>
            </a:extLst>
          </p:cNvPr>
          <p:cNvSpPr>
            <a:spLocks xmlns:a="http://schemas.openxmlformats.org/drawingml/2006/main" noGrp="1"/>
          </p:cNvSpPr>
          <p:nvPr/>
        </p:nvSpPr>
        <p:spPr>
          <a:xfrm xmlns:a="http://schemas.openxmlformats.org/drawingml/2006/main">
            <a:off x="781050" y="885825"/>
            <a:ext cx="106489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Fully loaded cost establishes an operational baseline</a:t>
            </a:r>
            <a:endParaRPr/>
          </a:p>
        </p:txBody>
      </p:sp>
      <p:sp>
        <p:nvSpPr>
          <p:cNvPr id="744" name="Google Shape;744;p15">
            <a:extLst xmlns:a="http://schemas.openxmlformats.org/drawingml/2006/main">
              <a:ext uri="{FF2B5EF4-FFF2-40B4-BE49-F238E27FC236}">
                <a16:creationId xmlns:a16="http://schemas.microsoft.com/office/drawing/2014/main" id="{14DC13B2-1342-468B-9B53-AD19687C2A4A}"/>
              </a:ext>
            </a:extLst>
          </p:cNvPr>
          <p:cNvSpPr>
            <a:spLocks xmlns:a="http://schemas.openxmlformats.org/drawingml/2006/main" noGrp="1"/>
          </p:cNvSpPr>
          <p:nvPr/>
        </p:nvSpPr>
        <p:spPr>
          <a:xfrm xmlns:a="http://schemas.openxmlformats.org/drawingml/2006/main">
            <a:off x="781050" y="1524000"/>
            <a:ext cx="106489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The accepted baseline deliberately uses GPT-5.6 Terra where grounded reasoning and evaluation quality are release-critical.</a:t>
            </a:r>
            <a:endParaRPr/>
          </a:p>
        </p:txBody>
      </p:sp>
      <p:sp>
        <p:nvSpPr>
          <p:cNvPr id="745" name="Google Shape;745;p15">
            <a:extLst xmlns:a="http://schemas.openxmlformats.org/drawingml/2006/main">
              <a:ext uri="{FF2B5EF4-FFF2-40B4-BE49-F238E27FC236}">
                <a16:creationId xmlns:a16="http://schemas.microsoft.com/office/drawing/2014/main" id="{DB394543-51FC-45DA-865C-474D88BA6042}"/>
              </a:ext>
            </a:extLst>
          </p:cNvPr>
          <p:cNvSpPr>
            <a:spLocks xmlns:a="http://schemas.openxmlformats.org/drawingml/2006/main" noGrp="1"/>
          </p:cNvSpPr>
          <p:nvPr/>
        </p:nvSpPr>
        <p:spPr>
          <a:xfrm xmlns:a="http://schemas.openxmlformats.org/drawingml/2006/main">
            <a:off x="781050" y="2095500"/>
            <a:ext cx="10629900" cy="1066800"/>
          </a:xfrm>
          <a:prstGeom xmlns:a="http://schemas.openxmlformats.org/drawingml/2006/main" prst="roundRect">
            <a:avLst>
              <a:gd name="adj" fmla="val 7143"/>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46" name="Google Shape;746;p15">
            <a:extLst xmlns:a="http://schemas.openxmlformats.org/drawingml/2006/main">
              <a:ext uri="{FF2B5EF4-FFF2-40B4-BE49-F238E27FC236}">
                <a16:creationId xmlns:a16="http://schemas.microsoft.com/office/drawing/2014/main" id="{41ED0FFE-CD1E-4C00-9024-FDCA5CE0D2BB}"/>
              </a:ext>
            </a:extLst>
          </p:cNvPr>
          <p:cNvSpPr>
            <a:spLocks xmlns:a="http://schemas.openxmlformats.org/drawingml/2006/main" noGrp="1"/>
          </p:cNvSpPr>
          <p:nvPr/>
        </p:nvSpPr>
        <p:spPr>
          <a:xfrm xmlns:a="http://schemas.openxmlformats.org/drawingml/2006/main">
            <a:off x="1066800" y="2238375"/>
            <a:ext cx="2952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3000"/>
              <a:buFont typeface="Arial"/>
              <a:buNone/>
            </a:pPr>
            <a:r>
              <a:rPr sz="3000" b="1">
                <a:solidFill>
                  <a:srgbClr val="FFFFFF"/>
                </a:solidFill>
              </a:rPr>
              <a:t>$1.474409</a:t>
            </a:r>
            <a:endParaRPr/>
          </a:p>
        </p:txBody>
      </p:sp>
      <p:sp>
        <p:nvSpPr>
          <p:cNvPr id="747" name="Google Shape;747;p15">
            <a:extLst xmlns:a="http://schemas.openxmlformats.org/drawingml/2006/main">
              <a:ext uri="{FF2B5EF4-FFF2-40B4-BE49-F238E27FC236}">
                <a16:creationId xmlns:a16="http://schemas.microsoft.com/office/drawing/2014/main" id="{3D485244-D46D-4FB3-8FB6-EC78E968D3DC}"/>
              </a:ext>
            </a:extLst>
          </p:cNvPr>
          <p:cNvSpPr>
            <a:spLocks xmlns:a="http://schemas.openxmlformats.org/drawingml/2006/main" noGrp="1"/>
          </p:cNvSpPr>
          <p:nvPr/>
        </p:nvSpPr>
        <p:spPr>
          <a:xfrm xmlns:a="http://schemas.openxmlformats.org/drawingml/2006/main">
            <a:off x="1066800" y="2724150"/>
            <a:ext cx="2952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1013"/>
              <a:buFont typeface="Arial"/>
              <a:buNone/>
            </a:pPr>
            <a:r>
              <a:rPr sz="1013" b="1">
                <a:solidFill>
                  <a:srgbClr val="C9C6D8"/>
                </a:solidFill>
              </a:rPr>
              <a:t>fully loaded cost per accepted run</a:t>
            </a:r>
            <a:endParaRPr/>
          </a:p>
        </p:txBody>
      </p:sp>
      <p:sp>
        <p:nvSpPr>
          <p:cNvPr id="748" name="Google Shape;748;p15">
            <a:extLst xmlns:a="http://schemas.openxmlformats.org/drawingml/2006/main">
              <a:ext uri="{FF2B5EF4-FFF2-40B4-BE49-F238E27FC236}">
                <a16:creationId xmlns:a16="http://schemas.microsoft.com/office/drawing/2014/main" id="{B91E08EB-7B90-4E64-A964-1E16295F1F4D}"/>
              </a:ext>
            </a:extLst>
          </p:cNvPr>
          <p:cNvSpPr>
            <a:spLocks xmlns:a="http://schemas.openxmlformats.org/drawingml/2006/main" noGrp="1"/>
          </p:cNvSpPr>
          <p:nvPr/>
        </p:nvSpPr>
        <p:spPr>
          <a:xfrm xmlns:a="http://schemas.openxmlformats.org/drawingml/2006/main">
            <a:off x="4362450" y="2324100"/>
            <a:ext cx="19050" cy="619125"/>
          </a:xfrm>
          <a:prstGeom xmlns:a="http://schemas.openxmlformats.org/drawingml/2006/main" prst="rect">
            <a:avLst/>
          </a:prstGeom>
          <a:solidFill xmlns:a="http://schemas.openxmlformats.org/drawingml/2006/main">
            <a:srgbClr val="44445A"/>
          </a:solidFill>
          <a:ln xmlns:a="http://schemas.openxmlformats.org/drawingml/2006/main" w="9525" cmpd="sng">
            <a:solidFill>
              <a:srgbClr val="4444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49" name="Google Shape;749;p15">
            <a:extLst xmlns:a="http://schemas.openxmlformats.org/drawingml/2006/main">
              <a:ext uri="{FF2B5EF4-FFF2-40B4-BE49-F238E27FC236}">
                <a16:creationId xmlns:a16="http://schemas.microsoft.com/office/drawing/2014/main" id="{397CDBC0-3E37-4748-8D60-BFFF9A795C95}"/>
              </a:ext>
            </a:extLst>
          </p:cNvPr>
          <p:cNvSpPr>
            <a:spLocks xmlns:a="http://schemas.openxmlformats.org/drawingml/2006/main" noGrp="1"/>
          </p:cNvSpPr>
          <p:nvPr/>
        </p:nvSpPr>
        <p:spPr>
          <a:xfrm xmlns:a="http://schemas.openxmlformats.org/drawingml/2006/main">
            <a:off x="4762500" y="2238375"/>
            <a:ext cx="24765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2850"/>
              <a:buFont typeface="Arial"/>
              <a:buNone/>
            </a:pPr>
            <a:r>
              <a:rPr sz="2850" b="1">
                <a:solidFill>
                  <a:srgbClr val="FFFFFF"/>
                </a:solidFill>
              </a:rPr>
              <a:t>545,467</a:t>
            </a:r>
            <a:endParaRPr/>
          </a:p>
        </p:txBody>
      </p:sp>
      <p:sp>
        <p:nvSpPr>
          <p:cNvPr id="750" name="Google Shape;750;p15">
            <a:extLst xmlns:a="http://schemas.openxmlformats.org/drawingml/2006/main">
              <a:ext uri="{FF2B5EF4-FFF2-40B4-BE49-F238E27FC236}">
                <a16:creationId xmlns:a16="http://schemas.microsoft.com/office/drawing/2014/main" id="{5E7ED679-FF32-4ECD-A5B3-542D9059732F}"/>
              </a:ext>
            </a:extLst>
          </p:cNvPr>
          <p:cNvSpPr>
            <a:spLocks xmlns:a="http://schemas.openxmlformats.org/drawingml/2006/main" noGrp="1"/>
          </p:cNvSpPr>
          <p:nvPr/>
        </p:nvSpPr>
        <p:spPr>
          <a:xfrm xmlns:a="http://schemas.openxmlformats.org/drawingml/2006/main">
            <a:off x="4762500" y="2724150"/>
            <a:ext cx="2476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1013"/>
              <a:buFont typeface="Arial"/>
              <a:buNone/>
            </a:pPr>
            <a:r>
              <a:rPr sz="1013" b="1">
                <a:solidFill>
                  <a:srgbClr val="C9C6D8"/>
                </a:solidFill>
              </a:rPr>
              <a:t>observed tokens</a:t>
            </a:r>
            <a:endParaRPr/>
          </a:p>
        </p:txBody>
      </p:sp>
      <p:sp>
        <p:nvSpPr>
          <p:cNvPr id="751" name="Google Shape;751;p15">
            <a:extLst xmlns:a="http://schemas.openxmlformats.org/drawingml/2006/main">
              <a:ext uri="{FF2B5EF4-FFF2-40B4-BE49-F238E27FC236}">
                <a16:creationId xmlns:a16="http://schemas.microsoft.com/office/drawing/2014/main" id="{F55FDBCE-C67D-4FB9-863E-4D0E89902968}"/>
              </a:ext>
            </a:extLst>
          </p:cNvPr>
          <p:cNvSpPr>
            <a:spLocks xmlns:a="http://schemas.openxmlformats.org/drawingml/2006/main" noGrp="1"/>
          </p:cNvSpPr>
          <p:nvPr/>
        </p:nvSpPr>
        <p:spPr>
          <a:xfrm xmlns:a="http://schemas.openxmlformats.org/drawingml/2006/main">
            <a:off x="7620000" y="2324100"/>
            <a:ext cx="19050" cy="619125"/>
          </a:xfrm>
          <a:prstGeom xmlns:a="http://schemas.openxmlformats.org/drawingml/2006/main" prst="rect">
            <a:avLst/>
          </a:prstGeom>
          <a:solidFill xmlns:a="http://schemas.openxmlformats.org/drawingml/2006/main">
            <a:srgbClr val="44445A"/>
          </a:solidFill>
          <a:ln xmlns:a="http://schemas.openxmlformats.org/drawingml/2006/main" w="9525" cmpd="sng">
            <a:solidFill>
              <a:srgbClr val="4444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52" name="Google Shape;752;p15">
            <a:extLst xmlns:a="http://schemas.openxmlformats.org/drawingml/2006/main">
              <a:ext uri="{FF2B5EF4-FFF2-40B4-BE49-F238E27FC236}">
                <a16:creationId xmlns:a16="http://schemas.microsoft.com/office/drawing/2014/main" id="{ED0D0D9F-E314-4B56-931A-246608F15FBB}"/>
              </a:ext>
            </a:extLst>
          </p:cNvPr>
          <p:cNvSpPr>
            <a:spLocks xmlns:a="http://schemas.openxmlformats.org/drawingml/2006/main" noGrp="1"/>
          </p:cNvSpPr>
          <p:nvPr/>
        </p:nvSpPr>
        <p:spPr>
          <a:xfrm xmlns:a="http://schemas.openxmlformats.org/drawingml/2006/main">
            <a:off x="8001000" y="2295525"/>
            <a:ext cx="30480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2025"/>
              <a:buFont typeface="Arial"/>
              <a:buNone/>
            </a:pPr>
            <a:r>
              <a:rPr sz="2025" b="1">
                <a:solidFill>
                  <a:srgbClr val="FFFFFF"/>
                </a:solidFill>
              </a:rPr>
              <a:t>1 run / week</a:t>
            </a:r>
            <a:endParaRPr/>
          </a:p>
        </p:txBody>
      </p:sp>
      <p:sp>
        <p:nvSpPr>
          <p:cNvPr id="753" name="Google Shape;753;p15">
            <a:extLst xmlns:a="http://schemas.openxmlformats.org/drawingml/2006/main">
              <a:ext uri="{FF2B5EF4-FFF2-40B4-BE49-F238E27FC236}">
                <a16:creationId xmlns:a16="http://schemas.microsoft.com/office/drawing/2014/main" id="{F851F4DE-F598-4D5F-9599-142A47C8C7EA}"/>
              </a:ext>
            </a:extLst>
          </p:cNvPr>
          <p:cNvSpPr>
            <a:spLocks xmlns:a="http://schemas.openxmlformats.org/drawingml/2006/main" noGrp="1"/>
          </p:cNvSpPr>
          <p:nvPr/>
        </p:nvSpPr>
        <p:spPr>
          <a:xfrm xmlns:a="http://schemas.openxmlformats.org/drawingml/2006/main">
            <a:off x="8001000" y="2705100"/>
            <a:ext cx="30480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1050"/>
              <a:buFont typeface="Arial"/>
              <a:buNone/>
            </a:pPr>
            <a:r>
              <a:rPr sz="1050" b="1">
                <a:solidFill>
                  <a:srgbClr val="C9C6D8"/>
                </a:solidFill>
              </a:rPr>
              <a:t>≈ $6.38 per user / month</a:t>
            </a:r>
            <a:endParaRPr/>
          </a:p>
        </p:txBody>
      </p:sp>
      <p:sp>
        <p:nvSpPr>
          <p:cNvPr id="754" name="Google Shape;754;p15">
            <a:extLst xmlns:a="http://schemas.openxmlformats.org/drawingml/2006/main">
              <a:ext uri="{FF2B5EF4-FFF2-40B4-BE49-F238E27FC236}">
                <a16:creationId xmlns:a16="http://schemas.microsoft.com/office/drawing/2014/main" id="{F6CFA8E3-C17F-4896-A80C-127D35916597}"/>
              </a:ext>
            </a:extLst>
          </p:cNvPr>
          <p:cNvSpPr>
            <a:spLocks xmlns:a="http://schemas.openxmlformats.org/drawingml/2006/main" noGrp="1"/>
          </p:cNvSpPr>
          <p:nvPr/>
        </p:nvSpPr>
        <p:spPr>
          <a:xfrm xmlns:a="http://schemas.openxmlformats.org/drawingml/2006/main">
            <a:off x="781050" y="3476625"/>
            <a:ext cx="2381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63"/>
              <a:buFont typeface="Arial"/>
              <a:buNone/>
            </a:pPr>
            <a:r>
              <a:rPr sz="863" b="1">
                <a:solidFill>
                  <a:srgbClr val="B85042"/>
                </a:solidFill>
              </a:rPr>
              <a:t>COST COMPOSITION</a:t>
            </a:r>
            <a:endParaRPr/>
          </a:p>
        </p:txBody>
      </p:sp>
      <p:sp>
        <p:nvSpPr>
          <p:cNvPr id="755" name="Google Shape;755;p15">
            <a:extLst xmlns:a="http://schemas.openxmlformats.org/drawingml/2006/main">
              <a:ext uri="{FF2B5EF4-FFF2-40B4-BE49-F238E27FC236}">
                <a16:creationId xmlns:a16="http://schemas.microsoft.com/office/drawing/2014/main" id="{6F63BAD8-254B-4CA4-B491-DF077139390C}"/>
              </a:ext>
            </a:extLst>
          </p:cNvPr>
          <p:cNvSpPr>
            <a:spLocks xmlns:a="http://schemas.openxmlformats.org/drawingml/2006/main" noGrp="1"/>
          </p:cNvSpPr>
          <p:nvPr/>
        </p:nvSpPr>
        <p:spPr>
          <a:xfrm xmlns:a="http://schemas.openxmlformats.org/drawingml/2006/main">
            <a:off x="781050" y="3762375"/>
            <a:ext cx="6667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Semantic evaluation drives most of the loaded cost</a:t>
            </a:r>
            <a:endParaRPr/>
          </a:p>
        </p:txBody>
      </p:sp>
      <p:sp>
        <p:nvSpPr>
          <p:cNvPr id="756" name="Google Shape;756;p15">
            <a:extLst xmlns:a="http://schemas.openxmlformats.org/drawingml/2006/main">
              <a:ext uri="{FF2B5EF4-FFF2-40B4-BE49-F238E27FC236}">
                <a16:creationId xmlns:a16="http://schemas.microsoft.com/office/drawing/2014/main" id="{50136005-9EA0-443A-BE3E-B76EBB0F1059}"/>
              </a:ext>
            </a:extLst>
          </p:cNvPr>
          <p:cNvSpPr>
            <a:spLocks xmlns:a="http://schemas.openxmlformats.org/drawingml/2006/main" noGrp="1"/>
          </p:cNvSpPr>
          <p:nvPr/>
        </p:nvSpPr>
        <p:spPr>
          <a:xfrm xmlns:a="http://schemas.openxmlformats.org/drawingml/2006/main">
            <a:off x="781050" y="4171950"/>
            <a:ext cx="4000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COMPONENT</a:t>
            </a:r>
            <a:endParaRPr/>
          </a:p>
        </p:txBody>
      </p:sp>
      <p:sp>
        <p:nvSpPr>
          <p:cNvPr id="757" name="Google Shape;757;p15">
            <a:extLst xmlns:a="http://schemas.openxmlformats.org/drawingml/2006/main">
              <a:ext uri="{FF2B5EF4-FFF2-40B4-BE49-F238E27FC236}">
                <a16:creationId xmlns:a16="http://schemas.microsoft.com/office/drawing/2014/main" id="{5031B375-8E82-49CF-A76F-AF4424490F5C}"/>
              </a:ext>
            </a:extLst>
          </p:cNvPr>
          <p:cNvSpPr>
            <a:spLocks xmlns:a="http://schemas.openxmlformats.org/drawingml/2006/main" noGrp="1"/>
          </p:cNvSpPr>
          <p:nvPr/>
        </p:nvSpPr>
        <p:spPr>
          <a:xfrm xmlns:a="http://schemas.openxmlformats.org/drawingml/2006/main">
            <a:off x="5334000" y="4171950"/>
            <a:ext cx="1333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TOKENS</a:t>
            </a:r>
            <a:endParaRPr/>
          </a:p>
        </p:txBody>
      </p:sp>
      <p:sp>
        <p:nvSpPr>
          <p:cNvPr id="758" name="Google Shape;758;p15">
            <a:extLst xmlns:a="http://schemas.openxmlformats.org/drawingml/2006/main">
              <a:ext uri="{FF2B5EF4-FFF2-40B4-BE49-F238E27FC236}">
                <a16:creationId xmlns:a16="http://schemas.microsoft.com/office/drawing/2014/main" id="{64595F34-3AF5-4211-B863-D0E6264981FB}"/>
              </a:ext>
            </a:extLst>
          </p:cNvPr>
          <p:cNvSpPr>
            <a:spLocks xmlns:a="http://schemas.openxmlformats.org/drawingml/2006/main" noGrp="1"/>
          </p:cNvSpPr>
          <p:nvPr/>
        </p:nvSpPr>
        <p:spPr>
          <a:xfrm xmlns:a="http://schemas.openxmlformats.org/drawingml/2006/main">
            <a:off x="6858000" y="4171950"/>
            <a:ext cx="1333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COST</a:t>
            </a:r>
            <a:endParaRPr/>
          </a:p>
        </p:txBody>
      </p:sp>
      <p:sp>
        <p:nvSpPr>
          <p:cNvPr id="759" name="Google Shape;759;p15">
            <a:extLst xmlns:a="http://schemas.openxmlformats.org/drawingml/2006/main">
              <a:ext uri="{FF2B5EF4-FFF2-40B4-BE49-F238E27FC236}">
                <a16:creationId xmlns:a16="http://schemas.microsoft.com/office/drawing/2014/main" id="{E4F1F4B7-6E97-4486-BA97-64951C88A229}"/>
              </a:ext>
            </a:extLst>
          </p:cNvPr>
          <p:cNvSpPr>
            <a:spLocks xmlns:a="http://schemas.openxmlformats.org/drawingml/2006/main" noGrp="1"/>
          </p:cNvSpPr>
          <p:nvPr/>
        </p:nvSpPr>
        <p:spPr>
          <a:xfrm xmlns:a="http://schemas.openxmlformats.org/drawingml/2006/main">
            <a:off x="781050" y="4371975"/>
            <a:ext cx="74104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60" name="Google Shape;760;p15">
            <a:extLst xmlns:a="http://schemas.openxmlformats.org/drawingml/2006/main">
              <a:ext uri="{FF2B5EF4-FFF2-40B4-BE49-F238E27FC236}">
                <a16:creationId xmlns:a16="http://schemas.microsoft.com/office/drawing/2014/main" id="{EF9D2753-9292-44B6-8D49-AF9461B094E7}"/>
              </a:ext>
            </a:extLst>
          </p:cNvPr>
          <p:cNvSpPr>
            <a:spLocks xmlns:a="http://schemas.openxmlformats.org/drawingml/2006/main" noGrp="1"/>
          </p:cNvSpPr>
          <p:nvPr/>
        </p:nvSpPr>
        <p:spPr>
          <a:xfrm xmlns:a="http://schemas.openxmlformats.org/drawingml/2006/main">
            <a:off x="781050" y="4371975"/>
            <a:ext cx="66675" cy="5524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61" name="Google Shape;761;p15">
            <a:extLst xmlns:a="http://schemas.openxmlformats.org/drawingml/2006/main">
              <a:ext uri="{FF2B5EF4-FFF2-40B4-BE49-F238E27FC236}">
                <a16:creationId xmlns:a16="http://schemas.microsoft.com/office/drawing/2014/main" id="{7C19E2D6-0D2A-4E0A-8092-7B03697D7426}"/>
              </a:ext>
            </a:extLst>
          </p:cNvPr>
          <p:cNvSpPr>
            <a:spLocks xmlns:a="http://schemas.openxmlformats.org/drawingml/2006/main" noGrp="1"/>
          </p:cNvSpPr>
          <p:nvPr/>
        </p:nvSpPr>
        <p:spPr>
          <a:xfrm xmlns:a="http://schemas.openxmlformats.org/drawingml/2006/main">
            <a:off x="1028700" y="4419600"/>
            <a:ext cx="24288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Pipeline generation</a:t>
            </a:r>
            <a:endParaRPr/>
          </a:p>
        </p:txBody>
      </p:sp>
      <p:sp>
        <p:nvSpPr>
          <p:cNvPr id="762" name="Google Shape;762;p15">
            <a:extLst xmlns:a="http://schemas.openxmlformats.org/drawingml/2006/main">
              <a:ext uri="{FF2B5EF4-FFF2-40B4-BE49-F238E27FC236}">
                <a16:creationId xmlns:a16="http://schemas.microsoft.com/office/drawing/2014/main" id="{67351F71-A713-4CB8-A9F6-97C1B2FE57C5}"/>
              </a:ext>
            </a:extLst>
          </p:cNvPr>
          <p:cNvSpPr>
            <a:spLocks xmlns:a="http://schemas.openxmlformats.org/drawingml/2006/main" noGrp="1"/>
          </p:cNvSpPr>
          <p:nvPr/>
        </p:nvSpPr>
        <p:spPr>
          <a:xfrm xmlns:a="http://schemas.openxmlformats.org/drawingml/2006/main">
            <a:off x="1028700" y="4648200"/>
            <a:ext cx="3714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Core agent generation and transformation</a:t>
            </a:r>
            <a:endParaRPr/>
          </a:p>
        </p:txBody>
      </p:sp>
      <p:sp>
        <p:nvSpPr>
          <p:cNvPr id="763" name="Google Shape;763;p15">
            <a:extLst xmlns:a="http://schemas.openxmlformats.org/drawingml/2006/main">
              <a:ext uri="{FF2B5EF4-FFF2-40B4-BE49-F238E27FC236}">
                <a16:creationId xmlns:a16="http://schemas.microsoft.com/office/drawing/2014/main" id="{3619B4F2-3032-429E-A4C4-96B65F86414D}"/>
              </a:ext>
            </a:extLst>
          </p:cNvPr>
          <p:cNvSpPr>
            <a:spLocks xmlns:a="http://schemas.openxmlformats.org/drawingml/2006/main" noGrp="1"/>
          </p:cNvSpPr>
          <p:nvPr/>
        </p:nvSpPr>
        <p:spPr>
          <a:xfrm xmlns:a="http://schemas.openxmlformats.org/drawingml/2006/main">
            <a:off x="5334000" y="4486275"/>
            <a:ext cx="1333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275"/>
              <a:buFont typeface="Arial"/>
              <a:buNone/>
            </a:pPr>
            <a:r>
              <a:rPr sz="1275" b="1">
                <a:solidFill>
                  <a:srgbClr val="3B6EBF"/>
                </a:solidFill>
              </a:rPr>
              <a:t>59,922</a:t>
            </a:r>
            <a:endParaRPr/>
          </a:p>
        </p:txBody>
      </p:sp>
      <p:sp>
        <p:nvSpPr>
          <p:cNvPr id="764" name="Google Shape;764;p15">
            <a:extLst xmlns:a="http://schemas.openxmlformats.org/drawingml/2006/main">
              <a:ext uri="{FF2B5EF4-FFF2-40B4-BE49-F238E27FC236}">
                <a16:creationId xmlns:a16="http://schemas.microsoft.com/office/drawing/2014/main" id="{79569291-830A-4A01-A99E-69ACBD3A49C6}"/>
              </a:ext>
            </a:extLst>
          </p:cNvPr>
          <p:cNvSpPr>
            <a:spLocks xmlns:a="http://schemas.openxmlformats.org/drawingml/2006/main" noGrp="1"/>
          </p:cNvSpPr>
          <p:nvPr/>
        </p:nvSpPr>
        <p:spPr>
          <a:xfrm xmlns:a="http://schemas.openxmlformats.org/drawingml/2006/main">
            <a:off x="6858000" y="4486275"/>
            <a:ext cx="1333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275"/>
              <a:buFont typeface="Arial"/>
              <a:buNone/>
            </a:pPr>
            <a:r>
              <a:rPr sz="1275" b="1">
                <a:solidFill>
                  <a:srgbClr val="3B6EBF"/>
                </a:solidFill>
              </a:rPr>
              <a:t>$0.228024</a:t>
            </a:r>
            <a:endParaRPr/>
          </a:p>
        </p:txBody>
      </p:sp>
      <p:sp>
        <p:nvSpPr>
          <p:cNvPr id="765" name="Google Shape;765;p15">
            <a:extLst xmlns:a="http://schemas.openxmlformats.org/drawingml/2006/main">
              <a:ext uri="{FF2B5EF4-FFF2-40B4-BE49-F238E27FC236}">
                <a16:creationId xmlns:a16="http://schemas.microsoft.com/office/drawing/2014/main" id="{94AC2B52-FCC7-43B7-9945-C8AC7ECDE941}"/>
              </a:ext>
            </a:extLst>
          </p:cNvPr>
          <p:cNvSpPr>
            <a:spLocks xmlns:a="http://schemas.openxmlformats.org/drawingml/2006/main" noGrp="1"/>
          </p:cNvSpPr>
          <p:nvPr/>
        </p:nvSpPr>
        <p:spPr>
          <a:xfrm xmlns:a="http://schemas.openxmlformats.org/drawingml/2006/main">
            <a:off x="781050" y="5019675"/>
            <a:ext cx="7410450" cy="552450"/>
          </a:xfrm>
          <a:prstGeom xmlns:a="http://schemas.openxmlformats.org/drawingml/2006/main" prst="roundRect">
            <a:avLst>
              <a:gd name="adj" fmla="val 13793"/>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66" name="Google Shape;766;p15">
            <a:extLst xmlns:a="http://schemas.openxmlformats.org/drawingml/2006/main">
              <a:ext uri="{FF2B5EF4-FFF2-40B4-BE49-F238E27FC236}">
                <a16:creationId xmlns:a16="http://schemas.microsoft.com/office/drawing/2014/main" id="{F5A341EE-D7B7-4634-BAC2-42603F46E957}"/>
              </a:ext>
            </a:extLst>
          </p:cNvPr>
          <p:cNvSpPr>
            <a:spLocks xmlns:a="http://schemas.openxmlformats.org/drawingml/2006/main" noGrp="1"/>
          </p:cNvSpPr>
          <p:nvPr/>
        </p:nvSpPr>
        <p:spPr>
          <a:xfrm xmlns:a="http://schemas.openxmlformats.org/drawingml/2006/main">
            <a:off x="781050" y="5019675"/>
            <a:ext cx="66675" cy="552450"/>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67" name="Google Shape;767;p15">
            <a:extLst xmlns:a="http://schemas.openxmlformats.org/drawingml/2006/main">
              <a:ext uri="{FF2B5EF4-FFF2-40B4-BE49-F238E27FC236}">
                <a16:creationId xmlns:a16="http://schemas.microsoft.com/office/drawing/2014/main" id="{6A44534A-5AD4-47C9-8D64-7F2DCAA5D3AB}"/>
              </a:ext>
            </a:extLst>
          </p:cNvPr>
          <p:cNvSpPr>
            <a:spLocks xmlns:a="http://schemas.openxmlformats.org/drawingml/2006/main" noGrp="1"/>
          </p:cNvSpPr>
          <p:nvPr/>
        </p:nvSpPr>
        <p:spPr>
          <a:xfrm xmlns:a="http://schemas.openxmlformats.org/drawingml/2006/main">
            <a:off x="1028700" y="5067300"/>
            <a:ext cx="24288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LLM evaluator calls</a:t>
            </a:r>
            <a:endParaRPr/>
          </a:p>
        </p:txBody>
      </p:sp>
      <p:sp>
        <p:nvSpPr>
          <p:cNvPr id="768" name="Google Shape;768;p15">
            <a:extLst xmlns:a="http://schemas.openxmlformats.org/drawingml/2006/main">
              <a:ext uri="{FF2B5EF4-FFF2-40B4-BE49-F238E27FC236}">
                <a16:creationId xmlns:a16="http://schemas.microsoft.com/office/drawing/2014/main" id="{F76ACF0D-E982-411D-9273-4B6264592CC2}"/>
              </a:ext>
            </a:extLst>
          </p:cNvPr>
          <p:cNvSpPr>
            <a:spLocks xmlns:a="http://schemas.openxmlformats.org/drawingml/2006/main" noGrp="1"/>
          </p:cNvSpPr>
          <p:nvPr/>
        </p:nvSpPr>
        <p:spPr>
          <a:xfrm xmlns:a="http://schemas.openxmlformats.org/drawingml/2006/main">
            <a:off x="1028700" y="5295900"/>
            <a:ext cx="3714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Faithfulness, hallucination, reasonableness</a:t>
            </a:r>
            <a:endParaRPr/>
          </a:p>
        </p:txBody>
      </p:sp>
      <p:sp>
        <p:nvSpPr>
          <p:cNvPr id="769" name="Google Shape;769;p15">
            <a:extLst xmlns:a="http://schemas.openxmlformats.org/drawingml/2006/main">
              <a:ext uri="{FF2B5EF4-FFF2-40B4-BE49-F238E27FC236}">
                <a16:creationId xmlns:a16="http://schemas.microsoft.com/office/drawing/2014/main" id="{A632C54F-3466-47D0-B619-E8E9F90C4C2E}"/>
              </a:ext>
            </a:extLst>
          </p:cNvPr>
          <p:cNvSpPr>
            <a:spLocks xmlns:a="http://schemas.openxmlformats.org/drawingml/2006/main" noGrp="1"/>
          </p:cNvSpPr>
          <p:nvPr/>
        </p:nvSpPr>
        <p:spPr>
          <a:xfrm xmlns:a="http://schemas.openxmlformats.org/drawingml/2006/main">
            <a:off x="5334000" y="5133975"/>
            <a:ext cx="1333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1275"/>
              <a:buFont typeface="Arial"/>
              <a:buNone/>
            </a:pPr>
            <a:r>
              <a:rPr sz="1275" b="1">
                <a:solidFill>
                  <a:srgbClr val="7546C8"/>
                </a:solidFill>
              </a:rPr>
              <a:t>485,545</a:t>
            </a:r>
            <a:endParaRPr/>
          </a:p>
        </p:txBody>
      </p:sp>
      <p:sp>
        <p:nvSpPr>
          <p:cNvPr id="770" name="Google Shape;770;p15">
            <a:extLst xmlns:a="http://schemas.openxmlformats.org/drawingml/2006/main">
              <a:ext uri="{FF2B5EF4-FFF2-40B4-BE49-F238E27FC236}">
                <a16:creationId xmlns:a16="http://schemas.microsoft.com/office/drawing/2014/main" id="{00FD7328-CA6A-40C3-93BD-7111CD8E5D93}"/>
              </a:ext>
            </a:extLst>
          </p:cNvPr>
          <p:cNvSpPr>
            <a:spLocks xmlns:a="http://schemas.openxmlformats.org/drawingml/2006/main" noGrp="1"/>
          </p:cNvSpPr>
          <p:nvPr/>
        </p:nvSpPr>
        <p:spPr>
          <a:xfrm xmlns:a="http://schemas.openxmlformats.org/drawingml/2006/main">
            <a:off x="6858000" y="5133975"/>
            <a:ext cx="1333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1275"/>
              <a:buFont typeface="Arial"/>
              <a:buNone/>
            </a:pPr>
            <a:r>
              <a:rPr sz="1275" b="1">
                <a:solidFill>
                  <a:srgbClr val="7546C8"/>
                </a:solidFill>
              </a:rPr>
              <a:t>$1.246385</a:t>
            </a:r>
            <a:endParaRPr/>
          </a:p>
        </p:txBody>
      </p:sp>
      <p:sp>
        <p:nvSpPr>
          <p:cNvPr id="771" name="Google Shape;771;p15">
            <a:extLst xmlns:a="http://schemas.openxmlformats.org/drawingml/2006/main">
              <a:ext uri="{FF2B5EF4-FFF2-40B4-BE49-F238E27FC236}">
                <a16:creationId xmlns:a16="http://schemas.microsoft.com/office/drawing/2014/main" id="{3B3652FB-2802-4673-BFED-18442E06F84B}"/>
              </a:ext>
            </a:extLst>
          </p:cNvPr>
          <p:cNvSpPr>
            <a:spLocks xmlns:a="http://schemas.openxmlformats.org/drawingml/2006/main" noGrp="1"/>
          </p:cNvSpPr>
          <p:nvPr/>
        </p:nvSpPr>
        <p:spPr>
          <a:xfrm xmlns:a="http://schemas.openxmlformats.org/drawingml/2006/main">
            <a:off x="8667750" y="3476625"/>
            <a:ext cx="27432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63"/>
              <a:buFont typeface="Arial"/>
              <a:buNone/>
            </a:pPr>
            <a:r>
              <a:rPr sz="863" b="1">
                <a:solidFill>
                  <a:srgbClr val="B85042"/>
                </a:solidFill>
              </a:rPr>
              <a:t>OPERATING INTERPRETATION</a:t>
            </a:r>
            <a:endParaRPr/>
          </a:p>
        </p:txBody>
      </p:sp>
      <p:sp>
        <p:nvSpPr>
          <p:cNvPr id="772" name="Google Shape;772;p15">
            <a:extLst xmlns:a="http://schemas.openxmlformats.org/drawingml/2006/main">
              <a:ext uri="{FF2B5EF4-FFF2-40B4-BE49-F238E27FC236}">
                <a16:creationId xmlns:a16="http://schemas.microsoft.com/office/drawing/2014/main" id="{B8E8BD6B-A984-49D2-925A-D961AD29F1DC}"/>
              </a:ext>
            </a:extLst>
          </p:cNvPr>
          <p:cNvSpPr>
            <a:spLocks xmlns:a="http://schemas.openxmlformats.org/drawingml/2006/main" noGrp="1"/>
          </p:cNvSpPr>
          <p:nvPr/>
        </p:nvSpPr>
        <p:spPr>
          <a:xfrm xmlns:a="http://schemas.openxmlformats.org/drawingml/2006/main">
            <a:off x="8667750" y="3790950"/>
            <a:ext cx="27432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3300"/>
              <a:buFont typeface="Arial"/>
              <a:buNone/>
            </a:pPr>
            <a:r>
              <a:rPr sz="3300" b="1">
                <a:solidFill>
                  <a:srgbClr val="7546C8"/>
                </a:solidFill>
              </a:rPr>
              <a:t>84.5%</a:t>
            </a:r>
            <a:endParaRPr/>
          </a:p>
        </p:txBody>
      </p:sp>
      <p:sp>
        <p:nvSpPr>
          <p:cNvPr id="773" name="Google Shape;773;p15">
            <a:extLst xmlns:a="http://schemas.openxmlformats.org/drawingml/2006/main">
              <a:ext uri="{FF2B5EF4-FFF2-40B4-BE49-F238E27FC236}">
                <a16:creationId xmlns:a16="http://schemas.microsoft.com/office/drawing/2014/main" id="{4F51AD42-2162-41D2-BA22-51A161FA71D0}"/>
              </a:ext>
            </a:extLst>
          </p:cNvPr>
          <p:cNvSpPr>
            <a:spLocks xmlns:a="http://schemas.openxmlformats.org/drawingml/2006/main" noGrp="1"/>
          </p:cNvSpPr>
          <p:nvPr/>
        </p:nvSpPr>
        <p:spPr>
          <a:xfrm xmlns:a="http://schemas.openxmlformats.org/drawingml/2006/main">
            <a:off x="8667750" y="4343400"/>
            <a:ext cx="2743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125"/>
              <a:buFont typeface="Arial"/>
              <a:buNone/>
            </a:pPr>
            <a:r>
              <a:rPr sz="1125" b="1">
                <a:solidFill>
                  <a:srgbClr val="1A1A2E"/>
                </a:solidFill>
              </a:rPr>
              <a:t>of cost is semantic evaluation</a:t>
            </a:r>
            <a:endParaRPr/>
          </a:p>
        </p:txBody>
      </p:sp>
      <p:sp>
        <p:nvSpPr>
          <p:cNvPr id="774" name="Google Shape;774;p15">
            <a:extLst xmlns:a="http://schemas.openxmlformats.org/drawingml/2006/main">
              <a:ext uri="{FF2B5EF4-FFF2-40B4-BE49-F238E27FC236}">
                <a16:creationId xmlns:a16="http://schemas.microsoft.com/office/drawing/2014/main" id="{E6752D8B-51FC-4ECC-8FC8-A0E82B560D3C}"/>
              </a:ext>
            </a:extLst>
          </p:cNvPr>
          <p:cNvSpPr>
            <a:spLocks xmlns:a="http://schemas.openxmlformats.org/drawingml/2006/main" noGrp="1"/>
          </p:cNvSpPr>
          <p:nvPr/>
        </p:nvSpPr>
        <p:spPr>
          <a:xfrm xmlns:a="http://schemas.openxmlformats.org/drawingml/2006/main">
            <a:off x="8858250" y="4810125"/>
            <a:ext cx="2362200" cy="209550"/>
          </a:xfrm>
          <a:prstGeom xmlns:a="http://schemas.openxmlformats.org/drawingml/2006/main" prst="roundRect">
            <a:avLst>
              <a:gd name="adj" fmla="val 36364"/>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75" name="Google Shape;775;p15">
            <a:extLst xmlns:a="http://schemas.openxmlformats.org/drawingml/2006/main">
              <a:ext uri="{FF2B5EF4-FFF2-40B4-BE49-F238E27FC236}">
                <a16:creationId xmlns:a16="http://schemas.microsoft.com/office/drawing/2014/main" id="{6B531B65-4281-4390-ACB1-189F45DD969D}"/>
              </a:ext>
            </a:extLst>
          </p:cNvPr>
          <p:cNvSpPr>
            <a:spLocks xmlns:a="http://schemas.openxmlformats.org/drawingml/2006/main" noGrp="1"/>
          </p:cNvSpPr>
          <p:nvPr/>
        </p:nvSpPr>
        <p:spPr>
          <a:xfrm xmlns:a="http://schemas.openxmlformats.org/drawingml/2006/main">
            <a:off x="8858250" y="4810125"/>
            <a:ext cx="361950" cy="209550"/>
          </a:xfrm>
          <a:prstGeom xmlns:a="http://schemas.openxmlformats.org/drawingml/2006/main" prst="roundRect">
            <a:avLst>
              <a:gd name="adj" fmla="val 36364"/>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76" name="Google Shape;776;p15">
            <a:extLst xmlns:a="http://schemas.openxmlformats.org/drawingml/2006/main">
              <a:ext uri="{FF2B5EF4-FFF2-40B4-BE49-F238E27FC236}">
                <a16:creationId xmlns:a16="http://schemas.microsoft.com/office/drawing/2014/main" id="{5975CEEB-815F-4AF8-B44A-015EF06A29BE}"/>
              </a:ext>
            </a:extLst>
          </p:cNvPr>
          <p:cNvSpPr>
            <a:spLocks xmlns:a="http://schemas.openxmlformats.org/drawingml/2006/main" noGrp="1"/>
          </p:cNvSpPr>
          <p:nvPr/>
        </p:nvSpPr>
        <p:spPr>
          <a:xfrm xmlns:a="http://schemas.openxmlformats.org/drawingml/2006/main">
            <a:off x="9220200" y="4810125"/>
            <a:ext cx="2000250" cy="209550"/>
          </a:xfrm>
          <a:prstGeom xmlns:a="http://schemas.openxmlformats.org/drawingml/2006/main" prst="roundRect">
            <a:avLst>
              <a:gd name="adj" fmla="val 36364"/>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77" name="Google Shape;777;p15">
            <a:extLst xmlns:a="http://schemas.openxmlformats.org/drawingml/2006/main">
              <a:ext uri="{FF2B5EF4-FFF2-40B4-BE49-F238E27FC236}">
                <a16:creationId xmlns:a16="http://schemas.microsoft.com/office/drawing/2014/main" id="{B3C9FC3E-9303-4D1B-AB95-CACB485EA977}"/>
              </a:ext>
            </a:extLst>
          </p:cNvPr>
          <p:cNvSpPr>
            <a:spLocks xmlns:a="http://schemas.openxmlformats.org/drawingml/2006/main" noGrp="1"/>
          </p:cNvSpPr>
          <p:nvPr/>
        </p:nvSpPr>
        <p:spPr>
          <a:xfrm xmlns:a="http://schemas.openxmlformats.org/drawingml/2006/main">
            <a:off x="8667750" y="5095875"/>
            <a:ext cx="27432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15.5% generation                    84.5% evaluation</a:t>
            </a:r>
            <a:endParaRPr/>
          </a:p>
        </p:txBody>
      </p:sp>
      <p:sp>
        <p:nvSpPr>
          <p:cNvPr id="778" name="Google Shape;778;p15">
            <a:extLst xmlns:a="http://schemas.openxmlformats.org/drawingml/2006/main">
              <a:ext uri="{FF2B5EF4-FFF2-40B4-BE49-F238E27FC236}">
                <a16:creationId xmlns:a16="http://schemas.microsoft.com/office/drawing/2014/main" id="{4EA1D932-5250-4D5C-8D2E-533335588FE8}"/>
              </a:ext>
            </a:extLst>
          </p:cNvPr>
          <p:cNvSpPr>
            <a:spLocks xmlns:a="http://schemas.openxmlformats.org/drawingml/2006/main" noGrp="1"/>
          </p:cNvSpPr>
          <p:nvPr/>
        </p:nvSpPr>
        <p:spPr>
          <a:xfrm xmlns:a="http://schemas.openxmlformats.org/drawingml/2006/main">
            <a:off x="8667750" y="5314950"/>
            <a:ext cx="27432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Quality-first baseline: retain GPT-5.6 Terra for high-risk reasoning; test lighter models on lower-risk tasks in v0.3.9.</a:t>
            </a:r>
            <a:endParaRPr/>
          </a:p>
        </p:txBody>
      </p:sp>
      <p:sp>
        <p:nvSpPr>
          <p:cNvPr id="779" name="Google Shape;779;p15">
            <a:extLst xmlns:a="http://schemas.openxmlformats.org/drawingml/2006/main">
              <a:ext uri="{FF2B5EF4-FFF2-40B4-BE49-F238E27FC236}">
                <a16:creationId xmlns:a16="http://schemas.microsoft.com/office/drawing/2014/main" id="{B0568E93-6D6A-4DFA-A8CC-D1090EACA69A}"/>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80" name="Google Shape;780;p15">
            <a:extLst xmlns:a="http://schemas.openxmlformats.org/drawingml/2006/main">
              <a:ext uri="{FF2B5EF4-FFF2-40B4-BE49-F238E27FC236}">
                <a16:creationId xmlns:a16="http://schemas.microsoft.com/office/drawing/2014/main" id="{25C9DE14-2069-4A30-A0CA-556246C77927}"/>
              </a:ext>
            </a:extLst>
          </p:cNvPr>
          <p:cNvSpPr>
            <a:spLocks xmlns:a="http://schemas.openxmlformats.org/drawingml/2006/main" noGrp="1"/>
          </p:cNvSpPr>
          <p:nvPr/>
        </p:nvSpPr>
        <p:spPr>
          <a:xfrm xmlns:a="http://schemas.openxmlformats.org/drawingml/2006/main">
            <a:off x="781050" y="6267450"/>
            <a:ext cx="2095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COST BOUNDARY</a:t>
            </a:r>
            <a:endParaRPr/>
          </a:p>
        </p:txBody>
      </p:sp>
      <p:sp>
        <p:nvSpPr>
          <p:cNvPr id="781" name="Google Shape;781;p15">
            <a:extLst xmlns:a="http://schemas.openxmlformats.org/drawingml/2006/main">
              <a:ext uri="{FF2B5EF4-FFF2-40B4-BE49-F238E27FC236}">
                <a16:creationId xmlns:a16="http://schemas.microsoft.com/office/drawing/2014/main" id="{79772354-4F77-4589-83F2-5F1DFC4D759D}"/>
              </a:ext>
            </a:extLst>
          </p:cNvPr>
          <p:cNvSpPr>
            <a:spLocks xmlns:a="http://schemas.openxmlformats.org/drawingml/2006/main" noGrp="1"/>
          </p:cNvSpPr>
          <p:nvPr/>
        </p:nvSpPr>
        <p:spPr>
          <a:xfrm xmlns:a="http://schemas.openxmlformats.org/drawingml/2006/main">
            <a:off x="2800350" y="6267450"/>
            <a:ext cx="86106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38"/>
              <a:buFont typeface="Arial"/>
              <a:buNone/>
            </a:pPr>
            <a:r>
              <a:rPr sz="1238" b="1">
                <a:solidFill>
                  <a:srgbClr val="FFFFFF"/>
                </a:solidFill>
              </a:rPr>
              <a:t>Observed model and evaluator usage for the accepted run; platform subscriptions and optional enterprise services are separate.</a:t>
            </a:r>
            <a:endParaRPr/>
          </a:p>
        </p:txBody>
      </p:sp>
    </p:spTree>
    <p:extLst>
      <p:ext uri="{BB962C8B-B14F-4D97-AF65-F5344CB8AC3E}">
        <p14:creationId xmlns:p14="http://schemas.microsoft.com/office/powerpoint/2010/main" val="1893147380"/>
      </p:ext>
    </p:extLst>
  </p:cSld>
</p:sld>
</file>

<file path=ppt/slides/slide16.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787" name="Google Shape;787;p16">
            <a:extLst xmlns:a="http://schemas.openxmlformats.org/drawingml/2006/main">
              <a:ext uri="{FF2B5EF4-FFF2-40B4-BE49-F238E27FC236}">
                <a16:creationId xmlns:a16="http://schemas.microsoft.com/office/drawing/2014/main" id="{38ACCA29-0BCD-4318-905B-E3C46C5DDD0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88" name="Google Shape;788;p16">
            <a:extLst xmlns:a="http://schemas.openxmlformats.org/drawingml/2006/main">
              <a:ext uri="{FF2B5EF4-FFF2-40B4-BE49-F238E27FC236}">
                <a16:creationId xmlns:a16="http://schemas.microsoft.com/office/drawing/2014/main" id="{6DE93E25-BF9F-4C8D-9634-A9FDBC35AADD}"/>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89" name="Google Shape;789;p16">
            <a:extLst xmlns:a="http://schemas.openxmlformats.org/drawingml/2006/main">
              <a:ext uri="{FF2B5EF4-FFF2-40B4-BE49-F238E27FC236}">
                <a16:creationId xmlns:a16="http://schemas.microsoft.com/office/drawing/2014/main" id="{D26FD2BB-7554-44AB-B0F9-E757BEBC52A6}"/>
              </a:ext>
            </a:extLst>
          </p:cNvPr>
          <p:cNvSpPr>
            <a:spLocks xmlns:a="http://schemas.openxmlformats.org/drawingml/2006/main" noGrp="1"/>
          </p:cNvSpPr>
          <p:nvPr/>
        </p:nvSpPr>
        <p:spPr>
          <a:xfrm xmlns:a="http://schemas.openxmlformats.org/drawingml/2006/main">
            <a:off x="781050" y="552450"/>
            <a:ext cx="533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16  ·  Q4 REFLECTION</a:t>
            </a:r>
            <a:endParaRPr/>
          </a:p>
        </p:txBody>
      </p:sp>
      <p:sp>
        <p:nvSpPr>
          <p:cNvPr id="790" name="Google Shape;790;p16">
            <a:extLst xmlns:a="http://schemas.openxmlformats.org/drawingml/2006/main">
              <a:ext uri="{FF2B5EF4-FFF2-40B4-BE49-F238E27FC236}">
                <a16:creationId xmlns:a16="http://schemas.microsoft.com/office/drawing/2014/main" id="{B8F02504-B7F6-4770-88AD-48EC84C62C9C}"/>
              </a:ext>
            </a:extLst>
          </p:cNvPr>
          <p:cNvSpPr>
            <a:spLocks xmlns:a="http://schemas.openxmlformats.org/drawingml/2006/main" noGrp="1"/>
          </p:cNvSpPr>
          <p:nvPr/>
        </p:nvSpPr>
        <p:spPr>
          <a:xfrm xmlns:a="http://schemas.openxmlformats.org/drawingml/2006/main">
            <a:off x="781050" y="885825"/>
            <a:ext cx="106489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Iteration converted observed failures into production controls</a:t>
            </a:r>
            <a:endParaRPr/>
          </a:p>
        </p:txBody>
      </p:sp>
      <p:sp>
        <p:nvSpPr>
          <p:cNvPr id="791" name="Google Shape;791;p16">
            <a:extLst xmlns:a="http://schemas.openxmlformats.org/drawingml/2006/main">
              <a:ext uri="{FF2B5EF4-FFF2-40B4-BE49-F238E27FC236}">
                <a16:creationId xmlns:a16="http://schemas.microsoft.com/office/drawing/2014/main" id="{889600FA-061C-457E-9BFD-4F788C4CAE0F}"/>
              </a:ext>
            </a:extLst>
          </p:cNvPr>
          <p:cNvSpPr>
            <a:spLocks xmlns:a="http://schemas.openxmlformats.org/drawingml/2006/main" noGrp="1"/>
          </p:cNvSpPr>
          <p:nvPr/>
        </p:nvSpPr>
        <p:spPr>
          <a:xfrm xmlns:a="http://schemas.openxmlformats.org/drawingml/2006/main">
            <a:off x="781050" y="1524000"/>
            <a:ext cx="106489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Each release preserved a working checkpoint, isolated one correction, and added evidence before promotion.</a:t>
            </a:r>
            <a:endParaRPr/>
          </a:p>
        </p:txBody>
      </p:sp>
      <p:sp>
        <p:nvSpPr>
          <p:cNvPr id="792" name="Google Shape;792;p16">
            <a:extLst xmlns:a="http://schemas.openxmlformats.org/drawingml/2006/main">
              <a:ext uri="{FF2B5EF4-FFF2-40B4-BE49-F238E27FC236}">
                <a16:creationId xmlns:a16="http://schemas.microsoft.com/office/drawing/2014/main" id="{11E002C1-3688-41AE-A89F-BFF70D5CBC39}"/>
              </a:ext>
            </a:extLst>
          </p:cNvPr>
          <p:cNvSpPr>
            <a:spLocks xmlns:a="http://schemas.openxmlformats.org/drawingml/2006/main" noGrp="1"/>
          </p:cNvSpPr>
          <p:nvPr/>
        </p:nvSpPr>
        <p:spPr>
          <a:xfrm xmlns:a="http://schemas.openxmlformats.org/drawingml/2006/main">
            <a:off x="781050" y="2105025"/>
            <a:ext cx="3143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63"/>
              <a:buFont typeface="Arial"/>
              <a:buNone/>
            </a:pPr>
            <a:r>
              <a:rPr sz="863" b="1">
                <a:solidFill>
                  <a:srgbClr val="B85042"/>
                </a:solidFill>
              </a:rPr>
              <a:t>CONTROLLED LEARNING PATH</a:t>
            </a:r>
            <a:endParaRPr/>
          </a:p>
        </p:txBody>
      </p:sp>
      <p:sp>
        <p:nvSpPr>
          <p:cNvPr id="793" name="Google Shape;793;p16">
            <a:extLst xmlns:a="http://schemas.openxmlformats.org/drawingml/2006/main">
              <a:ext uri="{FF2B5EF4-FFF2-40B4-BE49-F238E27FC236}">
                <a16:creationId xmlns:a16="http://schemas.microsoft.com/office/drawing/2014/main" id="{A9F85DC3-ED35-4394-9A30-B872EC428DF6}"/>
              </a:ext>
            </a:extLst>
          </p:cNvPr>
          <p:cNvSpPr>
            <a:spLocks xmlns:a="http://schemas.openxmlformats.org/drawingml/2006/main" noGrp="1"/>
          </p:cNvSpPr>
          <p:nvPr/>
        </p:nvSpPr>
        <p:spPr>
          <a:xfrm xmlns:a="http://schemas.openxmlformats.org/drawingml/2006/main">
            <a:off x="781050" y="2371725"/>
            <a:ext cx="6762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Five releases turned failure evidence into safeguards</a:t>
            </a:r>
            <a:endParaRPr/>
          </a:p>
        </p:txBody>
      </p:sp>
      <p:sp>
        <p:nvSpPr>
          <p:cNvPr id="794" name="Google Shape;794;p16">
            <a:extLst xmlns:a="http://schemas.openxmlformats.org/drawingml/2006/main">
              <a:ext uri="{FF2B5EF4-FFF2-40B4-BE49-F238E27FC236}">
                <a16:creationId xmlns:a16="http://schemas.microsoft.com/office/drawing/2014/main" id="{344A6204-2729-47FA-8FCB-FD7F1AFB7F72}"/>
              </a:ext>
            </a:extLst>
          </p:cNvPr>
          <p:cNvSpPr>
            <a:spLocks xmlns:a="http://schemas.openxmlformats.org/drawingml/2006/main" noGrp="1"/>
          </p:cNvSpPr>
          <p:nvPr/>
        </p:nvSpPr>
        <p:spPr>
          <a:xfrm xmlns:a="http://schemas.openxmlformats.org/drawingml/2006/main">
            <a:off x="1181100" y="2952750"/>
            <a:ext cx="38100" cy="26479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95" name="Google Shape;795;p16">
            <a:extLst xmlns:a="http://schemas.openxmlformats.org/drawingml/2006/main">
              <a:ext uri="{FF2B5EF4-FFF2-40B4-BE49-F238E27FC236}">
                <a16:creationId xmlns:a16="http://schemas.microsoft.com/office/drawing/2014/main" id="{15DF645A-C8D5-4AE2-A6DB-F4B800A78D17}"/>
              </a:ext>
            </a:extLst>
          </p:cNvPr>
          <p:cNvSpPr>
            <a:spLocks xmlns:a="http://schemas.openxmlformats.org/drawingml/2006/main" noGrp="1"/>
          </p:cNvSpPr>
          <p:nvPr/>
        </p:nvSpPr>
        <p:spPr>
          <a:xfrm xmlns:a="http://schemas.openxmlformats.org/drawingml/2006/main">
            <a:off x="1047750" y="3028950"/>
            <a:ext cx="304800" cy="304800"/>
          </a:xfrm>
          <a:prstGeom xmlns:a="http://schemas.openxmlformats.org/drawingml/2006/main" prst="roundRect">
            <a:avLst>
              <a:gd name="adj" fmla="val 25000"/>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96" name="Google Shape;796;p16">
            <a:extLst xmlns:a="http://schemas.openxmlformats.org/drawingml/2006/main">
              <a:ext uri="{FF2B5EF4-FFF2-40B4-BE49-F238E27FC236}">
                <a16:creationId xmlns:a16="http://schemas.microsoft.com/office/drawing/2014/main" id="{13FE173A-B696-48CC-880E-A457187C81B4}"/>
              </a:ext>
            </a:extLst>
          </p:cNvPr>
          <p:cNvSpPr>
            <a:spLocks xmlns:a="http://schemas.openxmlformats.org/drawingml/2006/main" noGrp="1"/>
          </p:cNvSpPr>
          <p:nvPr/>
        </p:nvSpPr>
        <p:spPr>
          <a:xfrm xmlns:a="http://schemas.openxmlformats.org/drawingml/2006/main">
            <a:off x="1047750" y="3057525"/>
            <a:ext cx="3048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75"/>
              <a:buFont typeface="Arial"/>
              <a:buNone/>
            </a:pPr>
            <a:r>
              <a:rPr sz="975" b="1">
                <a:solidFill>
                  <a:srgbClr val="FFFFFF"/>
                </a:solidFill>
              </a:rPr>
              <a:t>1</a:t>
            </a:r>
            <a:endParaRPr/>
          </a:p>
        </p:txBody>
      </p:sp>
      <p:sp>
        <p:nvSpPr>
          <p:cNvPr id="797" name="Google Shape;797;p16">
            <a:extLst xmlns:a="http://schemas.openxmlformats.org/drawingml/2006/main">
              <a:ext uri="{FF2B5EF4-FFF2-40B4-BE49-F238E27FC236}">
                <a16:creationId xmlns:a16="http://schemas.microsoft.com/office/drawing/2014/main" id="{E30D52EC-5D14-4257-BCBA-5460BAB5593C}"/>
              </a:ext>
            </a:extLst>
          </p:cNvPr>
          <p:cNvSpPr>
            <a:spLocks xmlns:a="http://schemas.openxmlformats.org/drawingml/2006/main" noGrp="1"/>
          </p:cNvSpPr>
          <p:nvPr/>
        </p:nvSpPr>
        <p:spPr>
          <a:xfrm xmlns:a="http://schemas.openxmlformats.org/drawingml/2006/main">
            <a:off x="1562100" y="2886075"/>
            <a:ext cx="5981700" cy="542925"/>
          </a:xfrm>
          <a:prstGeom xmlns:a="http://schemas.openxmlformats.org/drawingml/2006/main" prst="roundRect">
            <a:avLst>
              <a:gd name="adj" fmla="val 1403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98" name="Google Shape;798;p16">
            <a:extLst xmlns:a="http://schemas.openxmlformats.org/drawingml/2006/main">
              <a:ext uri="{FF2B5EF4-FFF2-40B4-BE49-F238E27FC236}">
                <a16:creationId xmlns:a16="http://schemas.microsoft.com/office/drawing/2014/main" id="{2586E6F3-5F6B-4E57-82EE-D598ADA9B486}"/>
              </a:ext>
            </a:extLst>
          </p:cNvPr>
          <p:cNvSpPr>
            <a:spLocks xmlns:a="http://schemas.openxmlformats.org/drawingml/2006/main" noGrp="1"/>
          </p:cNvSpPr>
          <p:nvPr/>
        </p:nvSpPr>
        <p:spPr>
          <a:xfrm xmlns:a="http://schemas.openxmlformats.org/drawingml/2006/main">
            <a:off x="1733550" y="2952750"/>
            <a:ext cx="876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050"/>
              <a:buFont typeface="Arial"/>
              <a:buNone/>
            </a:pPr>
            <a:r>
              <a:rPr sz="1050" b="1">
                <a:solidFill>
                  <a:srgbClr val="3B6EBF"/>
                </a:solidFill>
              </a:rPr>
              <a:t>v0.3.4</a:t>
            </a:r>
            <a:endParaRPr/>
          </a:p>
        </p:txBody>
      </p:sp>
      <p:sp>
        <p:nvSpPr>
          <p:cNvPr id="799" name="Google Shape;799;p16">
            <a:extLst xmlns:a="http://schemas.openxmlformats.org/drawingml/2006/main">
              <a:ext uri="{FF2B5EF4-FFF2-40B4-BE49-F238E27FC236}">
                <a16:creationId xmlns:a16="http://schemas.microsoft.com/office/drawing/2014/main" id="{AD4752D8-0042-4A35-BEAA-873DE80943D0}"/>
              </a:ext>
            </a:extLst>
          </p:cNvPr>
          <p:cNvSpPr>
            <a:spLocks xmlns:a="http://schemas.openxmlformats.org/drawingml/2006/main" noGrp="1"/>
          </p:cNvSpPr>
          <p:nvPr/>
        </p:nvSpPr>
        <p:spPr>
          <a:xfrm xmlns:a="http://schemas.openxmlformats.org/drawingml/2006/main">
            <a:off x="2647950" y="2943225"/>
            <a:ext cx="4572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Validated checkpoint</a:t>
            </a:r>
            <a:endParaRPr/>
          </a:p>
        </p:txBody>
      </p:sp>
      <p:sp>
        <p:nvSpPr>
          <p:cNvPr id="800" name="Google Shape;800;p16">
            <a:extLst xmlns:a="http://schemas.openxmlformats.org/drawingml/2006/main">
              <a:ext uri="{FF2B5EF4-FFF2-40B4-BE49-F238E27FC236}">
                <a16:creationId xmlns:a16="http://schemas.microsoft.com/office/drawing/2014/main" id="{6C140705-5616-4ADA-B1FA-60CE909EB4D3}"/>
              </a:ext>
            </a:extLst>
          </p:cNvPr>
          <p:cNvSpPr>
            <a:spLocks xmlns:a="http://schemas.openxmlformats.org/drawingml/2006/main" noGrp="1"/>
          </p:cNvSpPr>
          <p:nvPr/>
        </p:nvSpPr>
        <p:spPr>
          <a:xfrm xmlns:a="http://schemas.openxmlformats.org/drawingml/2006/main">
            <a:off x="1733550" y="3171825"/>
            <a:ext cx="5467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Freeze proven behavior and retain rollback evidence.</a:t>
            </a:r>
            <a:endParaRPr/>
          </a:p>
        </p:txBody>
      </p:sp>
      <p:sp>
        <p:nvSpPr>
          <p:cNvPr id="801" name="Google Shape;801;p16">
            <a:extLst xmlns:a="http://schemas.openxmlformats.org/drawingml/2006/main">
              <a:ext uri="{FF2B5EF4-FFF2-40B4-BE49-F238E27FC236}">
                <a16:creationId xmlns:a16="http://schemas.microsoft.com/office/drawing/2014/main" id="{9DA9B354-F027-4F36-A14A-A87A8B7D09AD}"/>
              </a:ext>
            </a:extLst>
          </p:cNvPr>
          <p:cNvSpPr>
            <a:spLocks xmlns:a="http://schemas.openxmlformats.org/drawingml/2006/main" noGrp="1"/>
          </p:cNvSpPr>
          <p:nvPr/>
        </p:nvSpPr>
        <p:spPr>
          <a:xfrm xmlns:a="http://schemas.openxmlformats.org/drawingml/2006/main">
            <a:off x="1047750" y="3600450"/>
            <a:ext cx="304800" cy="304800"/>
          </a:xfrm>
          <a:prstGeom xmlns:a="http://schemas.openxmlformats.org/drawingml/2006/main" prst="roundRect">
            <a:avLst>
              <a:gd name="adj" fmla="val 25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02" name="Google Shape;802;p16">
            <a:extLst xmlns:a="http://schemas.openxmlformats.org/drawingml/2006/main">
              <a:ext uri="{FF2B5EF4-FFF2-40B4-BE49-F238E27FC236}">
                <a16:creationId xmlns:a16="http://schemas.microsoft.com/office/drawing/2014/main" id="{0DB9142D-8778-4E76-8BBD-6EBD6CA3BEE9}"/>
              </a:ext>
            </a:extLst>
          </p:cNvPr>
          <p:cNvSpPr>
            <a:spLocks xmlns:a="http://schemas.openxmlformats.org/drawingml/2006/main" noGrp="1"/>
          </p:cNvSpPr>
          <p:nvPr/>
        </p:nvSpPr>
        <p:spPr>
          <a:xfrm xmlns:a="http://schemas.openxmlformats.org/drawingml/2006/main">
            <a:off x="1047750" y="3629025"/>
            <a:ext cx="3048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75"/>
              <a:buFont typeface="Arial"/>
              <a:buNone/>
            </a:pPr>
            <a:r>
              <a:rPr sz="975" b="1">
                <a:solidFill>
                  <a:srgbClr val="FFFFFF"/>
                </a:solidFill>
              </a:rPr>
              <a:t>2</a:t>
            </a:r>
            <a:endParaRPr/>
          </a:p>
        </p:txBody>
      </p:sp>
      <p:sp>
        <p:nvSpPr>
          <p:cNvPr id="803" name="Google Shape;803;p16">
            <a:extLst xmlns:a="http://schemas.openxmlformats.org/drawingml/2006/main">
              <a:ext uri="{FF2B5EF4-FFF2-40B4-BE49-F238E27FC236}">
                <a16:creationId xmlns:a16="http://schemas.microsoft.com/office/drawing/2014/main" id="{95068487-1ED5-4187-A755-0EE1F3CA4943}"/>
              </a:ext>
            </a:extLst>
          </p:cNvPr>
          <p:cNvSpPr>
            <a:spLocks xmlns:a="http://schemas.openxmlformats.org/drawingml/2006/main" noGrp="1"/>
          </p:cNvSpPr>
          <p:nvPr/>
        </p:nvSpPr>
        <p:spPr>
          <a:xfrm xmlns:a="http://schemas.openxmlformats.org/drawingml/2006/main">
            <a:off x="1562100" y="3457575"/>
            <a:ext cx="5981700" cy="542925"/>
          </a:xfrm>
          <a:prstGeom xmlns:a="http://schemas.openxmlformats.org/drawingml/2006/main" prst="roundRect">
            <a:avLst>
              <a:gd name="adj" fmla="val 1403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04" name="Google Shape;804;p16">
            <a:extLst xmlns:a="http://schemas.openxmlformats.org/drawingml/2006/main">
              <a:ext uri="{FF2B5EF4-FFF2-40B4-BE49-F238E27FC236}">
                <a16:creationId xmlns:a16="http://schemas.microsoft.com/office/drawing/2014/main" id="{F426371A-53F4-4693-A2C9-2CED93FB0AAA}"/>
              </a:ext>
            </a:extLst>
          </p:cNvPr>
          <p:cNvSpPr>
            <a:spLocks xmlns:a="http://schemas.openxmlformats.org/drawingml/2006/main" noGrp="1"/>
          </p:cNvSpPr>
          <p:nvPr/>
        </p:nvSpPr>
        <p:spPr>
          <a:xfrm xmlns:a="http://schemas.openxmlformats.org/drawingml/2006/main">
            <a:off x="1733550" y="3524250"/>
            <a:ext cx="876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050"/>
              <a:buFont typeface="Arial"/>
              <a:buNone/>
            </a:pPr>
            <a:r>
              <a:rPr sz="1050" b="1">
                <a:solidFill>
                  <a:srgbClr val="B85042"/>
                </a:solidFill>
              </a:rPr>
              <a:t>v0.3.5</a:t>
            </a:r>
            <a:endParaRPr/>
          </a:p>
        </p:txBody>
      </p:sp>
      <p:sp>
        <p:nvSpPr>
          <p:cNvPr id="805" name="Google Shape;805;p16">
            <a:extLst xmlns:a="http://schemas.openxmlformats.org/drawingml/2006/main">
              <a:ext uri="{FF2B5EF4-FFF2-40B4-BE49-F238E27FC236}">
                <a16:creationId xmlns:a16="http://schemas.microsoft.com/office/drawing/2014/main" id="{B825C3C8-8F26-4FAE-860B-6E46167010E5}"/>
              </a:ext>
            </a:extLst>
          </p:cNvPr>
          <p:cNvSpPr>
            <a:spLocks xmlns:a="http://schemas.openxmlformats.org/drawingml/2006/main" noGrp="1"/>
          </p:cNvSpPr>
          <p:nvPr/>
        </p:nvSpPr>
        <p:spPr>
          <a:xfrm xmlns:a="http://schemas.openxmlformats.org/drawingml/2006/main">
            <a:off x="2647950" y="3514725"/>
            <a:ext cx="4572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Corrected document contracts</a:t>
            </a:r>
            <a:endParaRPr/>
          </a:p>
        </p:txBody>
      </p:sp>
      <p:sp>
        <p:nvSpPr>
          <p:cNvPr id="806" name="Google Shape;806;p16">
            <a:extLst xmlns:a="http://schemas.openxmlformats.org/drawingml/2006/main">
              <a:ext uri="{FF2B5EF4-FFF2-40B4-BE49-F238E27FC236}">
                <a16:creationId xmlns:a16="http://schemas.microsoft.com/office/drawing/2014/main" id="{C0CCA750-01B4-42D7-A040-991FC73388A8}"/>
              </a:ext>
            </a:extLst>
          </p:cNvPr>
          <p:cNvSpPr>
            <a:spLocks xmlns:a="http://schemas.openxmlformats.org/drawingml/2006/main" noGrp="1"/>
          </p:cNvSpPr>
          <p:nvPr/>
        </p:nvSpPr>
        <p:spPr>
          <a:xfrm xmlns:a="http://schemas.openxmlformats.org/drawingml/2006/main">
            <a:off x="1733550" y="3743325"/>
            <a:ext cx="5467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Repair ten-section PRD and dynamic Epic / Feature / Story structure.</a:t>
            </a:r>
            <a:endParaRPr/>
          </a:p>
        </p:txBody>
      </p:sp>
      <p:sp>
        <p:nvSpPr>
          <p:cNvPr id="807" name="Google Shape;807;p16">
            <a:extLst xmlns:a="http://schemas.openxmlformats.org/drawingml/2006/main">
              <a:ext uri="{FF2B5EF4-FFF2-40B4-BE49-F238E27FC236}">
                <a16:creationId xmlns:a16="http://schemas.microsoft.com/office/drawing/2014/main" id="{31FE6A6D-C3A3-43FB-9554-567601C35A0C}"/>
              </a:ext>
            </a:extLst>
          </p:cNvPr>
          <p:cNvSpPr>
            <a:spLocks xmlns:a="http://schemas.openxmlformats.org/drawingml/2006/main" noGrp="1"/>
          </p:cNvSpPr>
          <p:nvPr/>
        </p:nvSpPr>
        <p:spPr>
          <a:xfrm xmlns:a="http://schemas.openxmlformats.org/drawingml/2006/main">
            <a:off x="1047750" y="4171950"/>
            <a:ext cx="304800" cy="304800"/>
          </a:xfrm>
          <a:prstGeom xmlns:a="http://schemas.openxmlformats.org/drawingml/2006/main" prst="roundRect">
            <a:avLst>
              <a:gd name="adj" fmla="val 25000"/>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08" name="Google Shape;808;p16">
            <a:extLst xmlns:a="http://schemas.openxmlformats.org/drawingml/2006/main">
              <a:ext uri="{FF2B5EF4-FFF2-40B4-BE49-F238E27FC236}">
                <a16:creationId xmlns:a16="http://schemas.microsoft.com/office/drawing/2014/main" id="{6AC679F0-E5DE-4EE5-8663-555A967FA22B}"/>
              </a:ext>
            </a:extLst>
          </p:cNvPr>
          <p:cNvSpPr>
            <a:spLocks xmlns:a="http://schemas.openxmlformats.org/drawingml/2006/main" noGrp="1"/>
          </p:cNvSpPr>
          <p:nvPr/>
        </p:nvSpPr>
        <p:spPr>
          <a:xfrm xmlns:a="http://schemas.openxmlformats.org/drawingml/2006/main">
            <a:off x="1047750" y="4200525"/>
            <a:ext cx="3048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75"/>
              <a:buFont typeface="Arial"/>
              <a:buNone/>
            </a:pPr>
            <a:r>
              <a:rPr sz="975" b="1">
                <a:solidFill>
                  <a:srgbClr val="FFFFFF"/>
                </a:solidFill>
              </a:rPr>
              <a:t>3</a:t>
            </a:r>
            <a:endParaRPr/>
          </a:p>
        </p:txBody>
      </p:sp>
      <p:sp>
        <p:nvSpPr>
          <p:cNvPr id="809" name="Google Shape;809;p16">
            <a:extLst xmlns:a="http://schemas.openxmlformats.org/drawingml/2006/main">
              <a:ext uri="{FF2B5EF4-FFF2-40B4-BE49-F238E27FC236}">
                <a16:creationId xmlns:a16="http://schemas.microsoft.com/office/drawing/2014/main" id="{8F544887-9832-4A47-B57E-8BEDB9914660}"/>
              </a:ext>
            </a:extLst>
          </p:cNvPr>
          <p:cNvSpPr>
            <a:spLocks xmlns:a="http://schemas.openxmlformats.org/drawingml/2006/main" noGrp="1"/>
          </p:cNvSpPr>
          <p:nvPr/>
        </p:nvSpPr>
        <p:spPr>
          <a:xfrm xmlns:a="http://schemas.openxmlformats.org/drawingml/2006/main">
            <a:off x="1562100" y="4029075"/>
            <a:ext cx="5981700" cy="542925"/>
          </a:xfrm>
          <a:prstGeom xmlns:a="http://schemas.openxmlformats.org/drawingml/2006/main" prst="roundRect">
            <a:avLst>
              <a:gd name="adj" fmla="val 1403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10" name="Google Shape;810;p16">
            <a:extLst xmlns:a="http://schemas.openxmlformats.org/drawingml/2006/main">
              <a:ext uri="{FF2B5EF4-FFF2-40B4-BE49-F238E27FC236}">
                <a16:creationId xmlns:a16="http://schemas.microsoft.com/office/drawing/2014/main" id="{D7B9E411-E65F-4797-BF65-BBE4E1FA4B20}"/>
              </a:ext>
            </a:extLst>
          </p:cNvPr>
          <p:cNvSpPr>
            <a:spLocks xmlns:a="http://schemas.openxmlformats.org/drawingml/2006/main" noGrp="1"/>
          </p:cNvSpPr>
          <p:nvPr/>
        </p:nvSpPr>
        <p:spPr>
          <a:xfrm xmlns:a="http://schemas.openxmlformats.org/drawingml/2006/main">
            <a:off x="1733550" y="4095750"/>
            <a:ext cx="876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1050"/>
              <a:buFont typeface="Arial"/>
              <a:buNone/>
            </a:pPr>
            <a:r>
              <a:rPr sz="1050" b="1">
                <a:solidFill>
                  <a:srgbClr val="7546C8"/>
                </a:solidFill>
              </a:rPr>
              <a:t>v0.3.6</a:t>
            </a:r>
            <a:endParaRPr/>
          </a:p>
        </p:txBody>
      </p:sp>
      <p:sp>
        <p:nvSpPr>
          <p:cNvPr id="811" name="Google Shape;811;p16">
            <a:extLst xmlns:a="http://schemas.openxmlformats.org/drawingml/2006/main">
              <a:ext uri="{FF2B5EF4-FFF2-40B4-BE49-F238E27FC236}">
                <a16:creationId xmlns:a16="http://schemas.microsoft.com/office/drawing/2014/main" id="{491C5C4E-E6AD-434A-8081-0B5E9641C42E}"/>
              </a:ext>
            </a:extLst>
          </p:cNvPr>
          <p:cNvSpPr>
            <a:spLocks xmlns:a="http://schemas.openxmlformats.org/drawingml/2006/main" noGrp="1"/>
          </p:cNvSpPr>
          <p:nvPr/>
        </p:nvSpPr>
        <p:spPr>
          <a:xfrm xmlns:a="http://schemas.openxmlformats.org/drawingml/2006/main">
            <a:off x="2647950" y="4086225"/>
            <a:ext cx="4572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Sizing added safely</a:t>
            </a:r>
            <a:endParaRPr/>
          </a:p>
        </p:txBody>
      </p:sp>
      <p:sp>
        <p:nvSpPr>
          <p:cNvPr id="812" name="Google Shape;812;p16">
            <a:extLst xmlns:a="http://schemas.openxmlformats.org/drawingml/2006/main">
              <a:ext uri="{FF2B5EF4-FFF2-40B4-BE49-F238E27FC236}">
                <a16:creationId xmlns:a16="http://schemas.microsoft.com/office/drawing/2014/main" id="{56639614-8B5C-4305-A3B0-AFCE484B05DA}"/>
              </a:ext>
            </a:extLst>
          </p:cNvPr>
          <p:cNvSpPr>
            <a:spLocks xmlns:a="http://schemas.openxmlformats.org/drawingml/2006/main" noGrp="1"/>
          </p:cNvSpPr>
          <p:nvPr/>
        </p:nvSpPr>
        <p:spPr>
          <a:xfrm xmlns:a="http://schemas.openxmlformats.org/drawingml/2006/main">
            <a:off x="1733550" y="4314825"/>
            <a:ext cx="5467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Introduce post-story sizing as advisory and non-blocking.</a:t>
            </a:r>
            <a:endParaRPr/>
          </a:p>
        </p:txBody>
      </p:sp>
      <p:sp>
        <p:nvSpPr>
          <p:cNvPr id="813" name="Google Shape;813;p16">
            <a:extLst xmlns:a="http://schemas.openxmlformats.org/drawingml/2006/main">
              <a:ext uri="{FF2B5EF4-FFF2-40B4-BE49-F238E27FC236}">
                <a16:creationId xmlns:a16="http://schemas.microsoft.com/office/drawing/2014/main" id="{6BB09FD1-0E1F-4D99-8942-E161C7CCCCA6}"/>
              </a:ext>
            </a:extLst>
          </p:cNvPr>
          <p:cNvSpPr>
            <a:spLocks xmlns:a="http://schemas.openxmlformats.org/drawingml/2006/main" noGrp="1"/>
          </p:cNvSpPr>
          <p:nvPr/>
        </p:nvSpPr>
        <p:spPr>
          <a:xfrm xmlns:a="http://schemas.openxmlformats.org/drawingml/2006/main">
            <a:off x="1047750" y="4743450"/>
            <a:ext cx="304800" cy="304800"/>
          </a:xfrm>
          <a:prstGeom xmlns:a="http://schemas.openxmlformats.org/drawingml/2006/main" prst="roundRect">
            <a:avLst>
              <a:gd name="adj" fmla="val 25000"/>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14" name="Google Shape;814;p16">
            <a:extLst xmlns:a="http://schemas.openxmlformats.org/drawingml/2006/main">
              <a:ext uri="{FF2B5EF4-FFF2-40B4-BE49-F238E27FC236}">
                <a16:creationId xmlns:a16="http://schemas.microsoft.com/office/drawing/2014/main" id="{375D7680-6252-448A-9F18-3A75C71D648C}"/>
              </a:ext>
            </a:extLst>
          </p:cNvPr>
          <p:cNvSpPr>
            <a:spLocks xmlns:a="http://schemas.openxmlformats.org/drawingml/2006/main" noGrp="1"/>
          </p:cNvSpPr>
          <p:nvPr/>
        </p:nvSpPr>
        <p:spPr>
          <a:xfrm xmlns:a="http://schemas.openxmlformats.org/drawingml/2006/main">
            <a:off x="1047750" y="4772025"/>
            <a:ext cx="3048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75"/>
              <a:buFont typeface="Arial"/>
              <a:buNone/>
            </a:pPr>
            <a:r>
              <a:rPr sz="975" b="1">
                <a:solidFill>
                  <a:srgbClr val="FFFFFF"/>
                </a:solidFill>
              </a:rPr>
              <a:t>4</a:t>
            </a:r>
            <a:endParaRPr/>
          </a:p>
        </p:txBody>
      </p:sp>
      <p:sp>
        <p:nvSpPr>
          <p:cNvPr id="815" name="Google Shape;815;p16">
            <a:extLst xmlns:a="http://schemas.openxmlformats.org/drawingml/2006/main">
              <a:ext uri="{FF2B5EF4-FFF2-40B4-BE49-F238E27FC236}">
                <a16:creationId xmlns:a16="http://schemas.microsoft.com/office/drawing/2014/main" id="{EBE60E03-0AE7-4EE3-B1B1-5CD5AF7F79A2}"/>
              </a:ext>
            </a:extLst>
          </p:cNvPr>
          <p:cNvSpPr>
            <a:spLocks xmlns:a="http://schemas.openxmlformats.org/drawingml/2006/main" noGrp="1"/>
          </p:cNvSpPr>
          <p:nvPr/>
        </p:nvSpPr>
        <p:spPr>
          <a:xfrm xmlns:a="http://schemas.openxmlformats.org/drawingml/2006/main">
            <a:off x="1562100" y="4600575"/>
            <a:ext cx="5981700" cy="542925"/>
          </a:xfrm>
          <a:prstGeom xmlns:a="http://schemas.openxmlformats.org/drawingml/2006/main" prst="roundRect">
            <a:avLst>
              <a:gd name="adj" fmla="val 1403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16" name="Google Shape;816;p16">
            <a:extLst xmlns:a="http://schemas.openxmlformats.org/drawingml/2006/main">
              <a:ext uri="{FF2B5EF4-FFF2-40B4-BE49-F238E27FC236}">
                <a16:creationId xmlns:a16="http://schemas.microsoft.com/office/drawing/2014/main" id="{30CBCD56-877F-4A79-B32E-8619A46B15E3}"/>
              </a:ext>
            </a:extLst>
          </p:cNvPr>
          <p:cNvSpPr>
            <a:spLocks xmlns:a="http://schemas.openxmlformats.org/drawingml/2006/main" noGrp="1"/>
          </p:cNvSpPr>
          <p:nvPr/>
        </p:nvSpPr>
        <p:spPr>
          <a:xfrm xmlns:a="http://schemas.openxmlformats.org/drawingml/2006/main">
            <a:off x="1733550" y="4667250"/>
            <a:ext cx="876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1050"/>
              <a:buFont typeface="Arial"/>
              <a:buNone/>
            </a:pPr>
            <a:r>
              <a:rPr sz="1050" b="1">
                <a:solidFill>
                  <a:srgbClr val="3B6EBF"/>
                </a:solidFill>
              </a:rPr>
              <a:t>v0.3.7</a:t>
            </a:r>
            <a:endParaRPr/>
          </a:p>
        </p:txBody>
      </p:sp>
      <p:sp>
        <p:nvSpPr>
          <p:cNvPr id="817" name="Google Shape;817;p16">
            <a:extLst xmlns:a="http://schemas.openxmlformats.org/drawingml/2006/main">
              <a:ext uri="{FF2B5EF4-FFF2-40B4-BE49-F238E27FC236}">
                <a16:creationId xmlns:a16="http://schemas.microsoft.com/office/drawing/2014/main" id="{53BB19F3-51ED-4996-9D4D-A39908CBE799}"/>
              </a:ext>
            </a:extLst>
          </p:cNvPr>
          <p:cNvSpPr>
            <a:spLocks xmlns:a="http://schemas.openxmlformats.org/drawingml/2006/main" noGrp="1"/>
          </p:cNvSpPr>
          <p:nvPr/>
        </p:nvSpPr>
        <p:spPr>
          <a:xfrm xmlns:a="http://schemas.openxmlformats.org/drawingml/2006/main">
            <a:off x="2647950" y="4657725"/>
            <a:ext cx="4572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Traceability and acceptance criteria</a:t>
            </a:r>
            <a:endParaRPr/>
          </a:p>
        </p:txBody>
      </p:sp>
      <p:sp>
        <p:nvSpPr>
          <p:cNvPr id="818" name="Google Shape;818;p16">
            <a:extLst xmlns:a="http://schemas.openxmlformats.org/drawingml/2006/main">
              <a:ext uri="{FF2B5EF4-FFF2-40B4-BE49-F238E27FC236}">
                <a16:creationId xmlns:a16="http://schemas.microsoft.com/office/drawing/2014/main" id="{CF412F9A-F7C4-45B4-A8EF-960FC3841801}"/>
              </a:ext>
            </a:extLst>
          </p:cNvPr>
          <p:cNvSpPr>
            <a:spLocks xmlns:a="http://schemas.openxmlformats.org/drawingml/2006/main" noGrp="1"/>
          </p:cNvSpPr>
          <p:nvPr/>
        </p:nvSpPr>
        <p:spPr>
          <a:xfrm xmlns:a="http://schemas.openxmlformats.org/drawingml/2006/main">
            <a:off x="1733550" y="4886325"/>
            <a:ext cx="5467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Map feature criteria to stories and correct dynamic requirement IDs.</a:t>
            </a:r>
            <a:endParaRPr/>
          </a:p>
        </p:txBody>
      </p:sp>
      <p:sp>
        <p:nvSpPr>
          <p:cNvPr id="819" name="Google Shape;819;p16">
            <a:extLst xmlns:a="http://schemas.openxmlformats.org/drawingml/2006/main">
              <a:ext uri="{FF2B5EF4-FFF2-40B4-BE49-F238E27FC236}">
                <a16:creationId xmlns:a16="http://schemas.microsoft.com/office/drawing/2014/main" id="{2D473058-06C0-4FE3-A910-9224615A99A4}"/>
              </a:ext>
            </a:extLst>
          </p:cNvPr>
          <p:cNvSpPr>
            <a:spLocks xmlns:a="http://schemas.openxmlformats.org/drawingml/2006/main" noGrp="1"/>
          </p:cNvSpPr>
          <p:nvPr/>
        </p:nvSpPr>
        <p:spPr>
          <a:xfrm xmlns:a="http://schemas.openxmlformats.org/drawingml/2006/main">
            <a:off x="1047750" y="5314950"/>
            <a:ext cx="304800" cy="304800"/>
          </a:xfrm>
          <a:prstGeom xmlns:a="http://schemas.openxmlformats.org/drawingml/2006/main" prst="roundRect">
            <a:avLst>
              <a:gd name="adj" fmla="val 25000"/>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20" name="Google Shape;820;p16">
            <a:extLst xmlns:a="http://schemas.openxmlformats.org/drawingml/2006/main">
              <a:ext uri="{FF2B5EF4-FFF2-40B4-BE49-F238E27FC236}">
                <a16:creationId xmlns:a16="http://schemas.microsoft.com/office/drawing/2014/main" id="{16F6810B-D393-437C-A963-6F4F635CDD3A}"/>
              </a:ext>
            </a:extLst>
          </p:cNvPr>
          <p:cNvSpPr>
            <a:spLocks xmlns:a="http://schemas.openxmlformats.org/drawingml/2006/main" noGrp="1"/>
          </p:cNvSpPr>
          <p:nvPr/>
        </p:nvSpPr>
        <p:spPr>
          <a:xfrm xmlns:a="http://schemas.openxmlformats.org/drawingml/2006/main">
            <a:off x="1047750" y="5343525"/>
            <a:ext cx="3048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975"/>
              <a:buFont typeface="Arial"/>
              <a:buNone/>
            </a:pPr>
            <a:r>
              <a:rPr sz="975" b="1">
                <a:solidFill>
                  <a:srgbClr val="FFFFFF"/>
                </a:solidFill>
              </a:rPr>
              <a:t>✓</a:t>
            </a:r>
            <a:endParaRPr/>
          </a:p>
        </p:txBody>
      </p:sp>
      <p:sp>
        <p:nvSpPr>
          <p:cNvPr id="821" name="Google Shape;821;p16">
            <a:extLst xmlns:a="http://schemas.openxmlformats.org/drawingml/2006/main">
              <a:ext uri="{FF2B5EF4-FFF2-40B4-BE49-F238E27FC236}">
                <a16:creationId xmlns:a16="http://schemas.microsoft.com/office/drawing/2014/main" id="{803FF418-4DE7-468B-ACF2-D77CC4385482}"/>
              </a:ext>
            </a:extLst>
          </p:cNvPr>
          <p:cNvSpPr>
            <a:spLocks xmlns:a="http://schemas.openxmlformats.org/drawingml/2006/main" noGrp="1"/>
          </p:cNvSpPr>
          <p:nvPr/>
        </p:nvSpPr>
        <p:spPr>
          <a:xfrm xmlns:a="http://schemas.openxmlformats.org/drawingml/2006/main">
            <a:off x="1562100" y="5172075"/>
            <a:ext cx="5981700" cy="542925"/>
          </a:xfrm>
          <a:prstGeom xmlns:a="http://schemas.openxmlformats.org/drawingml/2006/main" prst="roundRect">
            <a:avLst>
              <a:gd name="adj" fmla="val 1403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22" name="Google Shape;822;p16">
            <a:extLst xmlns:a="http://schemas.openxmlformats.org/drawingml/2006/main">
              <a:ext uri="{FF2B5EF4-FFF2-40B4-BE49-F238E27FC236}">
                <a16:creationId xmlns:a16="http://schemas.microsoft.com/office/drawing/2014/main" id="{FFA0C737-1C5D-4BB1-B3E7-1A92DDE8FC81}"/>
              </a:ext>
            </a:extLst>
          </p:cNvPr>
          <p:cNvSpPr>
            <a:spLocks xmlns:a="http://schemas.openxmlformats.org/drawingml/2006/main" noGrp="1"/>
          </p:cNvSpPr>
          <p:nvPr/>
        </p:nvSpPr>
        <p:spPr>
          <a:xfrm xmlns:a="http://schemas.openxmlformats.org/drawingml/2006/main">
            <a:off x="1733550" y="5238750"/>
            <a:ext cx="876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v0.3.8</a:t>
            </a:r>
            <a:endParaRPr/>
          </a:p>
        </p:txBody>
      </p:sp>
      <p:sp>
        <p:nvSpPr>
          <p:cNvPr id="823" name="Google Shape;823;p16">
            <a:extLst xmlns:a="http://schemas.openxmlformats.org/drawingml/2006/main">
              <a:ext uri="{FF2B5EF4-FFF2-40B4-BE49-F238E27FC236}">
                <a16:creationId xmlns:a16="http://schemas.microsoft.com/office/drawing/2014/main" id="{2FB4B4BF-5F08-4AC2-8E2C-2F6724132DE7}"/>
              </a:ext>
            </a:extLst>
          </p:cNvPr>
          <p:cNvSpPr>
            <a:spLocks xmlns:a="http://schemas.openxmlformats.org/drawingml/2006/main" noGrp="1"/>
          </p:cNvSpPr>
          <p:nvPr/>
        </p:nvSpPr>
        <p:spPr>
          <a:xfrm xmlns:a="http://schemas.openxmlformats.org/drawingml/2006/main">
            <a:off x="2647950" y="5229225"/>
            <a:ext cx="4572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Submission-quality assurance</a:t>
            </a:r>
            <a:endParaRPr/>
          </a:p>
        </p:txBody>
      </p:sp>
      <p:sp>
        <p:nvSpPr>
          <p:cNvPr id="824" name="Google Shape;824;p16">
            <a:extLst xmlns:a="http://schemas.openxmlformats.org/drawingml/2006/main">
              <a:ext uri="{FF2B5EF4-FFF2-40B4-BE49-F238E27FC236}">
                <a16:creationId xmlns:a16="http://schemas.microsoft.com/office/drawing/2014/main" id="{B2CFD76D-DFCE-4DC2-8BA3-5A9FA5E09466}"/>
              </a:ext>
            </a:extLst>
          </p:cNvPr>
          <p:cNvSpPr>
            <a:spLocks xmlns:a="http://schemas.openxmlformats.org/drawingml/2006/main" noGrp="1"/>
          </p:cNvSpPr>
          <p:nvPr/>
        </p:nvSpPr>
        <p:spPr>
          <a:xfrm xmlns:a="http://schemas.openxmlformats.org/drawingml/2006/main">
            <a:off x="1733550" y="5457825"/>
            <a:ext cx="5467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Restore sizing evaluation, remove duplicate scoring, and capture loaded cost.</a:t>
            </a:r>
            <a:endParaRPr/>
          </a:p>
        </p:txBody>
      </p:sp>
      <p:sp>
        <p:nvSpPr>
          <p:cNvPr id="825" name="Google Shape;825;p16">
            <a:extLst xmlns:a="http://schemas.openxmlformats.org/drawingml/2006/main">
              <a:ext uri="{FF2B5EF4-FFF2-40B4-BE49-F238E27FC236}">
                <a16:creationId xmlns:a16="http://schemas.microsoft.com/office/drawing/2014/main" id="{D0B59163-7EFF-4A85-B046-4CDD85886711}"/>
              </a:ext>
            </a:extLst>
          </p:cNvPr>
          <p:cNvSpPr>
            <a:spLocks xmlns:a="http://schemas.openxmlformats.org/drawingml/2006/main" noGrp="1"/>
          </p:cNvSpPr>
          <p:nvPr/>
        </p:nvSpPr>
        <p:spPr>
          <a:xfrm xmlns:a="http://schemas.openxmlformats.org/drawingml/2006/main">
            <a:off x="7962900" y="2105025"/>
            <a:ext cx="3448050" cy="367665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26" name="Google Shape;826;p16">
            <a:extLst xmlns:a="http://schemas.openxmlformats.org/drawingml/2006/main">
              <a:ext uri="{FF2B5EF4-FFF2-40B4-BE49-F238E27FC236}">
                <a16:creationId xmlns:a16="http://schemas.microsoft.com/office/drawing/2014/main" id="{986D8DAC-5A9C-4365-9F22-5B8CE58C2E18}"/>
              </a:ext>
            </a:extLst>
          </p:cNvPr>
          <p:cNvSpPr>
            <a:spLocks xmlns:a="http://schemas.openxmlformats.org/drawingml/2006/main" noGrp="1"/>
          </p:cNvSpPr>
          <p:nvPr/>
        </p:nvSpPr>
        <p:spPr>
          <a:xfrm xmlns:a="http://schemas.openxmlformats.org/drawingml/2006/main">
            <a:off x="7962900" y="2105025"/>
            <a:ext cx="344805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27" name="Google Shape;827;p16">
            <a:extLst xmlns:a="http://schemas.openxmlformats.org/drawingml/2006/main">
              <a:ext uri="{FF2B5EF4-FFF2-40B4-BE49-F238E27FC236}">
                <a16:creationId xmlns:a16="http://schemas.microsoft.com/office/drawing/2014/main" id="{E222D63F-DB0F-4949-9006-CA46745C0F6E}"/>
              </a:ext>
            </a:extLst>
          </p:cNvPr>
          <p:cNvSpPr>
            <a:spLocks xmlns:a="http://schemas.openxmlformats.org/drawingml/2006/main" noGrp="1"/>
          </p:cNvSpPr>
          <p:nvPr/>
        </p:nvSpPr>
        <p:spPr>
          <a:xfrm xmlns:a="http://schemas.openxmlformats.org/drawingml/2006/main">
            <a:off x="8210550" y="2362200"/>
            <a:ext cx="2952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WHAT THE EVALUATION TAUGHT</a:t>
            </a:r>
            <a:endParaRPr/>
          </a:p>
        </p:txBody>
      </p:sp>
      <p:sp>
        <p:nvSpPr>
          <p:cNvPr id="828" name="Google Shape;828;p16">
            <a:extLst xmlns:a="http://schemas.openxmlformats.org/drawingml/2006/main">
              <a:ext uri="{FF2B5EF4-FFF2-40B4-BE49-F238E27FC236}">
                <a16:creationId xmlns:a16="http://schemas.microsoft.com/office/drawing/2014/main" id="{0F17F7C2-8596-4514-8995-996406AE4912}"/>
              </a:ext>
            </a:extLst>
          </p:cNvPr>
          <p:cNvSpPr>
            <a:spLocks xmlns:a="http://schemas.openxmlformats.org/drawingml/2006/main" noGrp="1"/>
          </p:cNvSpPr>
          <p:nvPr/>
        </p:nvSpPr>
        <p:spPr>
          <a:xfrm xmlns:a="http://schemas.openxmlformats.org/drawingml/2006/main">
            <a:off x="8210550" y="2657475"/>
            <a:ext cx="29527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00"/>
              <a:buFont typeface="Arial"/>
              <a:buNone/>
            </a:pPr>
            <a:r>
              <a:rPr sz="1800" b="1">
                <a:solidFill>
                  <a:srgbClr val="1A1A2E"/>
                </a:solidFill>
              </a:rPr>
              <a:t>AI output needs governed boundaries</a:t>
            </a:r>
            <a:endParaRPr/>
          </a:p>
        </p:txBody>
      </p:sp>
      <p:sp>
        <p:nvSpPr>
          <p:cNvPr id="829" name="Google Shape;829;p16">
            <a:extLst xmlns:a="http://schemas.openxmlformats.org/drawingml/2006/main">
              <a:ext uri="{FF2B5EF4-FFF2-40B4-BE49-F238E27FC236}">
                <a16:creationId xmlns:a16="http://schemas.microsoft.com/office/drawing/2014/main" id="{D0FCDE3E-C0BB-436E-A203-8A70478341F2}"/>
              </a:ext>
            </a:extLst>
          </p:cNvPr>
          <p:cNvSpPr>
            <a:spLocks xmlns:a="http://schemas.openxmlformats.org/drawingml/2006/main" noGrp="1"/>
          </p:cNvSpPr>
          <p:nvPr/>
        </p:nvSpPr>
        <p:spPr>
          <a:xfrm xmlns:a="http://schemas.openxmlformats.org/drawingml/2006/main">
            <a:off x="8210550" y="3343275"/>
            <a:ext cx="171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350"/>
              <a:buFont typeface="Arial"/>
              <a:buNone/>
            </a:pPr>
            <a:r>
              <a:rPr sz="1350" b="1">
                <a:solidFill>
                  <a:srgbClr val="B85042"/>
                </a:solidFill>
              </a:rPr>
              <a:t>•</a:t>
            </a:r>
            <a:endParaRPr/>
          </a:p>
        </p:txBody>
      </p:sp>
      <p:sp>
        <p:nvSpPr>
          <p:cNvPr id="830" name="Google Shape;830;p16">
            <a:extLst xmlns:a="http://schemas.openxmlformats.org/drawingml/2006/main">
              <a:ext uri="{FF2B5EF4-FFF2-40B4-BE49-F238E27FC236}">
                <a16:creationId xmlns:a16="http://schemas.microsoft.com/office/drawing/2014/main" id="{F4D2EECD-1E92-49A8-AA58-6B7C505E44C7}"/>
              </a:ext>
            </a:extLst>
          </p:cNvPr>
          <p:cNvSpPr>
            <a:spLocks xmlns:a="http://schemas.openxmlformats.org/drawingml/2006/main" noGrp="1"/>
          </p:cNvSpPr>
          <p:nvPr/>
        </p:nvSpPr>
        <p:spPr>
          <a:xfrm xmlns:a="http://schemas.openxmlformats.org/drawingml/2006/main">
            <a:off x="8420100" y="3305175"/>
            <a:ext cx="2647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Unsupported detail</a:t>
            </a:r>
            <a:endParaRPr/>
          </a:p>
        </p:txBody>
      </p:sp>
      <p:sp>
        <p:nvSpPr>
          <p:cNvPr id="831" name="Google Shape;831;p16">
            <a:extLst xmlns:a="http://schemas.openxmlformats.org/drawingml/2006/main">
              <a:ext uri="{FF2B5EF4-FFF2-40B4-BE49-F238E27FC236}">
                <a16:creationId xmlns:a16="http://schemas.microsoft.com/office/drawing/2014/main" id="{61EB8B7A-1720-45FD-BA19-928DA45E74AA}"/>
              </a:ext>
            </a:extLst>
          </p:cNvPr>
          <p:cNvSpPr>
            <a:spLocks xmlns:a="http://schemas.openxmlformats.org/drawingml/2006/main" noGrp="1"/>
          </p:cNvSpPr>
          <p:nvPr/>
        </p:nvSpPr>
        <p:spPr>
          <a:xfrm xmlns:a="http://schemas.openxmlformats.org/drawingml/2006/main">
            <a:off x="8420100" y="3514725"/>
            <a:ext cx="26479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Ground every claim and preserve visible uncertainty.</a:t>
            </a:r>
            <a:endParaRPr/>
          </a:p>
        </p:txBody>
      </p:sp>
      <p:sp>
        <p:nvSpPr>
          <p:cNvPr id="832" name="Google Shape;832;p16">
            <a:extLst xmlns:a="http://schemas.openxmlformats.org/drawingml/2006/main">
              <a:ext uri="{FF2B5EF4-FFF2-40B4-BE49-F238E27FC236}">
                <a16:creationId xmlns:a16="http://schemas.microsoft.com/office/drawing/2014/main" id="{3424D72A-4FBE-4A66-AA8D-D9EC4879A814}"/>
              </a:ext>
            </a:extLst>
          </p:cNvPr>
          <p:cNvSpPr>
            <a:spLocks xmlns:a="http://schemas.openxmlformats.org/drawingml/2006/main" noGrp="1"/>
          </p:cNvSpPr>
          <p:nvPr/>
        </p:nvSpPr>
        <p:spPr>
          <a:xfrm xmlns:a="http://schemas.openxmlformats.org/drawingml/2006/main">
            <a:off x="8210550" y="3914775"/>
            <a:ext cx="171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350"/>
              <a:buFont typeface="Arial"/>
              <a:buNone/>
            </a:pPr>
            <a:r>
              <a:rPr sz="1350" b="1">
                <a:solidFill>
                  <a:srgbClr val="B85042"/>
                </a:solidFill>
              </a:rPr>
              <a:t>•</a:t>
            </a:r>
            <a:endParaRPr/>
          </a:p>
        </p:txBody>
      </p:sp>
      <p:sp>
        <p:nvSpPr>
          <p:cNvPr id="833" name="Google Shape;833;p16">
            <a:extLst xmlns:a="http://schemas.openxmlformats.org/drawingml/2006/main">
              <a:ext uri="{FF2B5EF4-FFF2-40B4-BE49-F238E27FC236}">
                <a16:creationId xmlns:a16="http://schemas.microsoft.com/office/drawing/2014/main" id="{BB87D1F0-73F5-44BE-80A2-425BD8EE0F7E}"/>
              </a:ext>
            </a:extLst>
          </p:cNvPr>
          <p:cNvSpPr>
            <a:spLocks xmlns:a="http://schemas.openxmlformats.org/drawingml/2006/main" noGrp="1"/>
          </p:cNvSpPr>
          <p:nvPr/>
        </p:nvSpPr>
        <p:spPr>
          <a:xfrm xmlns:a="http://schemas.openxmlformats.org/drawingml/2006/main">
            <a:off x="8420100" y="3876675"/>
            <a:ext cx="2647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Silent mapping loss</a:t>
            </a:r>
            <a:endParaRPr/>
          </a:p>
        </p:txBody>
      </p:sp>
      <p:sp>
        <p:nvSpPr>
          <p:cNvPr id="834" name="Google Shape;834;p16">
            <a:extLst xmlns:a="http://schemas.openxmlformats.org/drawingml/2006/main">
              <a:ext uri="{FF2B5EF4-FFF2-40B4-BE49-F238E27FC236}">
                <a16:creationId xmlns:a16="http://schemas.microsoft.com/office/drawing/2014/main" id="{3F1F48E0-B62A-491B-8779-983EC770294E}"/>
              </a:ext>
            </a:extLst>
          </p:cNvPr>
          <p:cNvSpPr>
            <a:spLocks xmlns:a="http://schemas.openxmlformats.org/drawingml/2006/main" noGrp="1"/>
          </p:cNvSpPr>
          <p:nvPr/>
        </p:nvSpPr>
        <p:spPr>
          <a:xfrm xmlns:a="http://schemas.openxmlformats.org/drawingml/2006/main">
            <a:off x="8420100" y="4086225"/>
            <a:ext cx="26479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Reconcile citation, PRD, and delivery sets both ways.</a:t>
            </a:r>
            <a:endParaRPr/>
          </a:p>
        </p:txBody>
      </p:sp>
      <p:sp>
        <p:nvSpPr>
          <p:cNvPr id="835" name="Google Shape;835;p16">
            <a:extLst xmlns:a="http://schemas.openxmlformats.org/drawingml/2006/main">
              <a:ext uri="{FF2B5EF4-FFF2-40B4-BE49-F238E27FC236}">
                <a16:creationId xmlns:a16="http://schemas.microsoft.com/office/drawing/2014/main" id="{7B997E93-BAA3-4A12-A550-E4CB91383D70}"/>
              </a:ext>
            </a:extLst>
          </p:cNvPr>
          <p:cNvSpPr>
            <a:spLocks xmlns:a="http://schemas.openxmlformats.org/drawingml/2006/main" noGrp="1"/>
          </p:cNvSpPr>
          <p:nvPr/>
        </p:nvSpPr>
        <p:spPr>
          <a:xfrm xmlns:a="http://schemas.openxmlformats.org/drawingml/2006/main">
            <a:off x="8210550" y="4486275"/>
            <a:ext cx="171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350"/>
              <a:buFont typeface="Arial"/>
              <a:buNone/>
            </a:pPr>
            <a:r>
              <a:rPr sz="1350" b="1">
                <a:solidFill>
                  <a:srgbClr val="B85042"/>
                </a:solidFill>
              </a:rPr>
              <a:t>•</a:t>
            </a:r>
            <a:endParaRPr/>
          </a:p>
        </p:txBody>
      </p:sp>
      <p:sp>
        <p:nvSpPr>
          <p:cNvPr id="836" name="Google Shape;836;p16">
            <a:extLst xmlns:a="http://schemas.openxmlformats.org/drawingml/2006/main">
              <a:ext uri="{FF2B5EF4-FFF2-40B4-BE49-F238E27FC236}">
                <a16:creationId xmlns:a16="http://schemas.microsoft.com/office/drawing/2014/main" id="{89C26067-9211-41B3-832C-0107D37DB9C3}"/>
              </a:ext>
            </a:extLst>
          </p:cNvPr>
          <p:cNvSpPr>
            <a:spLocks xmlns:a="http://schemas.openxmlformats.org/drawingml/2006/main" noGrp="1"/>
          </p:cNvSpPr>
          <p:nvPr/>
        </p:nvSpPr>
        <p:spPr>
          <a:xfrm xmlns:a="http://schemas.openxmlformats.org/drawingml/2006/main">
            <a:off x="8420100" y="4448175"/>
            <a:ext cx="2647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88"/>
              <a:buFont typeface="Arial"/>
              <a:buNone/>
            </a:pPr>
            <a:r>
              <a:rPr sz="1088" b="1">
                <a:solidFill>
                  <a:srgbClr val="1A1A2E"/>
                </a:solidFill>
              </a:rPr>
              <a:t>Evaluator cost</a:t>
            </a:r>
            <a:endParaRPr/>
          </a:p>
        </p:txBody>
      </p:sp>
      <p:sp>
        <p:nvSpPr>
          <p:cNvPr id="837" name="Google Shape;837;p16">
            <a:extLst xmlns:a="http://schemas.openxmlformats.org/drawingml/2006/main">
              <a:ext uri="{FF2B5EF4-FFF2-40B4-BE49-F238E27FC236}">
                <a16:creationId xmlns:a16="http://schemas.microsoft.com/office/drawing/2014/main" id="{404FA749-2DAA-47DB-897F-88AB4F597C88}"/>
              </a:ext>
            </a:extLst>
          </p:cNvPr>
          <p:cNvSpPr>
            <a:spLocks xmlns:a="http://schemas.openxmlformats.org/drawingml/2006/main" noGrp="1"/>
          </p:cNvSpPr>
          <p:nvPr/>
        </p:nvSpPr>
        <p:spPr>
          <a:xfrm xmlns:a="http://schemas.openxmlformats.org/drawingml/2006/main">
            <a:off x="8420100" y="4657725"/>
            <a:ext cx="26479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Use code for exact checks; reserve LLM judgment for semantics.</a:t>
            </a:r>
            <a:endParaRPr/>
          </a:p>
        </p:txBody>
      </p:sp>
      <p:sp>
        <p:nvSpPr>
          <p:cNvPr id="838" name="Google Shape;838;p16">
            <a:extLst xmlns:a="http://schemas.openxmlformats.org/drawingml/2006/main">
              <a:ext uri="{FF2B5EF4-FFF2-40B4-BE49-F238E27FC236}">
                <a16:creationId xmlns:a16="http://schemas.microsoft.com/office/drawing/2014/main" id="{93527C79-D10C-4609-90D2-B615C7A7D6A3}"/>
              </a:ext>
            </a:extLst>
          </p:cNvPr>
          <p:cNvSpPr>
            <a:spLocks xmlns:a="http://schemas.openxmlformats.org/drawingml/2006/main" noGrp="1"/>
          </p:cNvSpPr>
          <p:nvPr/>
        </p:nvSpPr>
        <p:spPr>
          <a:xfrm xmlns:a="http://schemas.openxmlformats.org/drawingml/2006/main">
            <a:off x="8172450" y="5000625"/>
            <a:ext cx="3028950" cy="685800"/>
          </a:xfrm>
          <a:prstGeom xmlns:a="http://schemas.openxmlformats.org/drawingml/2006/main" prst="roundRect">
            <a:avLst>
              <a:gd name="adj" fmla="val 11111"/>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39" name="Google Shape;839;p16">
            <a:extLst xmlns:a="http://schemas.openxmlformats.org/drawingml/2006/main">
              <a:ext uri="{FF2B5EF4-FFF2-40B4-BE49-F238E27FC236}">
                <a16:creationId xmlns:a16="http://schemas.microsoft.com/office/drawing/2014/main" id="{939B6FF2-F639-4AB0-A598-656648517CE4}"/>
              </a:ext>
            </a:extLst>
          </p:cNvPr>
          <p:cNvSpPr>
            <a:spLocks xmlns:a="http://schemas.openxmlformats.org/drawingml/2006/main" noGrp="1"/>
          </p:cNvSpPr>
          <p:nvPr/>
        </p:nvSpPr>
        <p:spPr>
          <a:xfrm xmlns:a="http://schemas.openxmlformats.org/drawingml/2006/main">
            <a:off x="8343900" y="5057775"/>
            <a:ext cx="266700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v0.3.9 NEXT ITERATION</a:t>
            </a:r>
            <a:endParaRPr/>
          </a:p>
        </p:txBody>
      </p:sp>
      <p:sp>
        <p:nvSpPr>
          <p:cNvPr id="840" name="Google Shape;840;p16">
            <a:extLst xmlns:a="http://schemas.openxmlformats.org/drawingml/2006/main">
              <a:ext uri="{FF2B5EF4-FFF2-40B4-BE49-F238E27FC236}">
                <a16:creationId xmlns:a16="http://schemas.microsoft.com/office/drawing/2014/main" id="{14895785-4D9B-468A-8CD9-8089F38A10ED}"/>
              </a:ext>
            </a:extLst>
          </p:cNvPr>
          <p:cNvSpPr>
            <a:spLocks xmlns:a="http://schemas.openxmlformats.org/drawingml/2006/main" noGrp="1"/>
          </p:cNvSpPr>
          <p:nvPr/>
        </p:nvSpPr>
        <p:spPr>
          <a:xfrm xmlns:a="http://schemas.openxmlformats.org/drawingml/2006/main">
            <a:off x="8343900" y="5248275"/>
            <a:ext cx="2667000"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63"/>
              <a:buFont typeface="Arial"/>
              <a:buNone/>
            </a:pPr>
            <a:r>
              <a:rPr sz="863" b="1">
                <a:solidFill>
                  <a:srgbClr val="1A1A2E"/>
                </a:solidFill>
              </a:rPr>
              <a:t>Test lighter models on lower-risk tasks; retain GPT-5.6 Terra where reasoning remains release-critical.</a:t>
            </a:r>
            <a:endParaRPr/>
          </a:p>
        </p:txBody>
      </p:sp>
      <p:sp>
        <p:nvSpPr>
          <p:cNvPr id="841" name="Google Shape;841;p16">
            <a:extLst xmlns:a="http://schemas.openxmlformats.org/drawingml/2006/main">
              <a:ext uri="{FF2B5EF4-FFF2-40B4-BE49-F238E27FC236}">
                <a16:creationId xmlns:a16="http://schemas.microsoft.com/office/drawing/2014/main" id="{90DA14A3-954A-4887-A2AB-646C2844D64A}"/>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42" name="Google Shape;842;p16">
            <a:extLst xmlns:a="http://schemas.openxmlformats.org/drawingml/2006/main">
              <a:ext uri="{FF2B5EF4-FFF2-40B4-BE49-F238E27FC236}">
                <a16:creationId xmlns:a16="http://schemas.microsoft.com/office/drawing/2014/main" id="{84B5ACF8-B34A-42FC-808A-01253F38B727}"/>
              </a:ext>
            </a:extLst>
          </p:cNvPr>
          <p:cNvSpPr>
            <a:spLocks xmlns:a="http://schemas.openxmlformats.org/drawingml/2006/main" noGrp="1"/>
          </p:cNvSpPr>
          <p:nvPr/>
        </p:nvSpPr>
        <p:spPr>
          <a:xfrm xmlns:a="http://schemas.openxmlformats.org/drawingml/2006/main">
            <a:off x="781050" y="62674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REFLECTION</a:t>
            </a:r>
            <a:endParaRPr/>
          </a:p>
        </p:txBody>
      </p:sp>
      <p:sp>
        <p:nvSpPr>
          <p:cNvPr id="843" name="Google Shape;843;p16">
            <a:extLst xmlns:a="http://schemas.openxmlformats.org/drawingml/2006/main">
              <a:ext uri="{FF2B5EF4-FFF2-40B4-BE49-F238E27FC236}">
                <a16:creationId xmlns:a16="http://schemas.microsoft.com/office/drawing/2014/main" id="{F8B4E1FF-80CF-43DD-8074-D956DBE7A095}"/>
              </a:ext>
            </a:extLst>
          </p:cNvPr>
          <p:cNvSpPr>
            <a:spLocks xmlns:a="http://schemas.openxmlformats.org/drawingml/2006/main" noGrp="1"/>
          </p:cNvSpPr>
          <p:nvPr/>
        </p:nvSpPr>
        <p:spPr>
          <a:xfrm xmlns:a="http://schemas.openxmlformats.org/drawingml/2006/main">
            <a:off x="2647950" y="6267450"/>
            <a:ext cx="8763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75"/>
              <a:buFont typeface="Arial"/>
              <a:buNone/>
            </a:pPr>
            <a:r>
              <a:rPr sz="1275" b="1">
                <a:solidFill>
                  <a:srgbClr val="FFFFFF"/>
                </a:solidFill>
              </a:rPr>
              <a:t>Evaluation became a design discipline: observe failure → isolate change → validate evidence → promote safely.</a:t>
            </a:r>
            <a:endParaRPr/>
          </a:p>
        </p:txBody>
      </p:sp>
    </p:spTree>
    <p:extLst>
      <p:ext uri="{BB962C8B-B14F-4D97-AF65-F5344CB8AC3E}">
        <p14:creationId xmlns:p14="http://schemas.microsoft.com/office/powerpoint/2010/main" val="1583864327"/>
      </p:ext>
    </p:extLst>
  </p:cSld>
</p:sld>
</file>

<file path=ppt/slides/slide17.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849" name="Google Shape;849;p17">
            <a:extLst xmlns:a="http://schemas.openxmlformats.org/drawingml/2006/main">
              <a:ext uri="{FF2B5EF4-FFF2-40B4-BE49-F238E27FC236}">
                <a16:creationId xmlns:a16="http://schemas.microsoft.com/office/drawing/2014/main" id="{37E540CF-E678-4149-9E3D-C92FAB21B21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0" name="Google Shape;850;p17">
            <a:extLst xmlns:a="http://schemas.openxmlformats.org/drawingml/2006/main">
              <a:ext uri="{FF2B5EF4-FFF2-40B4-BE49-F238E27FC236}">
                <a16:creationId xmlns:a16="http://schemas.microsoft.com/office/drawing/2014/main" id="{9ABB0979-6634-4863-949B-4FDB153C9570}"/>
              </a:ext>
            </a:extLst>
          </p:cNvPr>
          <p:cNvSpPr>
            <a:spLocks xmlns:a="http://schemas.openxmlformats.org/drawingml/2006/main" noGrp="1"/>
          </p:cNvSpPr>
          <p:nvPr/>
        </p:nvSpPr>
        <p:spPr>
          <a:xfrm xmlns:a="http://schemas.openxmlformats.org/drawingml/2006/main">
            <a:off x="514350" y="742950"/>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1" name="Google Shape;851;p17">
            <a:extLst xmlns:a="http://schemas.openxmlformats.org/drawingml/2006/main">
              <a:ext uri="{FF2B5EF4-FFF2-40B4-BE49-F238E27FC236}">
                <a16:creationId xmlns:a16="http://schemas.microsoft.com/office/drawing/2014/main" id="{929DB119-23E7-47C1-90DD-406F85E8652D}"/>
              </a:ext>
            </a:extLst>
          </p:cNvPr>
          <p:cNvSpPr>
            <a:spLocks xmlns:a="http://schemas.openxmlformats.org/drawingml/2006/main" noGrp="1"/>
          </p:cNvSpPr>
          <p:nvPr/>
        </p:nvSpPr>
        <p:spPr>
          <a:xfrm xmlns:a="http://schemas.openxmlformats.org/drawingml/2006/main">
            <a:off x="781050" y="552450"/>
            <a:ext cx="5715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17  ·  SUBMISSION EVIDENCE</a:t>
            </a:r>
            <a:endParaRPr/>
          </a:p>
        </p:txBody>
      </p:sp>
      <p:sp>
        <p:nvSpPr>
          <p:cNvPr id="852" name="Google Shape;852;p17">
            <a:extLst xmlns:a="http://schemas.openxmlformats.org/drawingml/2006/main">
              <a:ext uri="{FF2B5EF4-FFF2-40B4-BE49-F238E27FC236}">
                <a16:creationId xmlns:a16="http://schemas.microsoft.com/office/drawing/2014/main" id="{9E02E396-A3A8-4694-8711-452CF10C3767}"/>
              </a:ext>
            </a:extLst>
          </p:cNvPr>
          <p:cNvSpPr>
            <a:spLocks xmlns:a="http://schemas.openxmlformats.org/drawingml/2006/main" noGrp="1"/>
          </p:cNvSpPr>
          <p:nvPr/>
        </p:nvSpPr>
        <p:spPr>
          <a:xfrm xmlns:a="http://schemas.openxmlformats.org/drawingml/2006/main">
            <a:off x="781050" y="885825"/>
            <a:ext cx="106489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The submission package makes every claim inspectable</a:t>
            </a:r>
            <a:endParaRPr/>
          </a:p>
        </p:txBody>
      </p:sp>
      <p:sp>
        <p:nvSpPr>
          <p:cNvPr id="853" name="Google Shape;853;p17">
            <a:extLst xmlns:a="http://schemas.openxmlformats.org/drawingml/2006/main">
              <a:ext uri="{FF2B5EF4-FFF2-40B4-BE49-F238E27FC236}">
                <a16:creationId xmlns:a16="http://schemas.microsoft.com/office/drawing/2014/main" id="{F5150DBB-C729-45FA-AC9D-1DBE46BAD652}"/>
              </a:ext>
            </a:extLst>
          </p:cNvPr>
          <p:cNvSpPr>
            <a:spLocks xmlns:a="http://schemas.openxmlformats.org/drawingml/2006/main" noGrp="1"/>
          </p:cNvSpPr>
          <p:nvPr/>
        </p:nvSpPr>
        <p:spPr>
          <a:xfrm xmlns:a="http://schemas.openxmlformats.org/drawingml/2006/main">
            <a:off x="781050" y="1524000"/>
            <a:ext cx="106489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75"/>
              <a:buFont typeface="Arial"/>
              <a:buNone/>
            </a:pPr>
            <a:r>
              <a:rPr sz="1275">
                <a:solidFill>
                  <a:srgbClr val="666B70"/>
                </a:solidFill>
              </a:rPr>
              <a:t>A single evidence index connects the written answers, implementation, accepted run, product outputs, and demo.</a:t>
            </a:r>
            <a:endParaRPr/>
          </a:p>
        </p:txBody>
      </p:sp>
      <p:sp>
        <p:nvSpPr>
          <p:cNvPr id="854" name="Google Shape;854;p17">
            <a:extLst xmlns:a="http://schemas.openxmlformats.org/drawingml/2006/main">
              <a:ext uri="{FF2B5EF4-FFF2-40B4-BE49-F238E27FC236}">
                <a16:creationId xmlns:a16="http://schemas.microsoft.com/office/drawing/2014/main" id="{7A0CCBD0-C281-4928-AABF-559244035E49}"/>
              </a:ext>
            </a:extLst>
          </p:cNvPr>
          <p:cNvSpPr>
            <a:spLocks xmlns:a="http://schemas.openxmlformats.org/drawingml/2006/main" noGrp="1"/>
          </p:cNvSpPr>
          <p:nvPr/>
        </p:nvSpPr>
        <p:spPr>
          <a:xfrm xmlns:a="http://schemas.openxmlformats.org/drawingml/2006/main">
            <a:off x="781050" y="2047875"/>
            <a:ext cx="4857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63"/>
              <a:buFont typeface="Arial"/>
              <a:buNone/>
            </a:pPr>
            <a:r>
              <a:rPr sz="863" b="1">
                <a:solidFill>
                  <a:srgbClr val="B85042"/>
                </a:solidFill>
              </a:rPr>
              <a:t>REPRODUCIBLE SUBMISSION PACKAGE</a:t>
            </a:r>
            <a:endParaRPr/>
          </a:p>
        </p:txBody>
      </p:sp>
      <p:sp>
        <p:nvSpPr>
          <p:cNvPr id="855" name="Google Shape;855;p17">
            <a:extLst xmlns:a="http://schemas.openxmlformats.org/drawingml/2006/main">
              <a:ext uri="{FF2B5EF4-FFF2-40B4-BE49-F238E27FC236}">
                <a16:creationId xmlns:a16="http://schemas.microsoft.com/office/drawing/2014/main" id="{C3E9581E-2948-4A76-89BF-733278BF9DDE}"/>
              </a:ext>
            </a:extLst>
          </p:cNvPr>
          <p:cNvSpPr>
            <a:spLocks xmlns:a="http://schemas.openxmlformats.org/drawingml/2006/main" noGrp="1"/>
          </p:cNvSpPr>
          <p:nvPr/>
        </p:nvSpPr>
        <p:spPr>
          <a:xfrm xmlns:a="http://schemas.openxmlformats.org/drawingml/2006/main">
            <a:off x="781050" y="2371725"/>
            <a:ext cx="285750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6" name="Google Shape;856;p17">
            <a:extLst xmlns:a="http://schemas.openxmlformats.org/drawingml/2006/main">
              <a:ext uri="{FF2B5EF4-FFF2-40B4-BE49-F238E27FC236}">
                <a16:creationId xmlns:a16="http://schemas.microsoft.com/office/drawing/2014/main" id="{60384066-B480-4437-A73A-48E9F5ADDE49}"/>
              </a:ext>
            </a:extLst>
          </p:cNvPr>
          <p:cNvSpPr>
            <a:spLocks xmlns:a="http://schemas.openxmlformats.org/drawingml/2006/main" noGrp="1"/>
          </p:cNvSpPr>
          <p:nvPr/>
        </p:nvSpPr>
        <p:spPr>
          <a:xfrm xmlns:a="http://schemas.openxmlformats.org/drawingml/2006/main">
            <a:off x="781050" y="2371725"/>
            <a:ext cx="66675" cy="8667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7" name="Google Shape;857;p17">
            <a:extLst xmlns:a="http://schemas.openxmlformats.org/drawingml/2006/main">
              <a:ext uri="{FF2B5EF4-FFF2-40B4-BE49-F238E27FC236}">
                <a16:creationId xmlns:a16="http://schemas.microsoft.com/office/drawing/2014/main" id="{DA51D960-1AA2-4B92-BE44-17A7BAADC39D}"/>
              </a:ext>
            </a:extLst>
          </p:cNvPr>
          <p:cNvSpPr>
            <a:spLocks xmlns:a="http://schemas.openxmlformats.org/drawingml/2006/main" noGrp="1"/>
          </p:cNvSpPr>
          <p:nvPr/>
        </p:nvSpPr>
        <p:spPr>
          <a:xfrm xmlns:a="http://schemas.openxmlformats.org/drawingml/2006/main">
            <a:off x="962025" y="2533650"/>
            <a:ext cx="352425" cy="352425"/>
          </a:xfrm>
          <a:prstGeom xmlns:a="http://schemas.openxmlformats.org/drawingml/2006/main" prst="roundRect">
            <a:avLst>
              <a:gd name="adj" fmla="val 21622"/>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8" name="Google Shape;858;p17">
            <a:extLst xmlns:a="http://schemas.openxmlformats.org/drawingml/2006/main">
              <a:ext uri="{FF2B5EF4-FFF2-40B4-BE49-F238E27FC236}">
                <a16:creationId xmlns:a16="http://schemas.microsoft.com/office/drawing/2014/main" id="{74FA5419-2EA8-4FD5-B958-663623984104}"/>
              </a:ext>
            </a:extLst>
          </p:cNvPr>
          <p:cNvSpPr>
            <a:spLocks xmlns:a="http://schemas.openxmlformats.org/drawingml/2006/main" noGrp="1"/>
          </p:cNvSpPr>
          <p:nvPr/>
        </p:nvSpPr>
        <p:spPr>
          <a:xfrm xmlns:a="http://schemas.openxmlformats.org/drawingml/2006/main">
            <a:off x="962025" y="2562225"/>
            <a:ext cx="3524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75"/>
              <a:buFont typeface="Arial"/>
              <a:buNone/>
            </a:pPr>
            <a:r>
              <a:rPr sz="975" b="1">
                <a:solidFill>
                  <a:srgbClr val="3B6EBF"/>
                </a:solidFill>
              </a:rPr>
              <a:t>01</a:t>
            </a:r>
            <a:endParaRPr/>
          </a:p>
        </p:txBody>
      </p:sp>
      <p:sp>
        <p:nvSpPr>
          <p:cNvPr id="859" name="Google Shape;859;p17">
            <a:extLst xmlns:a="http://schemas.openxmlformats.org/drawingml/2006/main">
              <a:ext uri="{FF2B5EF4-FFF2-40B4-BE49-F238E27FC236}">
                <a16:creationId xmlns:a16="http://schemas.microsoft.com/office/drawing/2014/main" id="{6D7EB952-97CC-4413-BA08-86B05E6885D6}"/>
              </a:ext>
            </a:extLst>
          </p:cNvPr>
          <p:cNvSpPr>
            <a:spLocks xmlns:a="http://schemas.openxmlformats.org/drawingml/2006/main" noGrp="1"/>
          </p:cNvSpPr>
          <p:nvPr/>
        </p:nvSpPr>
        <p:spPr>
          <a:xfrm xmlns:a="http://schemas.openxmlformats.org/drawingml/2006/main">
            <a:off x="1428750" y="2486025"/>
            <a:ext cx="20383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Implementation</a:t>
            </a:r>
            <a:endParaRPr/>
          </a:p>
        </p:txBody>
      </p:sp>
      <p:sp>
        <p:nvSpPr>
          <p:cNvPr id="860" name="Google Shape;860;p17">
            <a:extLst xmlns:a="http://schemas.openxmlformats.org/drawingml/2006/main">
              <a:ext uri="{FF2B5EF4-FFF2-40B4-BE49-F238E27FC236}">
                <a16:creationId xmlns:a16="http://schemas.microsoft.com/office/drawing/2014/main" id="{2CA89D0C-11D9-4F90-8026-56DB0CFD3D20}"/>
              </a:ext>
            </a:extLst>
          </p:cNvPr>
          <p:cNvSpPr>
            <a:spLocks xmlns:a="http://schemas.openxmlformats.org/drawingml/2006/main" noGrp="1"/>
          </p:cNvSpPr>
          <p:nvPr/>
        </p:nvSpPr>
        <p:spPr>
          <a:xfrm xmlns:a="http://schemas.openxmlformats.org/drawingml/2006/main">
            <a:off x="1428750" y="2743200"/>
            <a:ext cx="2038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v0.3.8 workflow JSONs · inventory · configuration notes</a:t>
            </a:r>
            <a:endParaRPr/>
          </a:p>
        </p:txBody>
      </p:sp>
      <p:sp>
        <p:nvSpPr>
          <p:cNvPr id="861" name="Google Shape;861;p17">
            <a:extLst xmlns:a="http://schemas.openxmlformats.org/drawingml/2006/main">
              <a:ext uri="{FF2B5EF4-FFF2-40B4-BE49-F238E27FC236}">
                <a16:creationId xmlns:a16="http://schemas.microsoft.com/office/drawing/2014/main" id="{A76A449B-7DC5-40BE-9BC2-42519496CD76}"/>
              </a:ext>
            </a:extLst>
          </p:cNvPr>
          <p:cNvSpPr>
            <a:spLocks xmlns:a="http://schemas.openxmlformats.org/drawingml/2006/main" noGrp="1"/>
          </p:cNvSpPr>
          <p:nvPr/>
        </p:nvSpPr>
        <p:spPr>
          <a:xfrm xmlns:a="http://schemas.openxmlformats.org/drawingml/2006/main">
            <a:off x="3848100" y="2371725"/>
            <a:ext cx="285750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2" name="Google Shape;862;p17">
            <a:extLst xmlns:a="http://schemas.openxmlformats.org/drawingml/2006/main">
              <a:ext uri="{FF2B5EF4-FFF2-40B4-BE49-F238E27FC236}">
                <a16:creationId xmlns:a16="http://schemas.microsoft.com/office/drawing/2014/main" id="{48F2F1DA-EEED-42FB-8415-831D6C1FD9D2}"/>
              </a:ext>
            </a:extLst>
          </p:cNvPr>
          <p:cNvSpPr>
            <a:spLocks xmlns:a="http://schemas.openxmlformats.org/drawingml/2006/main" noGrp="1"/>
          </p:cNvSpPr>
          <p:nvPr/>
        </p:nvSpPr>
        <p:spPr>
          <a:xfrm xmlns:a="http://schemas.openxmlformats.org/drawingml/2006/main">
            <a:off x="3848100" y="2371725"/>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3" name="Google Shape;863;p17">
            <a:extLst xmlns:a="http://schemas.openxmlformats.org/drawingml/2006/main">
              <a:ext uri="{FF2B5EF4-FFF2-40B4-BE49-F238E27FC236}">
                <a16:creationId xmlns:a16="http://schemas.microsoft.com/office/drawing/2014/main" id="{AB44A05D-80B8-47C2-8A76-802D37B2B33E}"/>
              </a:ext>
            </a:extLst>
          </p:cNvPr>
          <p:cNvSpPr>
            <a:spLocks xmlns:a="http://schemas.openxmlformats.org/drawingml/2006/main" noGrp="1"/>
          </p:cNvSpPr>
          <p:nvPr/>
        </p:nvSpPr>
        <p:spPr>
          <a:xfrm xmlns:a="http://schemas.openxmlformats.org/drawingml/2006/main">
            <a:off x="4029075" y="2533650"/>
            <a:ext cx="352425" cy="352425"/>
          </a:xfrm>
          <a:prstGeom xmlns:a="http://schemas.openxmlformats.org/drawingml/2006/main" prst="roundRect">
            <a:avLst>
              <a:gd name="adj" fmla="val 21622"/>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4" name="Google Shape;864;p17">
            <a:extLst xmlns:a="http://schemas.openxmlformats.org/drawingml/2006/main">
              <a:ext uri="{FF2B5EF4-FFF2-40B4-BE49-F238E27FC236}">
                <a16:creationId xmlns:a16="http://schemas.microsoft.com/office/drawing/2014/main" id="{1C7F7AFA-BF22-4F35-8E9E-318C9D04A75B}"/>
              </a:ext>
            </a:extLst>
          </p:cNvPr>
          <p:cNvSpPr>
            <a:spLocks xmlns:a="http://schemas.openxmlformats.org/drawingml/2006/main" noGrp="1"/>
          </p:cNvSpPr>
          <p:nvPr/>
        </p:nvSpPr>
        <p:spPr>
          <a:xfrm xmlns:a="http://schemas.openxmlformats.org/drawingml/2006/main">
            <a:off x="4029075" y="2562225"/>
            <a:ext cx="3524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02</a:t>
            </a:r>
            <a:endParaRPr/>
          </a:p>
        </p:txBody>
      </p:sp>
      <p:sp>
        <p:nvSpPr>
          <p:cNvPr id="865" name="Google Shape;865;p17">
            <a:extLst xmlns:a="http://schemas.openxmlformats.org/drawingml/2006/main">
              <a:ext uri="{FF2B5EF4-FFF2-40B4-BE49-F238E27FC236}">
                <a16:creationId xmlns:a16="http://schemas.microsoft.com/office/drawing/2014/main" id="{2629E8E7-3425-48A6-B91B-45BEC19E46B5}"/>
              </a:ext>
            </a:extLst>
          </p:cNvPr>
          <p:cNvSpPr>
            <a:spLocks xmlns:a="http://schemas.openxmlformats.org/drawingml/2006/main" noGrp="1"/>
          </p:cNvSpPr>
          <p:nvPr/>
        </p:nvSpPr>
        <p:spPr>
          <a:xfrm xmlns:a="http://schemas.openxmlformats.org/drawingml/2006/main">
            <a:off x="4495800" y="2486025"/>
            <a:ext cx="20383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Written responses</a:t>
            </a:r>
            <a:endParaRPr/>
          </a:p>
        </p:txBody>
      </p:sp>
      <p:sp>
        <p:nvSpPr>
          <p:cNvPr id="866" name="Google Shape;866;p17">
            <a:extLst xmlns:a="http://schemas.openxmlformats.org/drawingml/2006/main">
              <a:ext uri="{FF2B5EF4-FFF2-40B4-BE49-F238E27FC236}">
                <a16:creationId xmlns:a16="http://schemas.microsoft.com/office/drawing/2014/main" id="{41E5ACE6-7FE7-4152-8218-0D7E81D4BF71}"/>
              </a:ext>
            </a:extLst>
          </p:cNvPr>
          <p:cNvSpPr>
            <a:spLocks xmlns:a="http://schemas.openxmlformats.org/drawingml/2006/main" noGrp="1"/>
          </p:cNvSpPr>
          <p:nvPr/>
        </p:nvSpPr>
        <p:spPr>
          <a:xfrm xmlns:a="http://schemas.openxmlformats.org/drawingml/2006/main">
            <a:off x="4495800" y="2743200"/>
            <a:ext cx="2038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Q1–Q4 PDFs / Markdown · README · rubric cross-reference</a:t>
            </a:r>
            <a:endParaRPr/>
          </a:p>
        </p:txBody>
      </p:sp>
      <p:sp>
        <p:nvSpPr>
          <p:cNvPr id="867" name="Google Shape;867;p17">
            <a:extLst xmlns:a="http://schemas.openxmlformats.org/drawingml/2006/main">
              <a:ext uri="{FF2B5EF4-FFF2-40B4-BE49-F238E27FC236}">
                <a16:creationId xmlns:a16="http://schemas.microsoft.com/office/drawing/2014/main" id="{6B1AE32C-54E1-4479-8FA4-31B0F8EF2ECE}"/>
              </a:ext>
            </a:extLst>
          </p:cNvPr>
          <p:cNvSpPr>
            <a:spLocks xmlns:a="http://schemas.openxmlformats.org/drawingml/2006/main" noGrp="1"/>
          </p:cNvSpPr>
          <p:nvPr/>
        </p:nvSpPr>
        <p:spPr>
          <a:xfrm xmlns:a="http://schemas.openxmlformats.org/drawingml/2006/main">
            <a:off x="781050" y="3429000"/>
            <a:ext cx="285750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8" name="Google Shape;868;p17">
            <a:extLst xmlns:a="http://schemas.openxmlformats.org/drawingml/2006/main">
              <a:ext uri="{FF2B5EF4-FFF2-40B4-BE49-F238E27FC236}">
                <a16:creationId xmlns:a16="http://schemas.microsoft.com/office/drawing/2014/main" id="{FD77C073-3F00-4D9B-9C30-9F85BC71DE84}"/>
              </a:ext>
            </a:extLst>
          </p:cNvPr>
          <p:cNvSpPr>
            <a:spLocks xmlns:a="http://schemas.openxmlformats.org/drawingml/2006/main" noGrp="1"/>
          </p:cNvSpPr>
          <p:nvPr/>
        </p:nvSpPr>
        <p:spPr>
          <a:xfrm xmlns:a="http://schemas.openxmlformats.org/drawingml/2006/main">
            <a:off x="781050" y="3429000"/>
            <a:ext cx="66675" cy="866775"/>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9" name="Google Shape;869;p17">
            <a:extLst xmlns:a="http://schemas.openxmlformats.org/drawingml/2006/main">
              <a:ext uri="{FF2B5EF4-FFF2-40B4-BE49-F238E27FC236}">
                <a16:creationId xmlns:a16="http://schemas.microsoft.com/office/drawing/2014/main" id="{54FEADCC-C22E-472C-85A5-A692B9FAA594}"/>
              </a:ext>
            </a:extLst>
          </p:cNvPr>
          <p:cNvSpPr>
            <a:spLocks xmlns:a="http://schemas.openxmlformats.org/drawingml/2006/main" noGrp="1"/>
          </p:cNvSpPr>
          <p:nvPr/>
        </p:nvSpPr>
        <p:spPr>
          <a:xfrm xmlns:a="http://schemas.openxmlformats.org/drawingml/2006/main">
            <a:off x="962025" y="3590925"/>
            <a:ext cx="352425" cy="352425"/>
          </a:xfrm>
          <a:prstGeom xmlns:a="http://schemas.openxmlformats.org/drawingml/2006/main" prst="roundRect">
            <a:avLst>
              <a:gd name="adj" fmla="val 21622"/>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70" name="Google Shape;870;p17">
            <a:extLst xmlns:a="http://schemas.openxmlformats.org/drawingml/2006/main">
              <a:ext uri="{FF2B5EF4-FFF2-40B4-BE49-F238E27FC236}">
                <a16:creationId xmlns:a16="http://schemas.microsoft.com/office/drawing/2014/main" id="{4AD8A4F5-EF77-4EE7-927F-4EE846801B44}"/>
              </a:ext>
            </a:extLst>
          </p:cNvPr>
          <p:cNvSpPr>
            <a:spLocks xmlns:a="http://schemas.openxmlformats.org/drawingml/2006/main" noGrp="1"/>
          </p:cNvSpPr>
          <p:nvPr/>
        </p:nvSpPr>
        <p:spPr>
          <a:xfrm xmlns:a="http://schemas.openxmlformats.org/drawingml/2006/main">
            <a:off x="962025" y="3619500"/>
            <a:ext cx="3524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975"/>
              <a:buFont typeface="Arial"/>
              <a:buNone/>
            </a:pPr>
            <a:r>
              <a:rPr sz="975" b="1">
                <a:solidFill>
                  <a:srgbClr val="7546C8"/>
                </a:solidFill>
              </a:rPr>
              <a:t>03</a:t>
            </a:r>
            <a:endParaRPr/>
          </a:p>
        </p:txBody>
      </p:sp>
      <p:sp>
        <p:nvSpPr>
          <p:cNvPr id="871" name="Google Shape;871;p17">
            <a:extLst xmlns:a="http://schemas.openxmlformats.org/drawingml/2006/main">
              <a:ext uri="{FF2B5EF4-FFF2-40B4-BE49-F238E27FC236}">
                <a16:creationId xmlns:a16="http://schemas.microsoft.com/office/drawing/2014/main" id="{1E32231A-9EAF-4365-BBE0-45D98D73CBAC}"/>
              </a:ext>
            </a:extLst>
          </p:cNvPr>
          <p:cNvSpPr>
            <a:spLocks xmlns:a="http://schemas.openxmlformats.org/drawingml/2006/main" noGrp="1"/>
          </p:cNvSpPr>
          <p:nvPr/>
        </p:nvSpPr>
        <p:spPr>
          <a:xfrm xmlns:a="http://schemas.openxmlformats.org/drawingml/2006/main">
            <a:off x="1428750" y="3543300"/>
            <a:ext cx="20383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Baseline testing</a:t>
            </a:r>
            <a:endParaRPr/>
          </a:p>
        </p:txBody>
      </p:sp>
      <p:sp>
        <p:nvSpPr>
          <p:cNvPr id="872" name="Google Shape;872;p17">
            <a:extLst xmlns:a="http://schemas.openxmlformats.org/drawingml/2006/main">
              <a:ext uri="{FF2B5EF4-FFF2-40B4-BE49-F238E27FC236}">
                <a16:creationId xmlns:a16="http://schemas.microsoft.com/office/drawing/2014/main" id="{6EC5F522-DBAE-4B1C-B0E5-0EC7CEE74227}"/>
              </a:ext>
            </a:extLst>
          </p:cNvPr>
          <p:cNvSpPr>
            <a:spLocks xmlns:a="http://schemas.openxmlformats.org/drawingml/2006/main" noGrp="1"/>
          </p:cNvSpPr>
          <p:nvPr/>
        </p:nvSpPr>
        <p:spPr>
          <a:xfrm xmlns:a="http://schemas.openxmlformats.org/drawingml/2006/main">
            <a:off x="1428750" y="3800475"/>
            <a:ext cx="2038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T1–T12 matrix · inputs · expected checks · result evidence</a:t>
            </a:r>
            <a:endParaRPr/>
          </a:p>
        </p:txBody>
      </p:sp>
      <p:sp>
        <p:nvSpPr>
          <p:cNvPr id="873" name="Google Shape;873;p17">
            <a:extLst xmlns:a="http://schemas.openxmlformats.org/drawingml/2006/main">
              <a:ext uri="{FF2B5EF4-FFF2-40B4-BE49-F238E27FC236}">
                <a16:creationId xmlns:a16="http://schemas.microsoft.com/office/drawing/2014/main" id="{E92448B2-2949-4E08-9F23-EDFEE0DEC0B2}"/>
              </a:ext>
            </a:extLst>
          </p:cNvPr>
          <p:cNvSpPr>
            <a:spLocks xmlns:a="http://schemas.openxmlformats.org/drawingml/2006/main" noGrp="1"/>
          </p:cNvSpPr>
          <p:nvPr/>
        </p:nvSpPr>
        <p:spPr>
          <a:xfrm xmlns:a="http://schemas.openxmlformats.org/drawingml/2006/main">
            <a:off x="3848100" y="3429000"/>
            <a:ext cx="285750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74" name="Google Shape;874;p17">
            <a:extLst xmlns:a="http://schemas.openxmlformats.org/drawingml/2006/main">
              <a:ext uri="{FF2B5EF4-FFF2-40B4-BE49-F238E27FC236}">
                <a16:creationId xmlns:a16="http://schemas.microsoft.com/office/drawing/2014/main" id="{0A747C8D-BC86-447C-99E3-60B59453BF1C}"/>
              </a:ext>
            </a:extLst>
          </p:cNvPr>
          <p:cNvSpPr>
            <a:spLocks xmlns:a="http://schemas.openxmlformats.org/drawingml/2006/main" noGrp="1"/>
          </p:cNvSpPr>
          <p:nvPr/>
        </p:nvSpPr>
        <p:spPr>
          <a:xfrm xmlns:a="http://schemas.openxmlformats.org/drawingml/2006/main">
            <a:off x="3848100" y="3429000"/>
            <a:ext cx="66675" cy="86677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75" name="Google Shape;875;p17">
            <a:extLst xmlns:a="http://schemas.openxmlformats.org/drawingml/2006/main">
              <a:ext uri="{FF2B5EF4-FFF2-40B4-BE49-F238E27FC236}">
                <a16:creationId xmlns:a16="http://schemas.microsoft.com/office/drawing/2014/main" id="{62139BA8-C428-43CB-A31E-62E1812B7EF3}"/>
              </a:ext>
            </a:extLst>
          </p:cNvPr>
          <p:cNvSpPr>
            <a:spLocks xmlns:a="http://schemas.openxmlformats.org/drawingml/2006/main" noGrp="1"/>
          </p:cNvSpPr>
          <p:nvPr/>
        </p:nvSpPr>
        <p:spPr>
          <a:xfrm xmlns:a="http://schemas.openxmlformats.org/drawingml/2006/main">
            <a:off x="4029075" y="3590925"/>
            <a:ext cx="352425" cy="352425"/>
          </a:xfrm>
          <a:prstGeom xmlns:a="http://schemas.openxmlformats.org/drawingml/2006/main" prst="roundRect">
            <a:avLst>
              <a:gd name="adj" fmla="val 21622"/>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76" name="Google Shape;876;p17">
            <a:extLst xmlns:a="http://schemas.openxmlformats.org/drawingml/2006/main">
              <a:ext uri="{FF2B5EF4-FFF2-40B4-BE49-F238E27FC236}">
                <a16:creationId xmlns:a16="http://schemas.microsoft.com/office/drawing/2014/main" id="{D35320F0-02AA-4007-9F7B-5BCCA681C25E}"/>
              </a:ext>
            </a:extLst>
          </p:cNvPr>
          <p:cNvSpPr>
            <a:spLocks xmlns:a="http://schemas.openxmlformats.org/drawingml/2006/main" noGrp="1"/>
          </p:cNvSpPr>
          <p:nvPr/>
        </p:nvSpPr>
        <p:spPr>
          <a:xfrm xmlns:a="http://schemas.openxmlformats.org/drawingml/2006/main">
            <a:off x="4029075" y="3619500"/>
            <a:ext cx="3524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75"/>
              <a:buFont typeface="Arial"/>
              <a:buNone/>
            </a:pPr>
            <a:r>
              <a:rPr sz="975" b="1">
                <a:solidFill>
                  <a:srgbClr val="2F6F57"/>
                </a:solidFill>
              </a:rPr>
              <a:t>04</a:t>
            </a:r>
            <a:endParaRPr/>
          </a:p>
        </p:txBody>
      </p:sp>
      <p:sp>
        <p:nvSpPr>
          <p:cNvPr id="877" name="Google Shape;877;p17">
            <a:extLst xmlns:a="http://schemas.openxmlformats.org/drawingml/2006/main">
              <a:ext uri="{FF2B5EF4-FFF2-40B4-BE49-F238E27FC236}">
                <a16:creationId xmlns:a16="http://schemas.microsoft.com/office/drawing/2014/main" id="{3F67801B-5A00-4535-A9B5-C8C9B532D305}"/>
              </a:ext>
            </a:extLst>
          </p:cNvPr>
          <p:cNvSpPr>
            <a:spLocks xmlns:a="http://schemas.openxmlformats.org/drawingml/2006/main" noGrp="1"/>
          </p:cNvSpPr>
          <p:nvPr/>
        </p:nvSpPr>
        <p:spPr>
          <a:xfrm xmlns:a="http://schemas.openxmlformats.org/drawingml/2006/main">
            <a:off x="4495800" y="3543300"/>
            <a:ext cx="20383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Product outputs</a:t>
            </a:r>
            <a:endParaRPr/>
          </a:p>
        </p:txBody>
      </p:sp>
      <p:sp>
        <p:nvSpPr>
          <p:cNvPr id="878" name="Google Shape;878;p17">
            <a:extLst xmlns:a="http://schemas.openxmlformats.org/drawingml/2006/main">
              <a:ext uri="{FF2B5EF4-FFF2-40B4-BE49-F238E27FC236}">
                <a16:creationId xmlns:a16="http://schemas.microsoft.com/office/drawing/2014/main" id="{8EE61F3F-553C-45B0-8131-5754B8448FB6}"/>
              </a:ext>
            </a:extLst>
          </p:cNvPr>
          <p:cNvSpPr>
            <a:spLocks xmlns:a="http://schemas.openxmlformats.org/drawingml/2006/main" noGrp="1"/>
          </p:cNvSpPr>
          <p:nvPr/>
        </p:nvSpPr>
        <p:spPr>
          <a:xfrm xmlns:a="http://schemas.openxmlformats.org/drawingml/2006/main">
            <a:off x="4495800" y="3800475"/>
            <a:ext cx="2038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Corrected PRD · Epic / Feature / Story · sizing report</a:t>
            </a:r>
            <a:endParaRPr/>
          </a:p>
        </p:txBody>
      </p:sp>
      <p:sp>
        <p:nvSpPr>
          <p:cNvPr id="879" name="Google Shape;879;p17">
            <a:extLst xmlns:a="http://schemas.openxmlformats.org/drawingml/2006/main">
              <a:ext uri="{FF2B5EF4-FFF2-40B4-BE49-F238E27FC236}">
                <a16:creationId xmlns:a16="http://schemas.microsoft.com/office/drawing/2014/main" id="{677F5217-9758-4222-9AC8-9EFE87A4F02A}"/>
              </a:ext>
            </a:extLst>
          </p:cNvPr>
          <p:cNvSpPr>
            <a:spLocks xmlns:a="http://schemas.openxmlformats.org/drawingml/2006/main" noGrp="1"/>
          </p:cNvSpPr>
          <p:nvPr/>
        </p:nvSpPr>
        <p:spPr>
          <a:xfrm xmlns:a="http://schemas.openxmlformats.org/drawingml/2006/main">
            <a:off x="781050" y="4486275"/>
            <a:ext cx="285750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80" name="Google Shape;880;p17">
            <a:extLst xmlns:a="http://schemas.openxmlformats.org/drawingml/2006/main">
              <a:ext uri="{FF2B5EF4-FFF2-40B4-BE49-F238E27FC236}">
                <a16:creationId xmlns:a16="http://schemas.microsoft.com/office/drawing/2014/main" id="{88B05DF4-806A-4B01-8061-A1556D49C0D8}"/>
              </a:ext>
            </a:extLst>
          </p:cNvPr>
          <p:cNvSpPr>
            <a:spLocks xmlns:a="http://schemas.openxmlformats.org/drawingml/2006/main" noGrp="1"/>
          </p:cNvSpPr>
          <p:nvPr/>
        </p:nvSpPr>
        <p:spPr>
          <a:xfrm xmlns:a="http://schemas.openxmlformats.org/drawingml/2006/main">
            <a:off x="781050" y="4486275"/>
            <a:ext cx="66675" cy="8667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81" name="Google Shape;881;p17">
            <a:extLst xmlns:a="http://schemas.openxmlformats.org/drawingml/2006/main">
              <a:ext uri="{FF2B5EF4-FFF2-40B4-BE49-F238E27FC236}">
                <a16:creationId xmlns:a16="http://schemas.microsoft.com/office/drawing/2014/main" id="{3E30C7A4-3558-4B78-99DD-752EAAD59AF2}"/>
              </a:ext>
            </a:extLst>
          </p:cNvPr>
          <p:cNvSpPr>
            <a:spLocks xmlns:a="http://schemas.openxmlformats.org/drawingml/2006/main" noGrp="1"/>
          </p:cNvSpPr>
          <p:nvPr/>
        </p:nvSpPr>
        <p:spPr>
          <a:xfrm xmlns:a="http://schemas.openxmlformats.org/drawingml/2006/main">
            <a:off x="962025" y="4648200"/>
            <a:ext cx="352425" cy="352425"/>
          </a:xfrm>
          <a:prstGeom xmlns:a="http://schemas.openxmlformats.org/drawingml/2006/main" prst="roundRect">
            <a:avLst>
              <a:gd name="adj" fmla="val 21622"/>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82" name="Google Shape;882;p17">
            <a:extLst xmlns:a="http://schemas.openxmlformats.org/drawingml/2006/main">
              <a:ext uri="{FF2B5EF4-FFF2-40B4-BE49-F238E27FC236}">
                <a16:creationId xmlns:a16="http://schemas.microsoft.com/office/drawing/2014/main" id="{898E14E9-EBF0-4BA3-9AF6-90A17A3FD50B}"/>
              </a:ext>
            </a:extLst>
          </p:cNvPr>
          <p:cNvSpPr>
            <a:spLocks xmlns:a="http://schemas.openxmlformats.org/drawingml/2006/main" noGrp="1"/>
          </p:cNvSpPr>
          <p:nvPr/>
        </p:nvSpPr>
        <p:spPr>
          <a:xfrm xmlns:a="http://schemas.openxmlformats.org/drawingml/2006/main">
            <a:off x="962025" y="4676775"/>
            <a:ext cx="3524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75"/>
              <a:buFont typeface="Arial"/>
              <a:buNone/>
            </a:pPr>
            <a:r>
              <a:rPr sz="975" b="1">
                <a:solidFill>
                  <a:srgbClr val="3B6EBF"/>
                </a:solidFill>
              </a:rPr>
              <a:t>05</a:t>
            </a:r>
            <a:endParaRPr/>
          </a:p>
        </p:txBody>
      </p:sp>
      <p:sp>
        <p:nvSpPr>
          <p:cNvPr id="883" name="Google Shape;883;p17">
            <a:extLst xmlns:a="http://schemas.openxmlformats.org/drawingml/2006/main">
              <a:ext uri="{FF2B5EF4-FFF2-40B4-BE49-F238E27FC236}">
                <a16:creationId xmlns:a16="http://schemas.microsoft.com/office/drawing/2014/main" id="{A4F9FFE3-693E-46D2-9D25-362BD53E6A78}"/>
              </a:ext>
            </a:extLst>
          </p:cNvPr>
          <p:cNvSpPr>
            <a:spLocks xmlns:a="http://schemas.openxmlformats.org/drawingml/2006/main" noGrp="1"/>
          </p:cNvSpPr>
          <p:nvPr/>
        </p:nvSpPr>
        <p:spPr>
          <a:xfrm xmlns:a="http://schemas.openxmlformats.org/drawingml/2006/main">
            <a:off x="1428750" y="4600575"/>
            <a:ext cx="20383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Runtime evidence</a:t>
            </a:r>
            <a:endParaRPr/>
          </a:p>
        </p:txBody>
      </p:sp>
      <p:sp>
        <p:nvSpPr>
          <p:cNvPr id="884" name="Google Shape;884;p17">
            <a:extLst xmlns:a="http://schemas.openxmlformats.org/drawingml/2006/main">
              <a:ext uri="{FF2B5EF4-FFF2-40B4-BE49-F238E27FC236}">
                <a16:creationId xmlns:a16="http://schemas.microsoft.com/office/drawing/2014/main" id="{6E528DF3-4C61-410C-A7F6-A185F1456071}"/>
              </a:ext>
            </a:extLst>
          </p:cNvPr>
          <p:cNvSpPr>
            <a:spLocks xmlns:a="http://schemas.openxmlformats.org/drawingml/2006/main" noGrp="1"/>
          </p:cNvSpPr>
          <p:nvPr/>
        </p:nvSpPr>
        <p:spPr>
          <a:xfrm xmlns:a="http://schemas.openxmlformats.org/drawingml/2006/main">
            <a:off x="1428750" y="4857750"/>
            <a:ext cx="2038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n8n IDs · Langfuse traces · scores · tokens · loaded cost</a:t>
            </a:r>
            <a:endParaRPr/>
          </a:p>
        </p:txBody>
      </p:sp>
      <p:sp>
        <p:nvSpPr>
          <p:cNvPr id="885" name="Google Shape;885;p17">
            <a:extLst xmlns:a="http://schemas.openxmlformats.org/drawingml/2006/main">
              <a:ext uri="{FF2B5EF4-FFF2-40B4-BE49-F238E27FC236}">
                <a16:creationId xmlns:a16="http://schemas.microsoft.com/office/drawing/2014/main" id="{E86BA57F-2E7F-4014-898C-F3D1AA379A88}"/>
              </a:ext>
            </a:extLst>
          </p:cNvPr>
          <p:cNvSpPr>
            <a:spLocks xmlns:a="http://schemas.openxmlformats.org/drawingml/2006/main" noGrp="1"/>
          </p:cNvSpPr>
          <p:nvPr/>
        </p:nvSpPr>
        <p:spPr>
          <a:xfrm xmlns:a="http://schemas.openxmlformats.org/drawingml/2006/main">
            <a:off x="3848100" y="4486275"/>
            <a:ext cx="285750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86" name="Google Shape;886;p17">
            <a:extLst xmlns:a="http://schemas.openxmlformats.org/drawingml/2006/main">
              <a:ext uri="{FF2B5EF4-FFF2-40B4-BE49-F238E27FC236}">
                <a16:creationId xmlns:a16="http://schemas.microsoft.com/office/drawing/2014/main" id="{C56C6B0D-00F0-4123-9710-DDD1E643E8D3}"/>
              </a:ext>
            </a:extLst>
          </p:cNvPr>
          <p:cNvSpPr>
            <a:spLocks xmlns:a="http://schemas.openxmlformats.org/drawingml/2006/main" noGrp="1"/>
          </p:cNvSpPr>
          <p:nvPr/>
        </p:nvSpPr>
        <p:spPr>
          <a:xfrm xmlns:a="http://schemas.openxmlformats.org/drawingml/2006/main">
            <a:off x="3848100" y="4486275"/>
            <a:ext cx="66675" cy="86677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87" name="Google Shape;887;p17">
            <a:extLst xmlns:a="http://schemas.openxmlformats.org/drawingml/2006/main">
              <a:ext uri="{FF2B5EF4-FFF2-40B4-BE49-F238E27FC236}">
                <a16:creationId xmlns:a16="http://schemas.microsoft.com/office/drawing/2014/main" id="{6ED8A4C4-9FA8-4FEF-A7BE-CD0DC45D717A}"/>
              </a:ext>
            </a:extLst>
          </p:cNvPr>
          <p:cNvSpPr>
            <a:spLocks xmlns:a="http://schemas.openxmlformats.org/drawingml/2006/main" noGrp="1"/>
          </p:cNvSpPr>
          <p:nvPr/>
        </p:nvSpPr>
        <p:spPr>
          <a:xfrm xmlns:a="http://schemas.openxmlformats.org/drawingml/2006/main">
            <a:off x="4029075" y="4648200"/>
            <a:ext cx="352425" cy="352425"/>
          </a:xfrm>
          <a:prstGeom xmlns:a="http://schemas.openxmlformats.org/drawingml/2006/main" prst="roundRect">
            <a:avLst>
              <a:gd name="adj" fmla="val 21622"/>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88" name="Google Shape;888;p17">
            <a:extLst xmlns:a="http://schemas.openxmlformats.org/drawingml/2006/main">
              <a:ext uri="{FF2B5EF4-FFF2-40B4-BE49-F238E27FC236}">
                <a16:creationId xmlns:a16="http://schemas.microsoft.com/office/drawing/2014/main" id="{80809671-EDA6-4874-B8C4-06D6EEA82D00}"/>
              </a:ext>
            </a:extLst>
          </p:cNvPr>
          <p:cNvSpPr>
            <a:spLocks xmlns:a="http://schemas.openxmlformats.org/drawingml/2006/main" noGrp="1"/>
          </p:cNvSpPr>
          <p:nvPr/>
        </p:nvSpPr>
        <p:spPr>
          <a:xfrm xmlns:a="http://schemas.openxmlformats.org/drawingml/2006/main">
            <a:off x="4029075" y="4676775"/>
            <a:ext cx="3524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06</a:t>
            </a:r>
            <a:endParaRPr/>
          </a:p>
        </p:txBody>
      </p:sp>
      <p:sp>
        <p:nvSpPr>
          <p:cNvPr id="889" name="Google Shape;889;p17">
            <a:extLst xmlns:a="http://schemas.openxmlformats.org/drawingml/2006/main">
              <a:ext uri="{FF2B5EF4-FFF2-40B4-BE49-F238E27FC236}">
                <a16:creationId xmlns:a16="http://schemas.microsoft.com/office/drawing/2014/main" id="{FE23452A-275D-4B49-9E2F-FEEE92117696}"/>
              </a:ext>
            </a:extLst>
          </p:cNvPr>
          <p:cNvSpPr>
            <a:spLocks xmlns:a="http://schemas.openxmlformats.org/drawingml/2006/main" noGrp="1"/>
          </p:cNvSpPr>
          <p:nvPr/>
        </p:nvSpPr>
        <p:spPr>
          <a:xfrm xmlns:a="http://schemas.openxmlformats.org/drawingml/2006/main">
            <a:off x="4495800" y="4600575"/>
            <a:ext cx="20383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200"/>
              <a:buFont typeface="Arial"/>
              <a:buNone/>
            </a:pPr>
            <a:r>
              <a:rPr sz="1200" b="1">
                <a:solidFill>
                  <a:srgbClr val="1A1A2E"/>
                </a:solidFill>
              </a:rPr>
              <a:t>Presentation + demo</a:t>
            </a:r>
            <a:endParaRPr/>
          </a:p>
        </p:txBody>
      </p:sp>
      <p:sp>
        <p:nvSpPr>
          <p:cNvPr id="890" name="Google Shape;890;p17">
            <a:extLst xmlns:a="http://schemas.openxmlformats.org/drawingml/2006/main">
              <a:ext uri="{FF2B5EF4-FFF2-40B4-BE49-F238E27FC236}">
                <a16:creationId xmlns:a16="http://schemas.microsoft.com/office/drawing/2014/main" id="{313D2B9D-6B19-4FD3-B9EE-274866A774D9}"/>
              </a:ext>
            </a:extLst>
          </p:cNvPr>
          <p:cNvSpPr>
            <a:spLocks xmlns:a="http://schemas.openxmlformats.org/drawingml/2006/main" noGrp="1"/>
          </p:cNvSpPr>
          <p:nvPr/>
        </p:nvSpPr>
        <p:spPr>
          <a:xfrm xmlns:a="http://schemas.openxmlformats.org/drawingml/2006/main">
            <a:off x="4495800" y="4857750"/>
            <a:ext cx="2038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PPTX / PDF · complete execution and evidence walkthrough</a:t>
            </a:r>
            <a:endParaRPr/>
          </a:p>
        </p:txBody>
      </p:sp>
      <p:sp>
        <p:nvSpPr>
          <p:cNvPr id="891" name="Google Shape;891;p17">
            <a:extLst xmlns:a="http://schemas.openxmlformats.org/drawingml/2006/main">
              <a:ext uri="{FF2B5EF4-FFF2-40B4-BE49-F238E27FC236}">
                <a16:creationId xmlns:a16="http://schemas.microsoft.com/office/drawing/2014/main" id="{981988E5-F9EB-46B9-906B-B6D2569DA8F6}"/>
              </a:ext>
            </a:extLst>
          </p:cNvPr>
          <p:cNvSpPr>
            <a:spLocks xmlns:a="http://schemas.openxmlformats.org/drawingml/2006/main" noGrp="1"/>
          </p:cNvSpPr>
          <p:nvPr/>
        </p:nvSpPr>
        <p:spPr>
          <a:xfrm xmlns:a="http://schemas.openxmlformats.org/drawingml/2006/main">
            <a:off x="7229475" y="2047875"/>
            <a:ext cx="4181475" cy="3495675"/>
          </a:xfrm>
          <a:prstGeom xmlns:a="http://schemas.openxmlformats.org/drawingml/2006/main" prst="roundRect">
            <a:avLst>
              <a:gd name="adj" fmla="val 218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92" name="Google Shape;892;p17">
            <a:extLst xmlns:a="http://schemas.openxmlformats.org/drawingml/2006/main">
              <a:ext uri="{FF2B5EF4-FFF2-40B4-BE49-F238E27FC236}">
                <a16:creationId xmlns:a16="http://schemas.microsoft.com/office/drawing/2014/main" id="{F3C9C587-7524-4234-8C12-A16D9E6F0FDB}"/>
              </a:ext>
            </a:extLst>
          </p:cNvPr>
          <p:cNvSpPr>
            <a:spLocks xmlns:a="http://schemas.openxmlformats.org/drawingml/2006/main" noGrp="1"/>
          </p:cNvSpPr>
          <p:nvPr/>
        </p:nvSpPr>
        <p:spPr>
          <a:xfrm xmlns:a="http://schemas.openxmlformats.org/drawingml/2006/main">
            <a:off x="7229475" y="2047875"/>
            <a:ext cx="4181475" cy="7620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93" name="Google Shape;893;p17">
            <a:extLst xmlns:a="http://schemas.openxmlformats.org/drawingml/2006/main">
              <a:ext uri="{FF2B5EF4-FFF2-40B4-BE49-F238E27FC236}">
                <a16:creationId xmlns:a16="http://schemas.microsoft.com/office/drawing/2014/main" id="{0456EDB1-424C-41F4-B76F-F6270E4B1437}"/>
              </a:ext>
            </a:extLst>
          </p:cNvPr>
          <p:cNvSpPr>
            <a:spLocks xmlns:a="http://schemas.openxmlformats.org/drawingml/2006/main" noGrp="1"/>
          </p:cNvSpPr>
          <p:nvPr/>
        </p:nvSpPr>
        <p:spPr>
          <a:xfrm xmlns:a="http://schemas.openxmlformats.org/drawingml/2006/main">
            <a:off x="7496175" y="2305050"/>
            <a:ext cx="3619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63"/>
              <a:buFont typeface="Arial"/>
              <a:buNone/>
            </a:pPr>
            <a:r>
              <a:rPr sz="863" b="1">
                <a:solidFill>
                  <a:srgbClr val="2F6F57"/>
                </a:solidFill>
              </a:rPr>
              <a:t>WHAT A REVIEWER CAN VERIFY</a:t>
            </a:r>
            <a:endParaRPr/>
          </a:p>
        </p:txBody>
      </p:sp>
      <p:sp>
        <p:nvSpPr>
          <p:cNvPr id="894" name="Google Shape;894;p17">
            <a:extLst xmlns:a="http://schemas.openxmlformats.org/drawingml/2006/main">
              <a:ext uri="{FF2B5EF4-FFF2-40B4-BE49-F238E27FC236}">
                <a16:creationId xmlns:a16="http://schemas.microsoft.com/office/drawing/2014/main" id="{D6E82A32-4A18-4D97-A1B3-1090BBFF4CFB}"/>
              </a:ext>
            </a:extLst>
          </p:cNvPr>
          <p:cNvSpPr>
            <a:spLocks xmlns:a="http://schemas.openxmlformats.org/drawingml/2006/main" noGrp="1"/>
          </p:cNvSpPr>
          <p:nvPr/>
        </p:nvSpPr>
        <p:spPr>
          <a:xfrm xmlns:a="http://schemas.openxmlformats.org/drawingml/2006/main">
            <a:off x="7496175" y="2590800"/>
            <a:ext cx="36195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One path from rubric claim to evidence</a:t>
            </a:r>
            <a:endParaRPr/>
          </a:p>
        </p:txBody>
      </p:sp>
      <p:sp>
        <p:nvSpPr>
          <p:cNvPr id="895" name="Google Shape;895;p17">
            <a:extLst xmlns:a="http://schemas.openxmlformats.org/drawingml/2006/main">
              <a:ext uri="{FF2B5EF4-FFF2-40B4-BE49-F238E27FC236}">
                <a16:creationId xmlns:a16="http://schemas.microsoft.com/office/drawing/2014/main" id="{E94A7727-B9FD-4C37-BED1-82C698DFD2D6}"/>
              </a:ext>
            </a:extLst>
          </p:cNvPr>
          <p:cNvSpPr>
            <a:spLocks xmlns:a="http://schemas.openxmlformats.org/drawingml/2006/main" noGrp="1"/>
          </p:cNvSpPr>
          <p:nvPr/>
        </p:nvSpPr>
        <p:spPr>
          <a:xfrm xmlns:a="http://schemas.openxmlformats.org/drawingml/2006/main">
            <a:off x="7515225" y="3267075"/>
            <a:ext cx="238125" cy="238125"/>
          </a:xfrm>
          <a:prstGeom xmlns:a="http://schemas.openxmlformats.org/drawingml/2006/main" prst="roundRect">
            <a:avLst>
              <a:gd name="adj" fmla="val 32000"/>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96" name="Google Shape;896;p17">
            <a:extLst xmlns:a="http://schemas.openxmlformats.org/drawingml/2006/main">
              <a:ext uri="{FF2B5EF4-FFF2-40B4-BE49-F238E27FC236}">
                <a16:creationId xmlns:a16="http://schemas.microsoft.com/office/drawing/2014/main" id="{72F3C81D-1681-4321-BA92-C9F6CB8951F1}"/>
              </a:ext>
            </a:extLst>
          </p:cNvPr>
          <p:cNvSpPr>
            <a:spLocks xmlns:a="http://schemas.openxmlformats.org/drawingml/2006/main" noGrp="1"/>
          </p:cNvSpPr>
          <p:nvPr/>
        </p:nvSpPr>
        <p:spPr>
          <a:xfrm xmlns:a="http://schemas.openxmlformats.org/drawingml/2006/main">
            <a:off x="7515225" y="3276600"/>
            <a:ext cx="238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a:t>
            </a:r>
            <a:endParaRPr/>
          </a:p>
        </p:txBody>
      </p:sp>
      <p:sp>
        <p:nvSpPr>
          <p:cNvPr id="897" name="Google Shape;897;p17">
            <a:extLst xmlns:a="http://schemas.openxmlformats.org/drawingml/2006/main">
              <a:ext uri="{FF2B5EF4-FFF2-40B4-BE49-F238E27FC236}">
                <a16:creationId xmlns:a16="http://schemas.microsoft.com/office/drawing/2014/main" id="{E121AAC9-99E7-4507-B877-073503554E4A}"/>
              </a:ext>
            </a:extLst>
          </p:cNvPr>
          <p:cNvSpPr>
            <a:spLocks xmlns:a="http://schemas.openxmlformats.org/drawingml/2006/main" noGrp="1"/>
          </p:cNvSpPr>
          <p:nvPr/>
        </p:nvSpPr>
        <p:spPr>
          <a:xfrm xmlns:a="http://schemas.openxmlformats.org/drawingml/2006/main">
            <a:off x="7886700" y="3228975"/>
            <a:ext cx="32004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Rebuild the topology</a:t>
            </a:r>
            <a:endParaRPr/>
          </a:p>
        </p:txBody>
      </p:sp>
      <p:sp>
        <p:nvSpPr>
          <p:cNvPr id="898" name="Google Shape;898;p17">
            <a:extLst xmlns:a="http://schemas.openxmlformats.org/drawingml/2006/main">
              <a:ext uri="{FF2B5EF4-FFF2-40B4-BE49-F238E27FC236}">
                <a16:creationId xmlns:a16="http://schemas.microsoft.com/office/drawing/2014/main" id="{5E2F96E5-ACDE-4A82-A3C4-349AC2C4D940}"/>
              </a:ext>
            </a:extLst>
          </p:cNvPr>
          <p:cNvSpPr>
            <a:spLocks xmlns:a="http://schemas.openxmlformats.org/drawingml/2006/main" noGrp="1"/>
          </p:cNvSpPr>
          <p:nvPr/>
        </p:nvSpPr>
        <p:spPr>
          <a:xfrm xmlns:a="http://schemas.openxmlformats.org/drawingml/2006/main">
            <a:off x="7886700" y="3429000"/>
            <a:ext cx="32004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Open the nine v0.3.8 workflow definitions and call graph.</a:t>
            </a:r>
            <a:endParaRPr/>
          </a:p>
        </p:txBody>
      </p:sp>
      <p:sp>
        <p:nvSpPr>
          <p:cNvPr id="899" name="Google Shape;899;p17">
            <a:extLst xmlns:a="http://schemas.openxmlformats.org/drawingml/2006/main">
              <a:ext uri="{FF2B5EF4-FFF2-40B4-BE49-F238E27FC236}">
                <a16:creationId xmlns:a16="http://schemas.microsoft.com/office/drawing/2014/main" id="{4481A3F2-9704-4E5D-BB04-466F0785BE9E}"/>
              </a:ext>
            </a:extLst>
          </p:cNvPr>
          <p:cNvSpPr>
            <a:spLocks xmlns:a="http://schemas.openxmlformats.org/drawingml/2006/main" noGrp="1"/>
          </p:cNvSpPr>
          <p:nvPr/>
        </p:nvSpPr>
        <p:spPr>
          <a:xfrm xmlns:a="http://schemas.openxmlformats.org/drawingml/2006/main">
            <a:off x="7515225" y="3790950"/>
            <a:ext cx="238125" cy="238125"/>
          </a:xfrm>
          <a:prstGeom xmlns:a="http://schemas.openxmlformats.org/drawingml/2006/main" prst="roundRect">
            <a:avLst>
              <a:gd name="adj" fmla="val 32000"/>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00" name="Google Shape;900;p17">
            <a:extLst xmlns:a="http://schemas.openxmlformats.org/drawingml/2006/main">
              <a:ext uri="{FF2B5EF4-FFF2-40B4-BE49-F238E27FC236}">
                <a16:creationId xmlns:a16="http://schemas.microsoft.com/office/drawing/2014/main" id="{12AF0B2E-F5E2-4A73-8A63-CDA2B771DD67}"/>
              </a:ext>
            </a:extLst>
          </p:cNvPr>
          <p:cNvSpPr>
            <a:spLocks xmlns:a="http://schemas.openxmlformats.org/drawingml/2006/main" noGrp="1"/>
          </p:cNvSpPr>
          <p:nvPr/>
        </p:nvSpPr>
        <p:spPr>
          <a:xfrm xmlns:a="http://schemas.openxmlformats.org/drawingml/2006/main">
            <a:off x="7515225" y="3800475"/>
            <a:ext cx="238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a:t>
            </a:r>
            <a:endParaRPr/>
          </a:p>
        </p:txBody>
      </p:sp>
      <p:sp>
        <p:nvSpPr>
          <p:cNvPr id="901" name="Google Shape;901;p17">
            <a:extLst xmlns:a="http://schemas.openxmlformats.org/drawingml/2006/main">
              <a:ext uri="{FF2B5EF4-FFF2-40B4-BE49-F238E27FC236}">
                <a16:creationId xmlns:a16="http://schemas.microsoft.com/office/drawing/2014/main" id="{B13B1DD2-1B7C-464C-8E8C-6B521D9E0BE9}"/>
              </a:ext>
            </a:extLst>
          </p:cNvPr>
          <p:cNvSpPr>
            <a:spLocks xmlns:a="http://schemas.openxmlformats.org/drawingml/2006/main" noGrp="1"/>
          </p:cNvSpPr>
          <p:nvPr/>
        </p:nvSpPr>
        <p:spPr>
          <a:xfrm xmlns:a="http://schemas.openxmlformats.org/drawingml/2006/main">
            <a:off x="7886700" y="3752850"/>
            <a:ext cx="32004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Inspect the accepted run</a:t>
            </a:r>
            <a:endParaRPr/>
          </a:p>
        </p:txBody>
      </p:sp>
      <p:sp>
        <p:nvSpPr>
          <p:cNvPr id="902" name="Google Shape;902;p17">
            <a:extLst xmlns:a="http://schemas.openxmlformats.org/drawingml/2006/main">
              <a:ext uri="{FF2B5EF4-FFF2-40B4-BE49-F238E27FC236}">
                <a16:creationId xmlns:a16="http://schemas.microsoft.com/office/drawing/2014/main" id="{00CFBFD9-E170-46C1-BE7D-2E2542B63BD1}"/>
              </a:ext>
            </a:extLst>
          </p:cNvPr>
          <p:cNvSpPr>
            <a:spLocks xmlns:a="http://schemas.openxmlformats.org/drawingml/2006/main" noGrp="1"/>
          </p:cNvSpPr>
          <p:nvPr/>
        </p:nvSpPr>
        <p:spPr>
          <a:xfrm xmlns:a="http://schemas.openxmlformats.org/drawingml/2006/main">
            <a:off x="7886700" y="3952875"/>
            <a:ext cx="32004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Resolve execution 11901 and RUN-S2-11902-16e7090e.</a:t>
            </a:r>
            <a:endParaRPr/>
          </a:p>
        </p:txBody>
      </p:sp>
      <p:sp>
        <p:nvSpPr>
          <p:cNvPr id="903" name="Google Shape;903;p17">
            <a:extLst xmlns:a="http://schemas.openxmlformats.org/drawingml/2006/main">
              <a:ext uri="{FF2B5EF4-FFF2-40B4-BE49-F238E27FC236}">
                <a16:creationId xmlns:a16="http://schemas.microsoft.com/office/drawing/2014/main" id="{2DD724AB-E889-4660-B253-219BD47CDF82}"/>
              </a:ext>
            </a:extLst>
          </p:cNvPr>
          <p:cNvSpPr>
            <a:spLocks xmlns:a="http://schemas.openxmlformats.org/drawingml/2006/main" noGrp="1"/>
          </p:cNvSpPr>
          <p:nvPr/>
        </p:nvSpPr>
        <p:spPr>
          <a:xfrm xmlns:a="http://schemas.openxmlformats.org/drawingml/2006/main">
            <a:off x="7515225" y="4314825"/>
            <a:ext cx="238125" cy="238125"/>
          </a:xfrm>
          <a:prstGeom xmlns:a="http://schemas.openxmlformats.org/drawingml/2006/main" prst="roundRect">
            <a:avLst>
              <a:gd name="adj" fmla="val 32000"/>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04" name="Google Shape;904;p17">
            <a:extLst xmlns:a="http://schemas.openxmlformats.org/drawingml/2006/main">
              <a:ext uri="{FF2B5EF4-FFF2-40B4-BE49-F238E27FC236}">
                <a16:creationId xmlns:a16="http://schemas.microsoft.com/office/drawing/2014/main" id="{2C55FAE7-D514-43DF-A0D7-ADBBD3AA3E41}"/>
              </a:ext>
            </a:extLst>
          </p:cNvPr>
          <p:cNvSpPr>
            <a:spLocks xmlns:a="http://schemas.openxmlformats.org/drawingml/2006/main" noGrp="1"/>
          </p:cNvSpPr>
          <p:nvPr/>
        </p:nvSpPr>
        <p:spPr>
          <a:xfrm xmlns:a="http://schemas.openxmlformats.org/drawingml/2006/main">
            <a:off x="7515225" y="4324350"/>
            <a:ext cx="238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a:t>
            </a:r>
            <a:endParaRPr/>
          </a:p>
        </p:txBody>
      </p:sp>
      <p:sp>
        <p:nvSpPr>
          <p:cNvPr id="905" name="Google Shape;905;p17">
            <a:extLst xmlns:a="http://schemas.openxmlformats.org/drawingml/2006/main">
              <a:ext uri="{FF2B5EF4-FFF2-40B4-BE49-F238E27FC236}">
                <a16:creationId xmlns:a16="http://schemas.microsoft.com/office/drawing/2014/main" id="{94DBD344-015D-4843-8536-8E42AB40E999}"/>
              </a:ext>
            </a:extLst>
          </p:cNvPr>
          <p:cNvSpPr>
            <a:spLocks xmlns:a="http://schemas.openxmlformats.org/drawingml/2006/main" noGrp="1"/>
          </p:cNvSpPr>
          <p:nvPr/>
        </p:nvSpPr>
        <p:spPr>
          <a:xfrm xmlns:a="http://schemas.openxmlformats.org/drawingml/2006/main">
            <a:off x="7886700" y="4276725"/>
            <a:ext cx="32004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Trace evidence to delivery</a:t>
            </a:r>
            <a:endParaRPr/>
          </a:p>
        </p:txBody>
      </p:sp>
      <p:sp>
        <p:nvSpPr>
          <p:cNvPr id="906" name="Google Shape;906;p17">
            <a:extLst xmlns:a="http://schemas.openxmlformats.org/drawingml/2006/main">
              <a:ext uri="{FF2B5EF4-FFF2-40B4-BE49-F238E27FC236}">
                <a16:creationId xmlns:a16="http://schemas.microsoft.com/office/drawing/2014/main" id="{C64BE0AF-1F7F-4D77-ACD7-E2FE4C9B246E}"/>
              </a:ext>
            </a:extLst>
          </p:cNvPr>
          <p:cNvSpPr>
            <a:spLocks xmlns:a="http://schemas.openxmlformats.org/drawingml/2006/main" noGrp="1"/>
          </p:cNvSpPr>
          <p:nvPr/>
        </p:nvSpPr>
        <p:spPr>
          <a:xfrm xmlns:a="http://schemas.openxmlformats.org/drawingml/2006/main">
            <a:off x="7886700" y="4476750"/>
            <a:ext cx="32004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Follow source → citation → requirement → PRD → story.</a:t>
            </a:r>
            <a:endParaRPr/>
          </a:p>
        </p:txBody>
      </p:sp>
      <p:sp>
        <p:nvSpPr>
          <p:cNvPr id="907" name="Google Shape;907;p17">
            <a:extLst xmlns:a="http://schemas.openxmlformats.org/drawingml/2006/main">
              <a:ext uri="{FF2B5EF4-FFF2-40B4-BE49-F238E27FC236}">
                <a16:creationId xmlns:a16="http://schemas.microsoft.com/office/drawing/2014/main" id="{9E642CEA-062A-4554-BD5B-7BF061BED952}"/>
              </a:ext>
            </a:extLst>
          </p:cNvPr>
          <p:cNvSpPr>
            <a:spLocks xmlns:a="http://schemas.openxmlformats.org/drawingml/2006/main" noGrp="1"/>
          </p:cNvSpPr>
          <p:nvPr/>
        </p:nvSpPr>
        <p:spPr>
          <a:xfrm xmlns:a="http://schemas.openxmlformats.org/drawingml/2006/main">
            <a:off x="7515225" y="4838700"/>
            <a:ext cx="238125" cy="238125"/>
          </a:xfrm>
          <a:prstGeom xmlns:a="http://schemas.openxmlformats.org/drawingml/2006/main" prst="roundRect">
            <a:avLst>
              <a:gd name="adj" fmla="val 32000"/>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08" name="Google Shape;908;p17">
            <a:extLst xmlns:a="http://schemas.openxmlformats.org/drawingml/2006/main">
              <a:ext uri="{FF2B5EF4-FFF2-40B4-BE49-F238E27FC236}">
                <a16:creationId xmlns:a16="http://schemas.microsoft.com/office/drawing/2014/main" id="{9F87C1D0-C339-4920-AE5F-DF7C4F76BBE5}"/>
              </a:ext>
            </a:extLst>
          </p:cNvPr>
          <p:cNvSpPr>
            <a:spLocks xmlns:a="http://schemas.openxmlformats.org/drawingml/2006/main" noGrp="1"/>
          </p:cNvSpPr>
          <p:nvPr/>
        </p:nvSpPr>
        <p:spPr>
          <a:xfrm xmlns:a="http://schemas.openxmlformats.org/drawingml/2006/main">
            <a:off x="7515225" y="4848225"/>
            <a:ext cx="238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a:t>
            </a:r>
            <a:endParaRPr/>
          </a:p>
        </p:txBody>
      </p:sp>
      <p:sp>
        <p:nvSpPr>
          <p:cNvPr id="909" name="Google Shape;909;p17">
            <a:extLst xmlns:a="http://schemas.openxmlformats.org/drawingml/2006/main">
              <a:ext uri="{FF2B5EF4-FFF2-40B4-BE49-F238E27FC236}">
                <a16:creationId xmlns:a16="http://schemas.microsoft.com/office/drawing/2014/main" id="{02064C86-A4FF-44CB-8316-3BD954347BAA}"/>
              </a:ext>
            </a:extLst>
          </p:cNvPr>
          <p:cNvSpPr>
            <a:spLocks xmlns:a="http://schemas.openxmlformats.org/drawingml/2006/main" noGrp="1"/>
          </p:cNvSpPr>
          <p:nvPr/>
        </p:nvSpPr>
        <p:spPr>
          <a:xfrm xmlns:a="http://schemas.openxmlformats.org/drawingml/2006/main">
            <a:off x="7886700" y="4800600"/>
            <a:ext cx="32004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Validate quality and cost</a:t>
            </a:r>
            <a:endParaRPr/>
          </a:p>
        </p:txBody>
      </p:sp>
      <p:sp>
        <p:nvSpPr>
          <p:cNvPr id="910" name="Google Shape;910;p17">
            <a:extLst xmlns:a="http://schemas.openxmlformats.org/drawingml/2006/main">
              <a:ext uri="{FF2B5EF4-FFF2-40B4-BE49-F238E27FC236}">
                <a16:creationId xmlns:a16="http://schemas.microsoft.com/office/drawing/2014/main" id="{F29BBE56-2925-4084-80A7-8BBB80472372}"/>
              </a:ext>
            </a:extLst>
          </p:cNvPr>
          <p:cNvSpPr>
            <a:spLocks xmlns:a="http://schemas.openxmlformats.org/drawingml/2006/main" noGrp="1"/>
          </p:cNvSpPr>
          <p:nvPr/>
        </p:nvSpPr>
        <p:spPr>
          <a:xfrm xmlns:a="http://schemas.openxmlformats.org/drawingml/2006/main">
            <a:off x="7886700" y="5000625"/>
            <a:ext cx="32004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Check evaluator results, 545,467 tokens, and $1.474409.</a:t>
            </a:r>
            <a:endParaRPr/>
          </a:p>
        </p:txBody>
      </p:sp>
      <p:sp>
        <p:nvSpPr>
          <p:cNvPr id="911" name="Google Shape;911;p17">
            <a:extLst xmlns:a="http://schemas.openxmlformats.org/drawingml/2006/main">
              <a:ext uri="{FF2B5EF4-FFF2-40B4-BE49-F238E27FC236}">
                <a16:creationId xmlns:a16="http://schemas.microsoft.com/office/drawing/2014/main" id="{F90087F5-E3EB-48CE-A4F5-CACBC78B9E95}"/>
              </a:ext>
            </a:extLst>
          </p:cNvPr>
          <p:cNvSpPr>
            <a:spLocks xmlns:a="http://schemas.openxmlformats.org/drawingml/2006/main" noGrp="1"/>
          </p:cNvSpPr>
          <p:nvPr/>
        </p:nvSpPr>
        <p:spPr>
          <a:xfrm xmlns:a="http://schemas.openxmlformats.org/drawingml/2006/main">
            <a:off x="7229475" y="5676900"/>
            <a:ext cx="4181475" cy="371475"/>
          </a:xfrm>
          <a:prstGeom xmlns:a="http://schemas.openxmlformats.org/drawingml/2006/main" prst="roundRect">
            <a:avLst>
              <a:gd name="adj" fmla="val 20513"/>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2" name="Google Shape;912;p17">
            <a:extLst xmlns:a="http://schemas.openxmlformats.org/drawingml/2006/main">
              <a:ext uri="{FF2B5EF4-FFF2-40B4-BE49-F238E27FC236}">
                <a16:creationId xmlns:a16="http://schemas.microsoft.com/office/drawing/2014/main" id="{BD92CC84-ED8A-4B83-B986-7A3371D83A44}"/>
              </a:ext>
            </a:extLst>
          </p:cNvPr>
          <p:cNvSpPr>
            <a:spLocks xmlns:a="http://schemas.openxmlformats.org/drawingml/2006/main" noGrp="1"/>
          </p:cNvSpPr>
          <p:nvPr/>
        </p:nvSpPr>
        <p:spPr>
          <a:xfrm xmlns:a="http://schemas.openxmlformats.org/drawingml/2006/main">
            <a:off x="7429500" y="5743575"/>
            <a:ext cx="552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25"/>
              <a:buFont typeface="Arial"/>
              <a:buNone/>
            </a:pPr>
            <a:r>
              <a:rPr sz="825" b="1">
                <a:solidFill>
                  <a:srgbClr val="2F6F57"/>
                </a:solidFill>
              </a:rPr>
              <a:t>READY</a:t>
            </a:r>
            <a:endParaRPr/>
          </a:p>
        </p:txBody>
      </p:sp>
      <p:sp>
        <p:nvSpPr>
          <p:cNvPr id="913" name="Google Shape;913;p17">
            <a:extLst xmlns:a="http://schemas.openxmlformats.org/drawingml/2006/main">
              <a:ext uri="{FF2B5EF4-FFF2-40B4-BE49-F238E27FC236}">
                <a16:creationId xmlns:a16="http://schemas.microsoft.com/office/drawing/2014/main" id="{DE875D81-80CB-46E5-89B2-02D9BF41DFCF}"/>
              </a:ext>
            </a:extLst>
          </p:cNvPr>
          <p:cNvSpPr>
            <a:spLocks xmlns:a="http://schemas.openxmlformats.org/drawingml/2006/main" noGrp="1"/>
          </p:cNvSpPr>
          <p:nvPr/>
        </p:nvSpPr>
        <p:spPr>
          <a:xfrm xmlns:a="http://schemas.openxmlformats.org/drawingml/2006/main">
            <a:off x="8010525" y="5734050"/>
            <a:ext cx="319087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Evidence preserved locally and in platform records</a:t>
            </a:r>
            <a:endParaRPr/>
          </a:p>
        </p:txBody>
      </p:sp>
      <p:sp>
        <p:nvSpPr>
          <p:cNvPr id="914" name="Google Shape;914;p17">
            <a:extLst xmlns:a="http://schemas.openxmlformats.org/drawingml/2006/main">
              <a:ext uri="{FF2B5EF4-FFF2-40B4-BE49-F238E27FC236}">
                <a16:creationId xmlns:a16="http://schemas.microsoft.com/office/drawing/2014/main" id="{DFAFB1A6-74F2-4967-9992-CCD9015A2CDC}"/>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5" name="Google Shape;915;p17">
            <a:extLst xmlns:a="http://schemas.openxmlformats.org/drawingml/2006/main">
              <a:ext uri="{FF2B5EF4-FFF2-40B4-BE49-F238E27FC236}">
                <a16:creationId xmlns:a16="http://schemas.microsoft.com/office/drawing/2014/main" id="{39CDE1D1-AA7F-498E-BD42-BD310AB29A34}"/>
              </a:ext>
            </a:extLst>
          </p:cNvPr>
          <p:cNvSpPr>
            <a:spLocks xmlns:a="http://schemas.openxmlformats.org/drawingml/2006/main" noGrp="1"/>
          </p:cNvSpPr>
          <p:nvPr/>
        </p:nvSpPr>
        <p:spPr>
          <a:xfrm xmlns:a="http://schemas.openxmlformats.org/drawingml/2006/main">
            <a:off x="781050" y="62674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FINAL ASSEMBLY</a:t>
            </a:r>
            <a:endParaRPr/>
          </a:p>
        </p:txBody>
      </p:sp>
      <p:sp>
        <p:nvSpPr>
          <p:cNvPr id="916" name="Google Shape;916;p17">
            <a:extLst xmlns:a="http://schemas.openxmlformats.org/drawingml/2006/main">
              <a:ext uri="{FF2B5EF4-FFF2-40B4-BE49-F238E27FC236}">
                <a16:creationId xmlns:a16="http://schemas.microsoft.com/office/drawing/2014/main" id="{47553B9F-4635-4D8B-BFA1-B66B04E422B3}"/>
              </a:ext>
            </a:extLst>
          </p:cNvPr>
          <p:cNvSpPr>
            <a:spLocks xmlns:a="http://schemas.openxmlformats.org/drawingml/2006/main" noGrp="1"/>
          </p:cNvSpPr>
          <p:nvPr/>
        </p:nvSpPr>
        <p:spPr>
          <a:xfrm xmlns:a="http://schemas.openxmlformats.org/drawingml/2006/main">
            <a:off x="2647950" y="6267450"/>
            <a:ext cx="8763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75"/>
              <a:buFont typeface="Arial"/>
              <a:buNone/>
            </a:pPr>
            <a:r>
              <a:rPr sz="1275" b="1">
                <a:solidFill>
                  <a:srgbClr val="FFFFFF"/>
                </a:solidFill>
              </a:rPr>
              <a:t>Publish the curated repository and accessible demo link without changing the accepted v0.3.8 evidence.</a:t>
            </a:r>
            <a:endParaRPr/>
          </a:p>
        </p:txBody>
      </p:sp>
    </p:spTree>
    <p:extLst>
      <p:ext uri="{BB962C8B-B14F-4D97-AF65-F5344CB8AC3E}">
        <p14:creationId xmlns:p14="http://schemas.microsoft.com/office/powerpoint/2010/main" val="152903910"/>
      </p:ext>
    </p:extLst>
  </p:cSld>
</p:sld>
</file>

<file path=ppt/slides/slide18.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922" name="Google Shape;922;p18">
            <a:extLst xmlns:a="http://schemas.openxmlformats.org/drawingml/2006/main">
              <a:ext uri="{FF2B5EF4-FFF2-40B4-BE49-F238E27FC236}">
                <a16:creationId xmlns:a16="http://schemas.microsoft.com/office/drawing/2014/main" id="{9F2ADAD7-2D16-4950-8BC6-59F4541E446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3" name="Google Shape;923;p18">
            <a:extLst xmlns:a="http://schemas.openxmlformats.org/drawingml/2006/main">
              <a:ext uri="{FF2B5EF4-FFF2-40B4-BE49-F238E27FC236}">
                <a16:creationId xmlns:a16="http://schemas.microsoft.com/office/drawing/2014/main" id="{2781D7BC-0E18-435F-B771-E2F81C24C6B3}"/>
              </a:ext>
            </a:extLst>
          </p:cNvPr>
          <p:cNvSpPr>
            <a:spLocks xmlns:a="http://schemas.openxmlformats.org/drawingml/2006/main" noGrp="1"/>
          </p:cNvSpPr>
          <p:nvPr/>
        </p:nvSpPr>
        <p:spPr>
          <a:xfrm xmlns:a="http://schemas.openxmlformats.org/drawingml/2006/main">
            <a:off x="781050" y="552450"/>
            <a:ext cx="5715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18  ·  RECOMMENDATION</a:t>
            </a:r>
            <a:endParaRPr/>
          </a:p>
        </p:txBody>
      </p:sp>
      <p:sp>
        <p:nvSpPr>
          <p:cNvPr id="924" name="Google Shape;924;p18">
            <a:extLst xmlns:a="http://schemas.openxmlformats.org/drawingml/2006/main">
              <a:ext uri="{FF2B5EF4-FFF2-40B4-BE49-F238E27FC236}">
                <a16:creationId xmlns:a16="http://schemas.microsoft.com/office/drawing/2014/main" id="{5F6542B7-4AAF-4C63-BACA-E5EE49550BDC}"/>
              </a:ext>
            </a:extLst>
          </p:cNvPr>
          <p:cNvSpPr>
            <a:spLocks xmlns:a="http://schemas.openxmlformats.org/drawingml/2006/main" noGrp="1"/>
          </p:cNvSpPr>
          <p:nvPr/>
        </p:nvSpPr>
        <p:spPr>
          <a:xfrm xmlns:a="http://schemas.openxmlformats.org/drawingml/2006/main">
            <a:off x="781050" y="895350"/>
            <a:ext cx="106299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850"/>
              <a:buFont typeface="Arial"/>
              <a:buNone/>
            </a:pPr>
            <a:r>
              <a:rPr sz="2850" b="1">
                <a:solidFill>
                  <a:srgbClr val="1A1A2E"/>
                </a:solidFill>
              </a:rPr>
              <a:t>PRD Orchestrator is ready for governed use</a:t>
            </a:r>
            <a:endParaRPr/>
          </a:p>
        </p:txBody>
      </p:sp>
      <p:sp>
        <p:nvSpPr>
          <p:cNvPr id="925" name="Google Shape;925;p18">
            <a:extLst xmlns:a="http://schemas.openxmlformats.org/drawingml/2006/main">
              <a:ext uri="{FF2B5EF4-FFF2-40B4-BE49-F238E27FC236}">
                <a16:creationId xmlns:a16="http://schemas.microsoft.com/office/drawing/2014/main" id="{3B0649CA-0564-4EE4-AE07-477BCD45846B}"/>
              </a:ext>
            </a:extLst>
          </p:cNvPr>
          <p:cNvSpPr>
            <a:spLocks xmlns:a="http://schemas.openxmlformats.org/drawingml/2006/main" noGrp="1"/>
          </p:cNvSpPr>
          <p:nvPr/>
        </p:nvSpPr>
        <p:spPr>
          <a:xfrm xmlns:a="http://schemas.openxmlformats.org/drawingml/2006/main">
            <a:off x="1447800" y="1581150"/>
            <a:ext cx="92964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350"/>
              <a:buFont typeface="Arial"/>
              <a:buNone/>
            </a:pPr>
            <a:r>
              <a:rPr sz="1350">
                <a:solidFill>
                  <a:srgbClr val="666B70"/>
                </a:solidFill>
              </a:rPr>
              <a:t>The accepted v0.3.8 candidate converts fragmented source evidence into planning-ready artifacts without losing control of provenance, quality, or release.</a:t>
            </a:r>
            <a:endParaRPr/>
          </a:p>
        </p:txBody>
      </p:sp>
      <p:sp>
        <p:nvSpPr>
          <p:cNvPr id="926" name="Google Shape;926;p18">
            <a:extLst xmlns:a="http://schemas.openxmlformats.org/drawingml/2006/main">
              <a:ext uri="{FF2B5EF4-FFF2-40B4-BE49-F238E27FC236}">
                <a16:creationId xmlns:a16="http://schemas.microsoft.com/office/drawing/2014/main" id="{C5521855-1402-4148-872D-E3E4BBB2BA7C}"/>
              </a:ext>
            </a:extLst>
          </p:cNvPr>
          <p:cNvSpPr>
            <a:spLocks xmlns:a="http://schemas.openxmlformats.org/drawingml/2006/main" noGrp="1"/>
          </p:cNvSpPr>
          <p:nvPr/>
        </p:nvSpPr>
        <p:spPr>
          <a:xfrm xmlns:a="http://schemas.openxmlformats.org/drawingml/2006/main">
            <a:off x="781050" y="2343150"/>
            <a:ext cx="10629900" cy="1162050"/>
          </a:xfrm>
          <a:prstGeom xmlns:a="http://schemas.openxmlformats.org/drawingml/2006/main" prst="roundRect">
            <a:avLst>
              <a:gd name="adj" fmla="val 6557"/>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7" name="Google Shape;927;p18">
            <a:extLst xmlns:a="http://schemas.openxmlformats.org/drawingml/2006/main">
              <a:ext uri="{FF2B5EF4-FFF2-40B4-BE49-F238E27FC236}">
                <a16:creationId xmlns:a16="http://schemas.microsoft.com/office/drawing/2014/main" id="{2DE7D2E6-A262-4E49-8CEA-64F48B305B0B}"/>
              </a:ext>
            </a:extLst>
          </p:cNvPr>
          <p:cNvSpPr>
            <a:spLocks xmlns:a="http://schemas.openxmlformats.org/drawingml/2006/main" noGrp="1"/>
          </p:cNvSpPr>
          <p:nvPr/>
        </p:nvSpPr>
        <p:spPr>
          <a:xfrm xmlns:a="http://schemas.openxmlformats.org/drawingml/2006/main">
            <a:off x="1095375" y="2543175"/>
            <a:ext cx="2000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63"/>
              <a:buFont typeface="Arial"/>
              <a:buNone/>
            </a:pPr>
            <a:r>
              <a:rPr sz="863" b="1">
                <a:solidFill>
                  <a:srgbClr val="C9C6D8"/>
                </a:solidFill>
              </a:rPr>
              <a:t>RECOMMENDATION</a:t>
            </a:r>
            <a:endParaRPr/>
          </a:p>
        </p:txBody>
      </p:sp>
      <p:sp>
        <p:nvSpPr>
          <p:cNvPr id="928" name="Google Shape;928;p18">
            <a:extLst xmlns:a="http://schemas.openxmlformats.org/drawingml/2006/main">
              <a:ext uri="{FF2B5EF4-FFF2-40B4-BE49-F238E27FC236}">
                <a16:creationId xmlns:a16="http://schemas.microsoft.com/office/drawing/2014/main" id="{EBB2F83F-6479-4182-9904-2C71480B66BB}"/>
              </a:ext>
            </a:extLst>
          </p:cNvPr>
          <p:cNvSpPr>
            <a:spLocks xmlns:a="http://schemas.openxmlformats.org/drawingml/2006/main" noGrp="1"/>
          </p:cNvSpPr>
          <p:nvPr/>
        </p:nvSpPr>
        <p:spPr>
          <a:xfrm xmlns:a="http://schemas.openxmlformats.org/drawingml/2006/main">
            <a:off x="2047875" y="2695575"/>
            <a:ext cx="8096250" cy="581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875"/>
              <a:buFont typeface="Arial"/>
              <a:buNone/>
            </a:pPr>
            <a:r>
              <a:rPr sz="1875" b="1">
                <a:solidFill>
                  <a:srgbClr val="FFFFFF"/>
                </a:solidFill>
              </a:rPr>
              <a:t>Accept v0.3.8 as the submission candidate and preserve v0.3.7 as the protected rollback checkpoint.</a:t>
            </a:r>
            <a:endParaRPr/>
          </a:p>
        </p:txBody>
      </p:sp>
      <p:sp>
        <p:nvSpPr>
          <p:cNvPr id="929" name="Google Shape;929;p18">
            <a:extLst xmlns:a="http://schemas.openxmlformats.org/drawingml/2006/main">
              <a:ext uri="{FF2B5EF4-FFF2-40B4-BE49-F238E27FC236}">
                <a16:creationId xmlns:a16="http://schemas.microsoft.com/office/drawing/2014/main" id="{1725603D-23A1-44F8-84CF-6A17654AEB15}"/>
              </a:ext>
            </a:extLst>
          </p:cNvPr>
          <p:cNvSpPr>
            <a:spLocks xmlns:a="http://schemas.openxmlformats.org/drawingml/2006/main" noGrp="1"/>
          </p:cNvSpPr>
          <p:nvPr/>
        </p:nvSpPr>
        <p:spPr>
          <a:xfrm xmlns:a="http://schemas.openxmlformats.org/drawingml/2006/main">
            <a:off x="781050" y="3781425"/>
            <a:ext cx="32766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30" name="Google Shape;930;p18">
            <a:extLst xmlns:a="http://schemas.openxmlformats.org/drawingml/2006/main">
              <a:ext uri="{FF2B5EF4-FFF2-40B4-BE49-F238E27FC236}">
                <a16:creationId xmlns:a16="http://schemas.microsoft.com/office/drawing/2014/main" id="{EE4CCA34-1F99-426F-AEE3-7D4DF900E077}"/>
              </a:ext>
            </a:extLst>
          </p:cNvPr>
          <p:cNvSpPr>
            <a:spLocks xmlns:a="http://schemas.openxmlformats.org/drawingml/2006/main" noGrp="1"/>
          </p:cNvSpPr>
          <p:nvPr/>
        </p:nvSpPr>
        <p:spPr>
          <a:xfrm xmlns:a="http://schemas.openxmlformats.org/drawingml/2006/main">
            <a:off x="781050" y="3781425"/>
            <a:ext cx="3276600" cy="66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31" name="Google Shape;931;p18">
            <a:extLst xmlns:a="http://schemas.openxmlformats.org/drawingml/2006/main">
              <a:ext uri="{FF2B5EF4-FFF2-40B4-BE49-F238E27FC236}">
                <a16:creationId xmlns:a16="http://schemas.microsoft.com/office/drawing/2014/main" id="{95006B4D-337B-4315-B82A-BE2671743485}"/>
              </a:ext>
            </a:extLst>
          </p:cNvPr>
          <p:cNvSpPr>
            <a:spLocks xmlns:a="http://schemas.openxmlformats.org/drawingml/2006/main" noGrp="1"/>
          </p:cNvSpPr>
          <p:nvPr/>
        </p:nvSpPr>
        <p:spPr>
          <a:xfrm xmlns:a="http://schemas.openxmlformats.org/drawingml/2006/main">
            <a:off x="1009650" y="4010025"/>
            <a:ext cx="400050" cy="400050"/>
          </a:xfrm>
          <a:prstGeom xmlns:a="http://schemas.openxmlformats.org/drawingml/2006/main" prst="roundRect">
            <a:avLst>
              <a:gd name="adj" fmla="val 19048"/>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32" name="Google Shape;932;p18">
            <a:extLst xmlns:a="http://schemas.openxmlformats.org/drawingml/2006/main">
              <a:ext uri="{FF2B5EF4-FFF2-40B4-BE49-F238E27FC236}">
                <a16:creationId xmlns:a16="http://schemas.microsoft.com/office/drawing/2014/main" id="{01F94C94-612D-4AF9-898E-E379A930BF10}"/>
              </a:ext>
            </a:extLst>
          </p:cNvPr>
          <p:cNvSpPr>
            <a:spLocks xmlns:a="http://schemas.openxmlformats.org/drawingml/2006/main" noGrp="1"/>
          </p:cNvSpPr>
          <p:nvPr/>
        </p:nvSpPr>
        <p:spPr>
          <a:xfrm xmlns:a="http://schemas.openxmlformats.org/drawingml/2006/main">
            <a:off x="1009650" y="4076700"/>
            <a:ext cx="4000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75"/>
              <a:buFont typeface="Arial"/>
              <a:buNone/>
            </a:pPr>
            <a:r>
              <a:rPr sz="975" b="1">
                <a:solidFill>
                  <a:srgbClr val="3B6EBF"/>
                </a:solidFill>
              </a:rPr>
              <a:t>01</a:t>
            </a:r>
            <a:endParaRPr/>
          </a:p>
        </p:txBody>
      </p:sp>
      <p:sp>
        <p:nvSpPr>
          <p:cNvPr id="933" name="Google Shape;933;p18">
            <a:extLst xmlns:a="http://schemas.openxmlformats.org/drawingml/2006/main">
              <a:ext uri="{FF2B5EF4-FFF2-40B4-BE49-F238E27FC236}">
                <a16:creationId xmlns:a16="http://schemas.microsoft.com/office/drawing/2014/main" id="{061A6435-3ECA-430A-95D5-7980F2BB9F6B}"/>
              </a:ext>
            </a:extLst>
          </p:cNvPr>
          <p:cNvSpPr>
            <a:spLocks xmlns:a="http://schemas.openxmlformats.org/drawingml/2006/main" noGrp="1"/>
          </p:cNvSpPr>
          <p:nvPr/>
        </p:nvSpPr>
        <p:spPr>
          <a:xfrm xmlns:a="http://schemas.openxmlformats.org/drawingml/2006/main">
            <a:off x="1562100" y="3981450"/>
            <a:ext cx="22383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Evidence remains connected</a:t>
            </a:r>
            <a:endParaRPr/>
          </a:p>
        </p:txBody>
      </p:sp>
      <p:sp>
        <p:nvSpPr>
          <p:cNvPr id="934" name="Google Shape;934;p18">
            <a:extLst xmlns:a="http://schemas.openxmlformats.org/drawingml/2006/main">
              <a:ext uri="{FF2B5EF4-FFF2-40B4-BE49-F238E27FC236}">
                <a16:creationId xmlns:a16="http://schemas.microsoft.com/office/drawing/2014/main" id="{95F04DE1-248B-49EF-837F-2BD24F2FB81B}"/>
              </a:ext>
            </a:extLst>
          </p:cNvPr>
          <p:cNvSpPr>
            <a:spLocks xmlns:a="http://schemas.openxmlformats.org/drawingml/2006/main" noGrp="1"/>
          </p:cNvSpPr>
          <p:nvPr/>
        </p:nvSpPr>
        <p:spPr>
          <a:xfrm xmlns:a="http://schemas.openxmlformats.org/drawingml/2006/main">
            <a:off x="1009650" y="4572000"/>
            <a:ext cx="28194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145 indexed citations resolve to terminal dispositions with zero orphan citations, PRD elements, or delivery items.</a:t>
            </a:r>
            <a:endParaRPr/>
          </a:p>
        </p:txBody>
      </p:sp>
      <p:sp>
        <p:nvSpPr>
          <p:cNvPr id="935" name="Google Shape;935;p18">
            <a:extLst xmlns:a="http://schemas.openxmlformats.org/drawingml/2006/main">
              <a:ext uri="{FF2B5EF4-FFF2-40B4-BE49-F238E27FC236}">
                <a16:creationId xmlns:a16="http://schemas.microsoft.com/office/drawing/2014/main" id="{1D2A38B0-4BDD-4C6E-93AA-8C659FE08946}"/>
              </a:ext>
            </a:extLst>
          </p:cNvPr>
          <p:cNvSpPr>
            <a:spLocks xmlns:a="http://schemas.openxmlformats.org/drawingml/2006/main" noGrp="1"/>
          </p:cNvSpPr>
          <p:nvPr/>
        </p:nvSpPr>
        <p:spPr>
          <a:xfrm xmlns:a="http://schemas.openxmlformats.org/drawingml/2006/main">
            <a:off x="4362450" y="3781425"/>
            <a:ext cx="32766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36" name="Google Shape;936;p18">
            <a:extLst xmlns:a="http://schemas.openxmlformats.org/drawingml/2006/main">
              <a:ext uri="{FF2B5EF4-FFF2-40B4-BE49-F238E27FC236}">
                <a16:creationId xmlns:a16="http://schemas.microsoft.com/office/drawing/2014/main" id="{925587DD-6596-499E-9A64-2A4C752E4DC5}"/>
              </a:ext>
            </a:extLst>
          </p:cNvPr>
          <p:cNvSpPr>
            <a:spLocks xmlns:a="http://schemas.openxmlformats.org/drawingml/2006/main" noGrp="1"/>
          </p:cNvSpPr>
          <p:nvPr/>
        </p:nvSpPr>
        <p:spPr>
          <a:xfrm xmlns:a="http://schemas.openxmlformats.org/drawingml/2006/main">
            <a:off x="4362450" y="3781425"/>
            <a:ext cx="3276600" cy="6667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37" name="Google Shape;937;p18">
            <a:extLst xmlns:a="http://schemas.openxmlformats.org/drawingml/2006/main">
              <a:ext uri="{FF2B5EF4-FFF2-40B4-BE49-F238E27FC236}">
                <a16:creationId xmlns:a16="http://schemas.microsoft.com/office/drawing/2014/main" id="{777B48F9-ECBB-4897-A492-CF06E17A3683}"/>
              </a:ext>
            </a:extLst>
          </p:cNvPr>
          <p:cNvSpPr>
            <a:spLocks xmlns:a="http://schemas.openxmlformats.org/drawingml/2006/main" noGrp="1"/>
          </p:cNvSpPr>
          <p:nvPr/>
        </p:nvSpPr>
        <p:spPr>
          <a:xfrm xmlns:a="http://schemas.openxmlformats.org/drawingml/2006/main">
            <a:off x="4591050" y="4010025"/>
            <a:ext cx="400050" cy="400050"/>
          </a:xfrm>
          <a:prstGeom xmlns:a="http://schemas.openxmlformats.org/drawingml/2006/main" prst="roundRect">
            <a:avLst>
              <a:gd name="adj" fmla="val 19048"/>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38" name="Google Shape;938;p18">
            <a:extLst xmlns:a="http://schemas.openxmlformats.org/drawingml/2006/main">
              <a:ext uri="{FF2B5EF4-FFF2-40B4-BE49-F238E27FC236}">
                <a16:creationId xmlns:a16="http://schemas.microsoft.com/office/drawing/2014/main" id="{FAC04275-E862-4679-9E3A-5AD24D5E4304}"/>
              </a:ext>
            </a:extLst>
          </p:cNvPr>
          <p:cNvSpPr>
            <a:spLocks xmlns:a="http://schemas.openxmlformats.org/drawingml/2006/main" noGrp="1"/>
          </p:cNvSpPr>
          <p:nvPr/>
        </p:nvSpPr>
        <p:spPr>
          <a:xfrm xmlns:a="http://schemas.openxmlformats.org/drawingml/2006/main">
            <a:off x="4591050" y="4076700"/>
            <a:ext cx="4000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75"/>
              <a:buFont typeface="Arial"/>
              <a:buNone/>
            </a:pPr>
            <a:r>
              <a:rPr sz="975" b="1">
                <a:solidFill>
                  <a:srgbClr val="2F6F57"/>
                </a:solidFill>
              </a:rPr>
              <a:t>02</a:t>
            </a:r>
            <a:endParaRPr/>
          </a:p>
        </p:txBody>
      </p:sp>
      <p:sp>
        <p:nvSpPr>
          <p:cNvPr id="939" name="Google Shape;939;p18">
            <a:extLst xmlns:a="http://schemas.openxmlformats.org/drawingml/2006/main">
              <a:ext uri="{FF2B5EF4-FFF2-40B4-BE49-F238E27FC236}">
                <a16:creationId xmlns:a16="http://schemas.microsoft.com/office/drawing/2014/main" id="{50EE8526-2AA1-497D-B405-B69298E35D26}"/>
              </a:ext>
            </a:extLst>
          </p:cNvPr>
          <p:cNvSpPr>
            <a:spLocks xmlns:a="http://schemas.openxmlformats.org/drawingml/2006/main" noGrp="1"/>
          </p:cNvSpPr>
          <p:nvPr/>
        </p:nvSpPr>
        <p:spPr>
          <a:xfrm xmlns:a="http://schemas.openxmlformats.org/drawingml/2006/main">
            <a:off x="5143500" y="3981450"/>
            <a:ext cx="22383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Release remains controlled</a:t>
            </a:r>
            <a:endParaRPr/>
          </a:p>
        </p:txBody>
      </p:sp>
      <p:sp>
        <p:nvSpPr>
          <p:cNvPr id="940" name="Google Shape;940;p18">
            <a:extLst xmlns:a="http://schemas.openxmlformats.org/drawingml/2006/main">
              <a:ext uri="{FF2B5EF4-FFF2-40B4-BE49-F238E27FC236}">
                <a16:creationId xmlns:a16="http://schemas.microsoft.com/office/drawing/2014/main" id="{106BCF78-9605-4DE4-9F91-ABA9E69E2D51}"/>
              </a:ext>
            </a:extLst>
          </p:cNvPr>
          <p:cNvSpPr>
            <a:spLocks xmlns:a="http://schemas.openxmlformats.org/drawingml/2006/main" noGrp="1"/>
          </p:cNvSpPr>
          <p:nvPr/>
        </p:nvSpPr>
        <p:spPr>
          <a:xfrm xmlns:a="http://schemas.openxmlformats.org/drawingml/2006/main">
            <a:off x="4591050" y="4572000"/>
            <a:ext cx="28194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Human approval, deterministic controls, semantic evaluation, and the Agreement Gate authorize export only after reconciliation.</a:t>
            </a:r>
            <a:endParaRPr/>
          </a:p>
        </p:txBody>
      </p:sp>
      <p:sp>
        <p:nvSpPr>
          <p:cNvPr id="941" name="Google Shape;941;p18">
            <a:extLst xmlns:a="http://schemas.openxmlformats.org/drawingml/2006/main">
              <a:ext uri="{FF2B5EF4-FFF2-40B4-BE49-F238E27FC236}">
                <a16:creationId xmlns:a16="http://schemas.microsoft.com/office/drawing/2014/main" id="{8843965E-EEE1-402D-A26C-12C3E0C2A35D}"/>
              </a:ext>
            </a:extLst>
          </p:cNvPr>
          <p:cNvSpPr>
            <a:spLocks xmlns:a="http://schemas.openxmlformats.org/drawingml/2006/main" noGrp="1"/>
          </p:cNvSpPr>
          <p:nvPr/>
        </p:nvSpPr>
        <p:spPr>
          <a:xfrm xmlns:a="http://schemas.openxmlformats.org/drawingml/2006/main">
            <a:off x="7943850" y="3781425"/>
            <a:ext cx="327660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42" name="Google Shape;942;p18">
            <a:extLst xmlns:a="http://schemas.openxmlformats.org/drawingml/2006/main">
              <a:ext uri="{FF2B5EF4-FFF2-40B4-BE49-F238E27FC236}">
                <a16:creationId xmlns:a16="http://schemas.microsoft.com/office/drawing/2014/main" id="{57BC69D3-170E-44F5-8BD3-914C5AB115E4}"/>
              </a:ext>
            </a:extLst>
          </p:cNvPr>
          <p:cNvSpPr>
            <a:spLocks xmlns:a="http://schemas.openxmlformats.org/drawingml/2006/main" noGrp="1"/>
          </p:cNvSpPr>
          <p:nvPr/>
        </p:nvSpPr>
        <p:spPr>
          <a:xfrm xmlns:a="http://schemas.openxmlformats.org/drawingml/2006/main">
            <a:off x="7943850" y="3781425"/>
            <a:ext cx="3276600" cy="66675"/>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43" name="Google Shape;943;p18">
            <a:extLst xmlns:a="http://schemas.openxmlformats.org/drawingml/2006/main">
              <a:ext uri="{FF2B5EF4-FFF2-40B4-BE49-F238E27FC236}">
                <a16:creationId xmlns:a16="http://schemas.microsoft.com/office/drawing/2014/main" id="{67D280B7-631A-45E4-8F2A-619478218143}"/>
              </a:ext>
            </a:extLst>
          </p:cNvPr>
          <p:cNvSpPr>
            <a:spLocks xmlns:a="http://schemas.openxmlformats.org/drawingml/2006/main" noGrp="1"/>
          </p:cNvSpPr>
          <p:nvPr/>
        </p:nvSpPr>
        <p:spPr>
          <a:xfrm xmlns:a="http://schemas.openxmlformats.org/drawingml/2006/main">
            <a:off x="8172450" y="4010025"/>
            <a:ext cx="400050" cy="400050"/>
          </a:xfrm>
          <a:prstGeom xmlns:a="http://schemas.openxmlformats.org/drawingml/2006/main" prst="roundRect">
            <a:avLst>
              <a:gd name="adj" fmla="val 19048"/>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44" name="Google Shape;944;p18">
            <a:extLst xmlns:a="http://schemas.openxmlformats.org/drawingml/2006/main">
              <a:ext uri="{FF2B5EF4-FFF2-40B4-BE49-F238E27FC236}">
                <a16:creationId xmlns:a16="http://schemas.microsoft.com/office/drawing/2014/main" id="{9EAD71FD-62B1-4BD7-A59E-195618067DC9}"/>
              </a:ext>
            </a:extLst>
          </p:cNvPr>
          <p:cNvSpPr>
            <a:spLocks xmlns:a="http://schemas.openxmlformats.org/drawingml/2006/main" noGrp="1"/>
          </p:cNvSpPr>
          <p:nvPr/>
        </p:nvSpPr>
        <p:spPr>
          <a:xfrm xmlns:a="http://schemas.openxmlformats.org/drawingml/2006/main">
            <a:off x="8172450" y="4076700"/>
            <a:ext cx="4000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975"/>
              <a:buFont typeface="Arial"/>
              <a:buNone/>
            </a:pPr>
            <a:r>
              <a:rPr sz="975" b="1">
                <a:solidFill>
                  <a:srgbClr val="7546C8"/>
                </a:solidFill>
              </a:rPr>
              <a:t>03</a:t>
            </a:r>
            <a:endParaRPr/>
          </a:p>
        </p:txBody>
      </p:sp>
      <p:sp>
        <p:nvSpPr>
          <p:cNvPr id="945" name="Google Shape;945;p18">
            <a:extLst xmlns:a="http://schemas.openxmlformats.org/drawingml/2006/main">
              <a:ext uri="{FF2B5EF4-FFF2-40B4-BE49-F238E27FC236}">
                <a16:creationId xmlns:a16="http://schemas.microsoft.com/office/drawing/2014/main" id="{1C86DF3C-B3BC-4E4A-86E6-AC84E785075B}"/>
              </a:ext>
            </a:extLst>
          </p:cNvPr>
          <p:cNvSpPr>
            <a:spLocks xmlns:a="http://schemas.openxmlformats.org/drawingml/2006/main" noGrp="1"/>
          </p:cNvSpPr>
          <p:nvPr/>
        </p:nvSpPr>
        <p:spPr>
          <a:xfrm xmlns:a="http://schemas.openxmlformats.org/drawingml/2006/main">
            <a:off x="8724900" y="3981450"/>
            <a:ext cx="22383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Outputs are planning-ready</a:t>
            </a:r>
            <a:endParaRPr/>
          </a:p>
        </p:txBody>
      </p:sp>
      <p:sp>
        <p:nvSpPr>
          <p:cNvPr id="946" name="Google Shape;946;p18">
            <a:extLst xmlns:a="http://schemas.openxmlformats.org/drawingml/2006/main">
              <a:ext uri="{FF2B5EF4-FFF2-40B4-BE49-F238E27FC236}">
                <a16:creationId xmlns:a16="http://schemas.microsoft.com/office/drawing/2014/main" id="{2AADEA2A-7603-470C-82E7-5513E6D797EF}"/>
              </a:ext>
            </a:extLst>
          </p:cNvPr>
          <p:cNvSpPr>
            <a:spLocks xmlns:a="http://schemas.openxmlformats.org/drawingml/2006/main" noGrp="1"/>
          </p:cNvSpPr>
          <p:nvPr/>
        </p:nvSpPr>
        <p:spPr>
          <a:xfrm xmlns:a="http://schemas.openxmlformats.org/drawingml/2006/main">
            <a:off x="8172450" y="4572000"/>
            <a:ext cx="28194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38"/>
              <a:buFont typeface="Arial"/>
              <a:buNone/>
            </a:pPr>
            <a:r>
              <a:rPr sz="938">
                <a:solidFill>
                  <a:srgbClr val="666B70"/>
                </a:solidFill>
              </a:rPr>
              <a:t>One accepted run delivers the corrected PRD, Epic / Feature / Story breakdown, and advisory 11/11 sizing evidence.</a:t>
            </a:r>
            <a:endParaRPr/>
          </a:p>
        </p:txBody>
      </p:sp>
      <p:sp>
        <p:nvSpPr>
          <p:cNvPr id="947" name="Google Shape;947;p18">
            <a:extLst xmlns:a="http://schemas.openxmlformats.org/drawingml/2006/main">
              <a:ext uri="{FF2B5EF4-FFF2-40B4-BE49-F238E27FC236}">
                <a16:creationId xmlns:a16="http://schemas.microsoft.com/office/drawing/2014/main" id="{B8D5F508-CADE-4A21-BFCF-4ED2BE0D4F75}"/>
              </a:ext>
            </a:extLst>
          </p:cNvPr>
          <p:cNvSpPr>
            <a:spLocks xmlns:a="http://schemas.openxmlformats.org/drawingml/2006/main" noGrp="1"/>
          </p:cNvSpPr>
          <p:nvPr/>
        </p:nvSpPr>
        <p:spPr>
          <a:xfrm xmlns:a="http://schemas.openxmlformats.org/drawingml/2006/main">
            <a:off x="2952750" y="5648325"/>
            <a:ext cx="6286500" cy="371475"/>
          </a:xfrm>
          <a:prstGeom xmlns:a="http://schemas.openxmlformats.org/drawingml/2006/main" prst="roundRect">
            <a:avLst>
              <a:gd name="adj" fmla="val 2051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48" name="Google Shape;948;p18">
            <a:extLst xmlns:a="http://schemas.openxmlformats.org/drawingml/2006/main">
              <a:ext uri="{FF2B5EF4-FFF2-40B4-BE49-F238E27FC236}">
                <a16:creationId xmlns:a16="http://schemas.microsoft.com/office/drawing/2014/main" id="{18EDC077-315D-4F52-9AB5-9FE38574ACDC}"/>
              </a:ext>
            </a:extLst>
          </p:cNvPr>
          <p:cNvSpPr>
            <a:spLocks xmlns:a="http://schemas.openxmlformats.org/drawingml/2006/main" noGrp="1"/>
          </p:cNvSpPr>
          <p:nvPr/>
        </p:nvSpPr>
        <p:spPr>
          <a:xfrm xmlns:a="http://schemas.openxmlformats.org/drawingml/2006/main">
            <a:off x="3143250" y="572452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ACCEPTED RUN</a:t>
            </a:r>
            <a:endParaRPr/>
          </a:p>
        </p:txBody>
      </p:sp>
      <p:sp>
        <p:nvSpPr>
          <p:cNvPr id="949" name="Google Shape;949;p18">
            <a:extLst xmlns:a="http://schemas.openxmlformats.org/drawingml/2006/main">
              <a:ext uri="{FF2B5EF4-FFF2-40B4-BE49-F238E27FC236}">
                <a16:creationId xmlns:a16="http://schemas.microsoft.com/office/drawing/2014/main" id="{0EDCD6AF-41EC-4421-9B72-3FF71AAED04E}"/>
              </a:ext>
            </a:extLst>
          </p:cNvPr>
          <p:cNvSpPr>
            <a:spLocks xmlns:a="http://schemas.openxmlformats.org/drawingml/2006/main" noGrp="1"/>
          </p:cNvSpPr>
          <p:nvPr/>
        </p:nvSpPr>
        <p:spPr>
          <a:xfrm xmlns:a="http://schemas.openxmlformats.org/drawingml/2006/main">
            <a:off x="4257675" y="5715000"/>
            <a:ext cx="476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11901  ·  Agreement Gate authorized  ·  7 artifacts  ·  sizing 11/11</a:t>
            </a:r>
            <a:endParaRPr/>
          </a:p>
        </p:txBody>
      </p:sp>
      <p:sp>
        <p:nvSpPr>
          <p:cNvPr id="950" name="Google Shape;950;p18">
            <a:extLst xmlns:a="http://schemas.openxmlformats.org/drawingml/2006/main">
              <a:ext uri="{FF2B5EF4-FFF2-40B4-BE49-F238E27FC236}">
                <a16:creationId xmlns:a16="http://schemas.microsoft.com/office/drawing/2014/main" id="{F5DAFB25-C8AE-4E38-BAE5-D84CAD3185A2}"/>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51" name="Google Shape;951;p18">
            <a:extLst xmlns:a="http://schemas.openxmlformats.org/drawingml/2006/main">
              <a:ext uri="{FF2B5EF4-FFF2-40B4-BE49-F238E27FC236}">
                <a16:creationId xmlns:a16="http://schemas.microsoft.com/office/drawing/2014/main" id="{E391E2B4-03B8-447C-A576-243532471282}"/>
              </a:ext>
            </a:extLst>
          </p:cNvPr>
          <p:cNvSpPr>
            <a:spLocks xmlns:a="http://schemas.openxmlformats.org/drawingml/2006/main" noGrp="1"/>
          </p:cNvSpPr>
          <p:nvPr/>
        </p:nvSpPr>
        <p:spPr>
          <a:xfrm xmlns:a="http://schemas.openxmlformats.org/drawingml/2006/main">
            <a:off x="781050" y="626745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PRD ORCHESTRATOR</a:t>
            </a:r>
            <a:endParaRPr/>
          </a:p>
        </p:txBody>
      </p:sp>
      <p:sp>
        <p:nvSpPr>
          <p:cNvPr id="952" name="Google Shape;952;p18">
            <a:extLst xmlns:a="http://schemas.openxmlformats.org/drawingml/2006/main">
              <a:ext uri="{FF2B5EF4-FFF2-40B4-BE49-F238E27FC236}">
                <a16:creationId xmlns:a16="http://schemas.microsoft.com/office/drawing/2014/main" id="{97BEE3B3-60A4-4CB7-8CCD-EA5309E3C07D}"/>
              </a:ext>
            </a:extLst>
          </p:cNvPr>
          <p:cNvSpPr>
            <a:spLocks xmlns:a="http://schemas.openxmlformats.org/drawingml/2006/main" noGrp="1"/>
          </p:cNvSpPr>
          <p:nvPr/>
        </p:nvSpPr>
        <p:spPr>
          <a:xfrm xmlns:a="http://schemas.openxmlformats.org/drawingml/2006/main">
            <a:off x="2857500" y="6267450"/>
            <a:ext cx="7048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425"/>
              <a:buFont typeface="Arial"/>
              <a:buNone/>
            </a:pPr>
            <a:r>
              <a:rPr sz="1425" b="1">
                <a:solidFill>
                  <a:srgbClr val="FFFFFF"/>
                </a:solidFill>
              </a:rPr>
              <a:t>From source evidence to governed delivery—one traceable run at a time.</a:t>
            </a:r>
            <a:endParaRPr/>
          </a:p>
        </p:txBody>
      </p:sp>
      <p:sp>
        <p:nvSpPr>
          <p:cNvPr id="953" name="Google Shape;953;p18">
            <a:extLst xmlns:a="http://schemas.openxmlformats.org/drawingml/2006/main">
              <a:ext uri="{FF2B5EF4-FFF2-40B4-BE49-F238E27FC236}">
                <a16:creationId xmlns:a16="http://schemas.microsoft.com/office/drawing/2014/main" id="{919765CF-E4DB-4FAF-A8B8-8B2BA3A8F45A}"/>
              </a:ext>
            </a:extLst>
          </p:cNvPr>
          <p:cNvSpPr>
            <a:spLocks xmlns:a="http://schemas.openxmlformats.org/drawingml/2006/main" noGrp="1"/>
          </p:cNvSpPr>
          <p:nvPr/>
        </p:nvSpPr>
        <p:spPr>
          <a:xfrm xmlns:a="http://schemas.openxmlformats.org/drawingml/2006/main">
            <a:off x="10001250" y="6267450"/>
            <a:ext cx="14097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125"/>
              <a:buFont typeface="Arial"/>
              <a:buNone/>
            </a:pPr>
            <a:r>
              <a:rPr sz="1125" b="1">
                <a:solidFill>
                  <a:srgbClr val="B85042"/>
                </a:solidFill>
              </a:rPr>
              <a:t>Thank you</a:t>
            </a:r>
            <a:endParaRPr/>
          </a:p>
        </p:txBody>
      </p:sp>
    </p:spTree>
    <p:extLst>
      <p:ext uri="{BB962C8B-B14F-4D97-AF65-F5344CB8AC3E}">
        <p14:creationId xmlns:p14="http://schemas.microsoft.com/office/powerpoint/2010/main" val="2046417756"/>
      </p:ext>
    </p:extLst>
  </p:cSld>
</p:sld>
</file>

<file path=ppt/slides/slide19.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959" name="Google Shape;959;p19">
            <a:extLst xmlns:a="http://schemas.openxmlformats.org/drawingml/2006/main">
              <a:ext uri="{FF2B5EF4-FFF2-40B4-BE49-F238E27FC236}">
                <a16:creationId xmlns:a16="http://schemas.microsoft.com/office/drawing/2014/main" id="{D4294FF3-9372-4003-B4EB-157E1FD8335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60" name="Google Shape;960;p19">
            <a:extLst xmlns:a="http://schemas.openxmlformats.org/drawingml/2006/main">
              <a:ext uri="{FF2B5EF4-FFF2-40B4-BE49-F238E27FC236}">
                <a16:creationId xmlns:a16="http://schemas.microsoft.com/office/drawing/2014/main" id="{D617F806-2811-45EF-BAC8-4BCF0575FA18}"/>
              </a:ext>
            </a:extLst>
          </p:cNvPr>
          <p:cNvSpPr>
            <a:spLocks xmlns:a="http://schemas.openxmlformats.org/drawingml/2006/main" noGrp="1"/>
          </p:cNvSpPr>
          <p:nvPr/>
        </p:nvSpPr>
        <p:spPr>
          <a:xfrm xmlns:a="http://schemas.openxmlformats.org/drawingml/2006/main">
            <a:off x="781050" y="1133475"/>
            <a:ext cx="76200" cy="21336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61" name="Google Shape;961;p19">
            <a:extLst xmlns:a="http://schemas.openxmlformats.org/drawingml/2006/main">
              <a:ext uri="{FF2B5EF4-FFF2-40B4-BE49-F238E27FC236}">
                <a16:creationId xmlns:a16="http://schemas.microsoft.com/office/drawing/2014/main" id="{94FF00BF-EF26-4BAB-8D8D-70ADC0255F42}"/>
              </a:ext>
            </a:extLst>
          </p:cNvPr>
          <p:cNvSpPr>
            <a:spLocks xmlns:a="http://schemas.openxmlformats.org/drawingml/2006/main" noGrp="1"/>
          </p:cNvSpPr>
          <p:nvPr/>
        </p:nvSpPr>
        <p:spPr>
          <a:xfrm xmlns:a="http://schemas.openxmlformats.org/drawingml/2006/main">
            <a:off x="1162050" y="1076325"/>
            <a:ext cx="7239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1275"/>
              <a:buFont typeface="Arial"/>
              <a:buNone/>
            </a:pPr>
            <a:r>
              <a:rPr sz="1275" b="1">
                <a:solidFill>
                  <a:srgbClr val="B85042"/>
                </a:solidFill>
              </a:rPr>
              <a:t>SUPPORTING EVIDENCE</a:t>
            </a:r>
            <a:endParaRPr/>
          </a:p>
        </p:txBody>
      </p:sp>
      <p:sp>
        <p:nvSpPr>
          <p:cNvPr id="962" name="Google Shape;962;p19">
            <a:extLst xmlns:a="http://schemas.openxmlformats.org/drawingml/2006/main">
              <a:ext uri="{FF2B5EF4-FFF2-40B4-BE49-F238E27FC236}">
                <a16:creationId xmlns:a16="http://schemas.microsoft.com/office/drawing/2014/main" id="{64FE8CBF-2290-4F65-9C8C-3CF6282D6B7C}"/>
              </a:ext>
            </a:extLst>
          </p:cNvPr>
          <p:cNvSpPr>
            <a:spLocks xmlns:a="http://schemas.openxmlformats.org/drawingml/2006/main" noGrp="1"/>
          </p:cNvSpPr>
          <p:nvPr/>
        </p:nvSpPr>
        <p:spPr>
          <a:xfrm xmlns:a="http://schemas.openxmlformats.org/drawingml/2006/main">
            <a:off x="1162050" y="1476375"/>
            <a:ext cx="80010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4350"/>
              <a:buFont typeface="Arial"/>
              <a:buNone/>
            </a:pPr>
            <a:r>
              <a:rPr sz="4350" b="1">
                <a:solidFill>
                  <a:srgbClr val="1A1A2E"/>
                </a:solidFill>
              </a:rPr>
              <a:t>Appendix</a:t>
            </a:r>
            <a:endParaRPr/>
          </a:p>
        </p:txBody>
      </p:sp>
      <p:sp>
        <p:nvSpPr>
          <p:cNvPr id="963" name="Google Shape;963;p19">
            <a:extLst xmlns:a="http://schemas.openxmlformats.org/drawingml/2006/main">
              <a:ext uri="{FF2B5EF4-FFF2-40B4-BE49-F238E27FC236}">
                <a16:creationId xmlns:a16="http://schemas.microsoft.com/office/drawing/2014/main" id="{EF0DA315-5A19-449C-9C40-4EFEA26425D1}"/>
              </a:ext>
            </a:extLst>
          </p:cNvPr>
          <p:cNvSpPr>
            <a:spLocks xmlns:a="http://schemas.openxmlformats.org/drawingml/2006/main" noGrp="1"/>
          </p:cNvSpPr>
          <p:nvPr/>
        </p:nvSpPr>
        <p:spPr>
          <a:xfrm xmlns:a="http://schemas.openxmlformats.org/drawingml/2006/main">
            <a:off x="1162050" y="2428875"/>
            <a:ext cx="8667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725"/>
              <a:buFont typeface="Arial"/>
              <a:buNone/>
            </a:pPr>
            <a:r>
              <a:rPr sz="1725">
                <a:solidFill>
                  <a:srgbClr val="666B70"/>
                </a:solidFill>
              </a:rPr>
              <a:t>Detailed evidence behind the architecture, controls, evaluation, traceability, cost, and release decisions.</a:t>
            </a:r>
            <a:endParaRPr/>
          </a:p>
        </p:txBody>
      </p:sp>
      <p:sp>
        <p:nvSpPr>
          <p:cNvPr id="964" name="Google Shape;964;p19">
            <a:extLst xmlns:a="http://schemas.openxmlformats.org/drawingml/2006/main">
              <a:ext uri="{FF2B5EF4-FFF2-40B4-BE49-F238E27FC236}">
                <a16:creationId xmlns:a16="http://schemas.microsoft.com/office/drawing/2014/main" id="{A50D9223-E8E1-4091-A8AE-2BAF525AE210}"/>
              </a:ext>
            </a:extLst>
          </p:cNvPr>
          <p:cNvSpPr>
            <a:spLocks xmlns:a="http://schemas.openxmlformats.org/drawingml/2006/main" noGrp="1"/>
          </p:cNvSpPr>
          <p:nvPr/>
        </p:nvSpPr>
        <p:spPr>
          <a:xfrm xmlns:a="http://schemas.openxmlformats.org/drawingml/2006/main">
            <a:off x="1162050" y="3638550"/>
            <a:ext cx="9867900" cy="19050"/>
          </a:xfrm>
          <a:prstGeom xmlns:a="http://schemas.openxmlformats.org/drawingml/2006/main" prst="rect">
            <a:avLst/>
          </a:prstGeom>
          <a:solidFill xmlns:a="http://schemas.openxmlformats.org/drawingml/2006/main">
            <a:srgbClr val="DED8D0"/>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65" name="Google Shape;965;p19">
            <a:extLst xmlns:a="http://schemas.openxmlformats.org/drawingml/2006/main">
              <a:ext uri="{FF2B5EF4-FFF2-40B4-BE49-F238E27FC236}">
                <a16:creationId xmlns:a16="http://schemas.microsoft.com/office/drawing/2014/main" id="{06AF1F9F-193F-4ACD-BF65-4C4071032324}"/>
              </a:ext>
            </a:extLst>
          </p:cNvPr>
          <p:cNvSpPr>
            <a:spLocks xmlns:a="http://schemas.openxmlformats.org/drawingml/2006/main" noGrp="1"/>
          </p:cNvSpPr>
          <p:nvPr/>
        </p:nvSpPr>
        <p:spPr>
          <a:xfrm xmlns:a="http://schemas.openxmlformats.org/drawingml/2006/main">
            <a:off x="1162050" y="3924300"/>
            <a:ext cx="2667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WORKFLOW INVENTORY</a:t>
            </a:r>
            <a:endParaRPr/>
          </a:p>
        </p:txBody>
      </p:sp>
      <p:sp>
        <p:nvSpPr>
          <p:cNvPr id="966" name="Google Shape;966;p19">
            <a:extLst xmlns:a="http://schemas.openxmlformats.org/drawingml/2006/main">
              <a:ext uri="{FF2B5EF4-FFF2-40B4-BE49-F238E27FC236}">
                <a16:creationId xmlns:a16="http://schemas.microsoft.com/office/drawing/2014/main" id="{99A660D2-DAE8-4D7E-8C58-4BD40EB3A57E}"/>
              </a:ext>
            </a:extLst>
          </p:cNvPr>
          <p:cNvSpPr>
            <a:spLocks xmlns:a="http://schemas.openxmlformats.org/drawingml/2006/main" noGrp="1"/>
          </p:cNvSpPr>
          <p:nvPr/>
        </p:nvSpPr>
        <p:spPr>
          <a:xfrm xmlns:a="http://schemas.openxmlformats.org/drawingml/2006/main">
            <a:off x="4762500" y="3924300"/>
            <a:ext cx="2667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EVALUATION &amp; COST</a:t>
            </a:r>
            <a:endParaRPr/>
          </a:p>
        </p:txBody>
      </p:sp>
      <p:sp>
        <p:nvSpPr>
          <p:cNvPr id="967" name="Google Shape;967;p19">
            <a:extLst xmlns:a="http://schemas.openxmlformats.org/drawingml/2006/main">
              <a:ext uri="{FF2B5EF4-FFF2-40B4-BE49-F238E27FC236}">
                <a16:creationId xmlns:a16="http://schemas.microsoft.com/office/drawing/2014/main" id="{7CE35179-7E34-44C8-8E63-32A28FAA0B5D}"/>
              </a:ext>
            </a:extLst>
          </p:cNvPr>
          <p:cNvSpPr>
            <a:spLocks xmlns:a="http://schemas.openxmlformats.org/drawingml/2006/main" noGrp="1"/>
          </p:cNvSpPr>
          <p:nvPr/>
        </p:nvSpPr>
        <p:spPr>
          <a:xfrm xmlns:a="http://schemas.openxmlformats.org/drawingml/2006/main">
            <a:off x="8362950" y="3924300"/>
            <a:ext cx="2667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050"/>
              <a:buFont typeface="Arial"/>
              <a:buNone/>
            </a:pPr>
            <a:r>
              <a:rPr sz="1050" b="1">
                <a:solidFill>
                  <a:srgbClr val="2F6F57"/>
                </a:solidFill>
              </a:rPr>
              <a:t>TRACEABILITY &amp; RELEASE</a:t>
            </a:r>
            <a:endParaRPr/>
          </a:p>
        </p:txBody>
      </p:sp>
      <p:sp>
        <p:nvSpPr>
          <p:cNvPr id="968" name="Google Shape;968;p19">
            <a:extLst xmlns:a="http://schemas.openxmlformats.org/drawingml/2006/main">
              <a:ext uri="{FF2B5EF4-FFF2-40B4-BE49-F238E27FC236}">
                <a16:creationId xmlns:a16="http://schemas.microsoft.com/office/drawing/2014/main" id="{159BA910-D705-45DE-BCF1-88C366AD4A90}"/>
              </a:ext>
            </a:extLst>
          </p:cNvPr>
          <p:cNvSpPr>
            <a:spLocks xmlns:a="http://schemas.openxmlformats.org/drawingml/2006/main" noGrp="1"/>
          </p:cNvSpPr>
          <p:nvPr/>
        </p:nvSpPr>
        <p:spPr>
          <a:xfrm xmlns:a="http://schemas.openxmlformats.org/drawingml/2006/main">
            <a:off x="1162050" y="4267200"/>
            <a:ext cx="2667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Names, IDs, call graph, and versioned runtime path</a:t>
            </a:r>
            <a:endParaRPr/>
          </a:p>
        </p:txBody>
      </p:sp>
      <p:sp>
        <p:nvSpPr>
          <p:cNvPr id="969" name="Google Shape;969;p19">
            <a:extLst xmlns:a="http://schemas.openxmlformats.org/drawingml/2006/main">
              <a:ext uri="{FF2B5EF4-FFF2-40B4-BE49-F238E27FC236}">
                <a16:creationId xmlns:a16="http://schemas.microsoft.com/office/drawing/2014/main" id="{FA7F2FE5-67F3-4DE5-9010-066975D7122D}"/>
              </a:ext>
            </a:extLst>
          </p:cNvPr>
          <p:cNvSpPr>
            <a:spLocks xmlns:a="http://schemas.openxmlformats.org/drawingml/2006/main" noGrp="1"/>
          </p:cNvSpPr>
          <p:nvPr/>
        </p:nvSpPr>
        <p:spPr>
          <a:xfrm xmlns:a="http://schemas.openxmlformats.org/drawingml/2006/main">
            <a:off x="4762500" y="4267200"/>
            <a:ext cx="2667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Test evidence, evaluator results, tokens, and loaded cost</a:t>
            </a:r>
            <a:endParaRPr/>
          </a:p>
        </p:txBody>
      </p:sp>
      <p:sp>
        <p:nvSpPr>
          <p:cNvPr id="970" name="Google Shape;970;p19">
            <a:extLst xmlns:a="http://schemas.openxmlformats.org/drawingml/2006/main">
              <a:ext uri="{FF2B5EF4-FFF2-40B4-BE49-F238E27FC236}">
                <a16:creationId xmlns:a16="http://schemas.microsoft.com/office/drawing/2014/main" id="{6FEEE1B4-D9F2-40C5-A3EE-622778EC7F5B}"/>
              </a:ext>
            </a:extLst>
          </p:cNvPr>
          <p:cNvSpPr>
            <a:spLocks xmlns:a="http://schemas.openxmlformats.org/drawingml/2006/main" noGrp="1"/>
          </p:cNvSpPr>
          <p:nvPr/>
        </p:nvSpPr>
        <p:spPr>
          <a:xfrm xmlns:a="http://schemas.openxmlformats.org/drawingml/2006/main">
            <a:off x="8362950" y="4267200"/>
            <a:ext cx="2667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Citation lineage, artifacts, version history, and rollback</a:t>
            </a:r>
            <a:endParaRPr/>
          </a:p>
        </p:txBody>
      </p:sp>
      <p:sp>
        <p:nvSpPr>
          <p:cNvPr id="971" name="Google Shape;971;p19">
            <a:extLst xmlns:a="http://schemas.openxmlformats.org/drawingml/2006/main">
              <a:ext uri="{FF2B5EF4-FFF2-40B4-BE49-F238E27FC236}">
                <a16:creationId xmlns:a16="http://schemas.microsoft.com/office/drawing/2014/main" id="{5411EAFA-66F5-4AD6-9288-0F90A5DDD061}"/>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72" name="Google Shape;972;p19">
            <a:extLst xmlns:a="http://schemas.openxmlformats.org/drawingml/2006/main">
              <a:ext uri="{FF2B5EF4-FFF2-40B4-BE49-F238E27FC236}">
                <a16:creationId xmlns:a16="http://schemas.microsoft.com/office/drawing/2014/main" id="{99949A60-4B91-41BB-92DD-56F34F43A7F7}"/>
              </a:ext>
            </a:extLst>
          </p:cNvPr>
          <p:cNvSpPr>
            <a:spLocks xmlns:a="http://schemas.openxmlformats.org/drawingml/2006/main" noGrp="1"/>
          </p:cNvSpPr>
          <p:nvPr/>
        </p:nvSpPr>
        <p:spPr>
          <a:xfrm xmlns:a="http://schemas.openxmlformats.org/drawingml/2006/main">
            <a:off x="781050" y="63817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900"/>
              <a:buFont typeface="Arial"/>
              <a:buNone/>
            </a:pPr>
            <a:r>
              <a:rPr sz="900" b="1">
                <a:solidFill>
                  <a:srgbClr val="C9C6D8"/>
                </a:solidFill>
              </a:rPr>
              <a:t>APPENDIX</a:t>
            </a:r>
            <a:endParaRPr/>
          </a:p>
        </p:txBody>
      </p:sp>
      <p:sp>
        <p:nvSpPr>
          <p:cNvPr id="973" name="Google Shape;973;p19">
            <a:extLst xmlns:a="http://schemas.openxmlformats.org/drawingml/2006/main">
              <a:ext uri="{FF2B5EF4-FFF2-40B4-BE49-F238E27FC236}">
                <a16:creationId xmlns:a16="http://schemas.microsoft.com/office/drawing/2014/main" id="{F69325BD-B183-4FB7-8ED5-D15371E422F2}"/>
              </a:ext>
            </a:extLst>
          </p:cNvPr>
          <p:cNvSpPr>
            <a:spLocks xmlns:a="http://schemas.openxmlformats.org/drawingml/2006/main" noGrp="1"/>
          </p:cNvSpPr>
          <p:nvPr/>
        </p:nvSpPr>
        <p:spPr>
          <a:xfrm xmlns:a="http://schemas.openxmlformats.org/drawingml/2006/main">
            <a:off x="2686050" y="6334125"/>
            <a:ext cx="8724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Arial"/>
              <a:buNone/>
            </a:pPr>
            <a:r>
              <a:rPr sz="1350" b="1">
                <a:solidFill>
                  <a:srgbClr val="FFFFFF"/>
                </a:solidFill>
              </a:rPr>
              <a:t>Inspectable evidence for every principal claim in the submission.</a:t>
            </a:r>
            <a:endParaRPr/>
          </a:p>
        </p:txBody>
      </p:sp>
    </p:spTree>
    <p:extLst>
      <p:ext uri="{BB962C8B-B14F-4D97-AF65-F5344CB8AC3E}">
        <p14:creationId xmlns:p14="http://schemas.microsoft.com/office/powerpoint/2010/main" val="804275133"/>
      </p:ext>
    </p:extLst>
  </p:cSld>
</p:sld>
</file>

<file path=ppt/slides/slide20.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979" name="Google Shape;979;p20">
            <a:extLst xmlns:a="http://schemas.openxmlformats.org/drawingml/2006/main">
              <a:ext uri="{FF2B5EF4-FFF2-40B4-BE49-F238E27FC236}">
                <a16:creationId xmlns:a16="http://schemas.microsoft.com/office/drawing/2014/main" id="{E1EA347E-7D61-433D-AE91-681A41BA8E3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80" name="Google Shape;980;p20">
            <a:extLst xmlns:a="http://schemas.openxmlformats.org/drawingml/2006/main">
              <a:ext uri="{FF2B5EF4-FFF2-40B4-BE49-F238E27FC236}">
                <a16:creationId xmlns:a16="http://schemas.microsoft.com/office/drawing/2014/main" id="{94CA4955-7168-4625-AD3B-5AA426ACB54A}"/>
              </a:ext>
            </a:extLst>
          </p:cNvPr>
          <p:cNvSpPr>
            <a:spLocks xmlns:a="http://schemas.openxmlformats.org/drawingml/2006/main" noGrp="1"/>
          </p:cNvSpPr>
          <p:nvPr/>
        </p:nvSpPr>
        <p:spPr>
          <a:xfrm xmlns:a="http://schemas.openxmlformats.org/drawingml/2006/main">
            <a:off x="514350" y="685800"/>
            <a:ext cx="66675" cy="8001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81" name="Google Shape;981;p20">
            <a:extLst xmlns:a="http://schemas.openxmlformats.org/drawingml/2006/main">
              <a:ext uri="{FF2B5EF4-FFF2-40B4-BE49-F238E27FC236}">
                <a16:creationId xmlns:a16="http://schemas.microsoft.com/office/drawing/2014/main" id="{3D034E08-D371-48B4-8498-B9CC73DF2792}"/>
              </a:ext>
            </a:extLst>
          </p:cNvPr>
          <p:cNvSpPr>
            <a:spLocks xmlns:a="http://schemas.openxmlformats.org/drawingml/2006/main" noGrp="1"/>
          </p:cNvSpPr>
          <p:nvPr/>
        </p:nvSpPr>
        <p:spPr>
          <a:xfrm xmlns:a="http://schemas.openxmlformats.org/drawingml/2006/main">
            <a:off x="781050" y="495300"/>
            <a:ext cx="6667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A1  ·  RUBRIC-TO-EVIDENCE CROSS-REFERENCE</a:t>
            </a:r>
            <a:endParaRPr/>
          </a:p>
        </p:txBody>
      </p:sp>
      <p:sp>
        <p:nvSpPr>
          <p:cNvPr id="982" name="Google Shape;982;p20">
            <a:extLst xmlns:a="http://schemas.openxmlformats.org/drawingml/2006/main">
              <a:ext uri="{FF2B5EF4-FFF2-40B4-BE49-F238E27FC236}">
                <a16:creationId xmlns:a16="http://schemas.microsoft.com/office/drawing/2014/main" id="{7720CAFD-7533-4683-959F-0C9022891E91}"/>
              </a:ext>
            </a:extLst>
          </p:cNvPr>
          <p:cNvSpPr>
            <a:spLocks xmlns:a="http://schemas.openxmlformats.org/drawingml/2006/main" noGrp="1"/>
          </p:cNvSpPr>
          <p:nvPr/>
        </p:nvSpPr>
        <p:spPr>
          <a:xfrm xmlns:a="http://schemas.openxmlformats.org/drawingml/2006/main">
            <a:off x="781050" y="828675"/>
            <a:ext cx="106299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Every scored requirement maps to inspectable evidence</a:t>
            </a:r>
            <a:endParaRPr/>
          </a:p>
        </p:txBody>
      </p:sp>
      <p:sp>
        <p:nvSpPr>
          <p:cNvPr id="983" name="Google Shape;983;p20">
            <a:extLst xmlns:a="http://schemas.openxmlformats.org/drawingml/2006/main">
              <a:ext uri="{FF2B5EF4-FFF2-40B4-BE49-F238E27FC236}">
                <a16:creationId xmlns:a16="http://schemas.microsoft.com/office/drawing/2014/main" id="{28C87F9B-7D24-4764-90E3-3249305AAF16}"/>
              </a:ext>
            </a:extLst>
          </p:cNvPr>
          <p:cNvSpPr>
            <a:spLocks xmlns:a="http://schemas.openxmlformats.org/drawingml/2006/main" noGrp="1"/>
          </p:cNvSpPr>
          <p:nvPr/>
        </p:nvSpPr>
        <p:spPr>
          <a:xfrm xmlns:a="http://schemas.openxmlformats.org/drawingml/2006/main">
            <a:off x="781050" y="1438275"/>
            <a:ext cx="106299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38"/>
              <a:buFont typeface="Arial"/>
              <a:buNone/>
            </a:pPr>
            <a:r>
              <a:rPr sz="1238">
                <a:solidFill>
                  <a:srgbClr val="666B70"/>
                </a:solidFill>
              </a:rPr>
              <a:t>The main deck communicates the argument; the written package and platform records provide the verification path.</a:t>
            </a:r>
            <a:endParaRPr/>
          </a:p>
        </p:txBody>
      </p:sp>
      <p:sp>
        <p:nvSpPr>
          <p:cNvPr id="984" name="Google Shape;984;p20">
            <a:extLst xmlns:a="http://schemas.openxmlformats.org/drawingml/2006/main">
              <a:ext uri="{FF2B5EF4-FFF2-40B4-BE49-F238E27FC236}">
                <a16:creationId xmlns:a16="http://schemas.microsoft.com/office/drawing/2014/main" id="{C5A42097-E37A-4A2D-A796-CC52BBEBD037}"/>
              </a:ext>
            </a:extLst>
          </p:cNvPr>
          <p:cNvSpPr>
            <a:spLocks xmlns:a="http://schemas.openxmlformats.org/drawingml/2006/main" noGrp="1"/>
          </p:cNvSpPr>
          <p:nvPr/>
        </p:nvSpPr>
        <p:spPr>
          <a:xfrm xmlns:a="http://schemas.openxmlformats.org/drawingml/2006/main">
            <a:off x="619125" y="1981200"/>
            <a:ext cx="7143750" cy="3724275"/>
          </a:xfrm>
          <a:prstGeom xmlns:a="http://schemas.openxmlformats.org/drawingml/2006/main" prst="roundRect">
            <a:avLst>
              <a:gd name="adj" fmla="val 2046"/>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85" name="Google Shape;985;p20">
            <a:extLst xmlns:a="http://schemas.openxmlformats.org/drawingml/2006/main">
              <a:ext uri="{FF2B5EF4-FFF2-40B4-BE49-F238E27FC236}">
                <a16:creationId xmlns:a16="http://schemas.microsoft.com/office/drawing/2014/main" id="{5CF87B30-6962-451F-8BCB-FAF3921559D9}"/>
              </a:ext>
            </a:extLst>
          </p:cNvPr>
          <p:cNvSpPr>
            <a:spLocks xmlns:a="http://schemas.openxmlformats.org/drawingml/2006/main" noGrp="1"/>
          </p:cNvSpPr>
          <p:nvPr/>
        </p:nvSpPr>
        <p:spPr>
          <a:xfrm xmlns:a="http://schemas.openxmlformats.org/drawingml/2006/main">
            <a:off x="619125" y="1981200"/>
            <a:ext cx="7143750" cy="457200"/>
          </a:xfrm>
          <a:prstGeom xmlns:a="http://schemas.openxmlformats.org/drawingml/2006/main" prst="roundRect">
            <a:avLst>
              <a:gd name="adj" fmla="val 16667"/>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86" name="Google Shape;986;p20">
            <a:extLst xmlns:a="http://schemas.openxmlformats.org/drawingml/2006/main">
              <a:ext uri="{FF2B5EF4-FFF2-40B4-BE49-F238E27FC236}">
                <a16:creationId xmlns:a16="http://schemas.microsoft.com/office/drawing/2014/main" id="{210619B0-25BF-4FF4-BC1B-87AF744485E1}"/>
              </a:ext>
            </a:extLst>
          </p:cNvPr>
          <p:cNvSpPr>
            <a:spLocks xmlns:a="http://schemas.openxmlformats.org/drawingml/2006/main" noGrp="1"/>
          </p:cNvSpPr>
          <p:nvPr/>
        </p:nvSpPr>
        <p:spPr>
          <a:xfrm xmlns:a="http://schemas.openxmlformats.org/drawingml/2006/main">
            <a:off x="809625" y="209550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8"/>
              <a:buFont typeface="Arial"/>
              <a:buNone/>
            </a:pPr>
            <a:r>
              <a:rPr sz="788" b="1">
                <a:solidFill>
                  <a:srgbClr val="FFFFFF"/>
                </a:solidFill>
              </a:rPr>
              <a:t>ASSIGNMENT</a:t>
            </a:r>
            <a:endParaRPr/>
          </a:p>
        </p:txBody>
      </p:sp>
      <p:sp>
        <p:nvSpPr>
          <p:cNvPr id="987" name="Google Shape;987;p20">
            <a:extLst xmlns:a="http://schemas.openxmlformats.org/drawingml/2006/main">
              <a:ext uri="{FF2B5EF4-FFF2-40B4-BE49-F238E27FC236}">
                <a16:creationId xmlns:a16="http://schemas.microsoft.com/office/drawing/2014/main" id="{F231E16A-9F89-47AC-BAC7-39C58F55905A}"/>
              </a:ext>
            </a:extLst>
          </p:cNvPr>
          <p:cNvSpPr>
            <a:spLocks xmlns:a="http://schemas.openxmlformats.org/drawingml/2006/main" noGrp="1"/>
          </p:cNvSpPr>
          <p:nvPr/>
        </p:nvSpPr>
        <p:spPr>
          <a:xfrm xmlns:a="http://schemas.openxmlformats.org/drawingml/2006/main">
            <a:off x="2676525" y="2095500"/>
            <a:ext cx="419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8"/>
              <a:buFont typeface="Arial"/>
              <a:buNone/>
            </a:pPr>
            <a:r>
              <a:rPr sz="788" b="1">
                <a:solidFill>
                  <a:srgbClr val="FFFFFF"/>
                </a:solidFill>
              </a:rPr>
              <a:t>PTS</a:t>
            </a:r>
            <a:endParaRPr/>
          </a:p>
        </p:txBody>
      </p:sp>
      <p:sp>
        <p:nvSpPr>
          <p:cNvPr id="988" name="Google Shape;988;p20">
            <a:extLst xmlns:a="http://schemas.openxmlformats.org/drawingml/2006/main">
              <a:ext uri="{FF2B5EF4-FFF2-40B4-BE49-F238E27FC236}">
                <a16:creationId xmlns:a16="http://schemas.microsoft.com/office/drawing/2014/main" id="{888B9B69-D3E6-4C5B-BE23-7A13782E5965}"/>
              </a:ext>
            </a:extLst>
          </p:cNvPr>
          <p:cNvSpPr>
            <a:spLocks xmlns:a="http://schemas.openxmlformats.org/drawingml/2006/main" noGrp="1"/>
          </p:cNvSpPr>
          <p:nvPr/>
        </p:nvSpPr>
        <p:spPr>
          <a:xfrm xmlns:a="http://schemas.openxmlformats.org/drawingml/2006/main">
            <a:off x="3209925" y="2095500"/>
            <a:ext cx="590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8"/>
              <a:buFont typeface="Arial"/>
              <a:buNone/>
            </a:pPr>
            <a:r>
              <a:rPr sz="788" b="1">
                <a:solidFill>
                  <a:srgbClr val="FFFFFF"/>
                </a:solidFill>
              </a:rPr>
              <a:t>DECK</a:t>
            </a:r>
            <a:endParaRPr/>
          </a:p>
        </p:txBody>
      </p:sp>
      <p:sp>
        <p:nvSpPr>
          <p:cNvPr id="989" name="Google Shape;989;p20">
            <a:extLst xmlns:a="http://schemas.openxmlformats.org/drawingml/2006/main">
              <a:ext uri="{FF2B5EF4-FFF2-40B4-BE49-F238E27FC236}">
                <a16:creationId xmlns:a16="http://schemas.microsoft.com/office/drawing/2014/main" id="{FB9AC677-9B58-4F95-8032-F829FE197B04}"/>
              </a:ext>
            </a:extLst>
          </p:cNvPr>
          <p:cNvSpPr>
            <a:spLocks xmlns:a="http://schemas.openxmlformats.org/drawingml/2006/main" noGrp="1"/>
          </p:cNvSpPr>
          <p:nvPr/>
        </p:nvSpPr>
        <p:spPr>
          <a:xfrm xmlns:a="http://schemas.openxmlformats.org/drawingml/2006/main">
            <a:off x="3952875" y="2095500"/>
            <a:ext cx="35814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8"/>
              <a:buFont typeface="Arial"/>
              <a:buNone/>
            </a:pPr>
            <a:r>
              <a:rPr sz="788" b="1">
                <a:solidFill>
                  <a:srgbClr val="FFFFFF"/>
                </a:solidFill>
              </a:rPr>
              <a:t>PRIMARY EVIDENCE</a:t>
            </a:r>
            <a:endParaRPr/>
          </a:p>
        </p:txBody>
      </p:sp>
      <p:sp>
        <p:nvSpPr>
          <p:cNvPr id="990" name="Google Shape;990;p20">
            <a:extLst xmlns:a="http://schemas.openxmlformats.org/drawingml/2006/main">
              <a:ext uri="{FF2B5EF4-FFF2-40B4-BE49-F238E27FC236}">
                <a16:creationId xmlns:a16="http://schemas.microsoft.com/office/drawing/2014/main" id="{B6D70C06-3700-4F4F-BF17-5CD55AA8A520}"/>
              </a:ext>
            </a:extLst>
          </p:cNvPr>
          <p:cNvSpPr>
            <a:spLocks xmlns:a="http://schemas.openxmlformats.org/drawingml/2006/main" noGrp="1"/>
          </p:cNvSpPr>
          <p:nvPr/>
        </p:nvSpPr>
        <p:spPr>
          <a:xfrm xmlns:a="http://schemas.openxmlformats.org/drawingml/2006/main">
            <a:off x="619125" y="2438400"/>
            <a:ext cx="7143750" cy="73342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1" name="Google Shape;991;p20">
            <a:extLst xmlns:a="http://schemas.openxmlformats.org/drawingml/2006/main">
              <a:ext uri="{FF2B5EF4-FFF2-40B4-BE49-F238E27FC236}">
                <a16:creationId xmlns:a16="http://schemas.microsoft.com/office/drawing/2014/main" id="{23F97743-BCEB-4F03-8C67-D408C614BE80}"/>
              </a:ext>
            </a:extLst>
          </p:cNvPr>
          <p:cNvSpPr>
            <a:spLocks xmlns:a="http://schemas.openxmlformats.org/drawingml/2006/main" noGrp="1"/>
          </p:cNvSpPr>
          <p:nvPr/>
        </p:nvSpPr>
        <p:spPr>
          <a:xfrm xmlns:a="http://schemas.openxmlformats.org/drawingml/2006/main">
            <a:off x="619125" y="2438400"/>
            <a:ext cx="66675" cy="73342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2" name="Google Shape;992;p20">
            <a:extLst xmlns:a="http://schemas.openxmlformats.org/drawingml/2006/main">
              <a:ext uri="{FF2B5EF4-FFF2-40B4-BE49-F238E27FC236}">
                <a16:creationId xmlns:a16="http://schemas.microsoft.com/office/drawing/2014/main" id="{34913380-EE60-420C-B87D-17D5E8A4A216}"/>
              </a:ext>
            </a:extLst>
          </p:cNvPr>
          <p:cNvSpPr>
            <a:spLocks xmlns:a="http://schemas.openxmlformats.org/drawingml/2006/main" noGrp="1"/>
          </p:cNvSpPr>
          <p:nvPr/>
        </p:nvSpPr>
        <p:spPr>
          <a:xfrm xmlns:a="http://schemas.openxmlformats.org/drawingml/2006/main">
            <a:off x="800100" y="2619375"/>
            <a:ext cx="1714500" cy="371475"/>
          </a:xfrm>
          <a:prstGeom xmlns:a="http://schemas.openxmlformats.org/drawingml/2006/main" prst="roundRect">
            <a:avLst>
              <a:gd name="adj" fmla="val 2051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3" name="Google Shape;993;p20">
            <a:extLst xmlns:a="http://schemas.openxmlformats.org/drawingml/2006/main">
              <a:ext uri="{FF2B5EF4-FFF2-40B4-BE49-F238E27FC236}">
                <a16:creationId xmlns:a16="http://schemas.microsoft.com/office/drawing/2014/main" id="{E9778C1F-7501-42A5-80B2-0272520ADFB6}"/>
              </a:ext>
            </a:extLst>
          </p:cNvPr>
          <p:cNvSpPr>
            <a:spLocks xmlns:a="http://schemas.openxmlformats.org/drawingml/2006/main" noGrp="1"/>
          </p:cNvSpPr>
          <p:nvPr/>
        </p:nvSpPr>
        <p:spPr>
          <a:xfrm xmlns:a="http://schemas.openxmlformats.org/drawingml/2006/main">
            <a:off x="876300" y="2667000"/>
            <a:ext cx="15621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14"/>
              <a:buFont typeface="Arial"/>
              <a:buNone/>
            </a:pPr>
            <a:r>
              <a:rPr sz="915" b="1">
                <a:solidFill>
                  <a:srgbClr val="3B6EBF"/>
                </a:solidFill>
              </a:rPr>
              <a:t>Q1 — Ideation</a:t>
            </a:r>
            <a:endParaRPr/>
          </a:p>
        </p:txBody>
      </p:sp>
      <p:sp>
        <p:nvSpPr>
          <p:cNvPr id="994" name="Google Shape;994;p20">
            <a:extLst xmlns:a="http://schemas.openxmlformats.org/drawingml/2006/main">
              <a:ext uri="{FF2B5EF4-FFF2-40B4-BE49-F238E27FC236}">
                <a16:creationId xmlns:a16="http://schemas.microsoft.com/office/drawing/2014/main" id="{A9CE4450-450D-4291-B73B-FDBE42D1C298}"/>
              </a:ext>
            </a:extLst>
          </p:cNvPr>
          <p:cNvSpPr>
            <a:spLocks xmlns:a="http://schemas.openxmlformats.org/drawingml/2006/main" noGrp="1"/>
          </p:cNvSpPr>
          <p:nvPr/>
        </p:nvSpPr>
        <p:spPr>
          <a:xfrm xmlns:a="http://schemas.openxmlformats.org/drawingml/2006/main">
            <a:off x="2686050" y="2633663"/>
            <a:ext cx="400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15</a:t>
            </a:r>
            <a:endParaRPr/>
          </a:p>
        </p:txBody>
      </p:sp>
      <p:sp>
        <p:nvSpPr>
          <p:cNvPr id="995" name="Google Shape;995;p20">
            <a:extLst xmlns:a="http://schemas.openxmlformats.org/drawingml/2006/main">
              <a:ext uri="{FF2B5EF4-FFF2-40B4-BE49-F238E27FC236}">
                <a16:creationId xmlns:a16="http://schemas.microsoft.com/office/drawing/2014/main" id="{AE1DE4EF-D874-4010-BC64-F851C881DA95}"/>
              </a:ext>
            </a:extLst>
          </p:cNvPr>
          <p:cNvSpPr>
            <a:spLocks xmlns:a="http://schemas.openxmlformats.org/drawingml/2006/main" noGrp="1"/>
          </p:cNvSpPr>
          <p:nvPr/>
        </p:nvSpPr>
        <p:spPr>
          <a:xfrm xmlns:a="http://schemas.openxmlformats.org/drawingml/2006/main">
            <a:off x="3219450" y="2633663"/>
            <a:ext cx="5715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b="1">
                <a:solidFill>
                  <a:srgbClr val="666B70"/>
                </a:solidFill>
              </a:rPr>
              <a:t>3–4</a:t>
            </a:r>
            <a:endParaRPr/>
          </a:p>
        </p:txBody>
      </p:sp>
      <p:sp>
        <p:nvSpPr>
          <p:cNvPr id="996" name="Google Shape;996;p20">
            <a:extLst xmlns:a="http://schemas.openxmlformats.org/drawingml/2006/main">
              <a:ext uri="{FF2B5EF4-FFF2-40B4-BE49-F238E27FC236}">
                <a16:creationId xmlns:a16="http://schemas.microsoft.com/office/drawing/2014/main" id="{6ED37E6C-0891-4B74-BB6F-4E90F6DA81C7}"/>
              </a:ext>
            </a:extLst>
          </p:cNvPr>
          <p:cNvSpPr>
            <a:spLocks xmlns:a="http://schemas.openxmlformats.org/drawingml/2006/main" noGrp="1"/>
          </p:cNvSpPr>
          <p:nvPr/>
        </p:nvSpPr>
        <p:spPr>
          <a:xfrm xmlns:a="http://schemas.openxmlformats.org/drawingml/2006/main">
            <a:off x="3962400" y="2586038"/>
            <a:ext cx="356235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93"/>
              <a:buFont typeface="Arial"/>
              <a:buNone/>
            </a:pPr>
            <a:r>
              <a:rPr sz="893">
                <a:solidFill>
                  <a:srgbClr val="666B70"/>
                </a:solidFill>
              </a:rPr>
              <a:t>Pain-point analysis; manual step → agent capability → input / output → risk and control</a:t>
            </a:r>
            <a:endParaRPr/>
          </a:p>
        </p:txBody>
      </p:sp>
      <p:sp>
        <p:nvSpPr>
          <p:cNvPr id="997" name="Google Shape;997;p20">
            <a:extLst xmlns:a="http://schemas.openxmlformats.org/drawingml/2006/main">
              <a:ext uri="{FF2B5EF4-FFF2-40B4-BE49-F238E27FC236}">
                <a16:creationId xmlns:a16="http://schemas.microsoft.com/office/drawing/2014/main" id="{B939357A-105A-4E0C-8D75-76ADBA7EA5B6}"/>
              </a:ext>
            </a:extLst>
          </p:cNvPr>
          <p:cNvSpPr>
            <a:spLocks xmlns:a="http://schemas.openxmlformats.org/drawingml/2006/main" noGrp="1"/>
          </p:cNvSpPr>
          <p:nvPr/>
        </p:nvSpPr>
        <p:spPr>
          <a:xfrm xmlns:a="http://schemas.openxmlformats.org/drawingml/2006/main">
            <a:off x="619125" y="3171825"/>
            <a:ext cx="7143750" cy="733425"/>
          </a:xfrm>
          <a:prstGeom xmlns:a="http://schemas.openxmlformats.org/drawingml/2006/main" prst="rect">
            <a:avLst/>
          </a:prstGeom>
          <a:solidFill xmlns:a="http://schemas.openxmlformats.org/drawingml/2006/main">
            <a:srgbClr val="FCFAF7"/>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8" name="Google Shape;998;p20">
            <a:extLst xmlns:a="http://schemas.openxmlformats.org/drawingml/2006/main">
              <a:ext uri="{FF2B5EF4-FFF2-40B4-BE49-F238E27FC236}">
                <a16:creationId xmlns:a16="http://schemas.microsoft.com/office/drawing/2014/main" id="{62684B37-2B57-4CAA-9233-B5787278DBFE}"/>
              </a:ext>
            </a:extLst>
          </p:cNvPr>
          <p:cNvSpPr>
            <a:spLocks xmlns:a="http://schemas.openxmlformats.org/drawingml/2006/main" noGrp="1"/>
          </p:cNvSpPr>
          <p:nvPr/>
        </p:nvSpPr>
        <p:spPr>
          <a:xfrm xmlns:a="http://schemas.openxmlformats.org/drawingml/2006/main">
            <a:off x="619125" y="3171825"/>
            <a:ext cx="66675" cy="73342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9" name="Google Shape;999;p20">
            <a:extLst xmlns:a="http://schemas.openxmlformats.org/drawingml/2006/main">
              <a:ext uri="{FF2B5EF4-FFF2-40B4-BE49-F238E27FC236}">
                <a16:creationId xmlns:a16="http://schemas.microsoft.com/office/drawing/2014/main" id="{B7ABFAB3-2B4C-4CC8-91AB-A45940258508}"/>
              </a:ext>
            </a:extLst>
          </p:cNvPr>
          <p:cNvSpPr>
            <a:spLocks xmlns:a="http://schemas.openxmlformats.org/drawingml/2006/main" noGrp="1"/>
          </p:cNvSpPr>
          <p:nvPr/>
        </p:nvSpPr>
        <p:spPr>
          <a:xfrm xmlns:a="http://schemas.openxmlformats.org/drawingml/2006/main">
            <a:off x="800100" y="3352800"/>
            <a:ext cx="1714500" cy="371475"/>
          </a:xfrm>
          <a:prstGeom xmlns:a="http://schemas.openxmlformats.org/drawingml/2006/main" prst="roundRect">
            <a:avLst>
              <a:gd name="adj" fmla="val 20513"/>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0" name="Google Shape;1000;p20">
            <a:extLst xmlns:a="http://schemas.openxmlformats.org/drawingml/2006/main">
              <a:ext uri="{FF2B5EF4-FFF2-40B4-BE49-F238E27FC236}">
                <a16:creationId xmlns:a16="http://schemas.microsoft.com/office/drawing/2014/main" id="{F7A38C77-B5BB-4F86-AFCA-9DBB77F96951}"/>
              </a:ext>
            </a:extLst>
          </p:cNvPr>
          <p:cNvSpPr>
            <a:spLocks xmlns:a="http://schemas.openxmlformats.org/drawingml/2006/main" noGrp="1"/>
          </p:cNvSpPr>
          <p:nvPr/>
        </p:nvSpPr>
        <p:spPr>
          <a:xfrm xmlns:a="http://schemas.openxmlformats.org/drawingml/2006/main">
            <a:off x="876300" y="3400425"/>
            <a:ext cx="15621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39"/>
              <a:buFont typeface="Arial"/>
              <a:buNone/>
            </a:pPr>
            <a:r>
              <a:rPr sz="840" b="1">
                <a:solidFill>
                  <a:srgbClr val="B85042"/>
                </a:solidFill>
              </a:rPr>
              <a:t>Q2 — Program Charter</a:t>
            </a:r>
            <a:endParaRPr/>
          </a:p>
        </p:txBody>
      </p:sp>
      <p:sp>
        <p:nvSpPr>
          <p:cNvPr id="1001" name="Google Shape;1001;p20">
            <a:extLst xmlns:a="http://schemas.openxmlformats.org/drawingml/2006/main">
              <a:ext uri="{FF2B5EF4-FFF2-40B4-BE49-F238E27FC236}">
                <a16:creationId xmlns:a16="http://schemas.microsoft.com/office/drawing/2014/main" id="{B6823704-DE31-4B70-9092-5C896CDB349A}"/>
              </a:ext>
            </a:extLst>
          </p:cNvPr>
          <p:cNvSpPr>
            <a:spLocks xmlns:a="http://schemas.openxmlformats.org/drawingml/2006/main" noGrp="1"/>
          </p:cNvSpPr>
          <p:nvPr/>
        </p:nvSpPr>
        <p:spPr>
          <a:xfrm xmlns:a="http://schemas.openxmlformats.org/drawingml/2006/main">
            <a:off x="2686050" y="3367088"/>
            <a:ext cx="400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15</a:t>
            </a:r>
            <a:endParaRPr/>
          </a:p>
        </p:txBody>
      </p:sp>
      <p:sp>
        <p:nvSpPr>
          <p:cNvPr id="1002" name="Google Shape;1002;p20">
            <a:extLst xmlns:a="http://schemas.openxmlformats.org/drawingml/2006/main">
              <a:ext uri="{FF2B5EF4-FFF2-40B4-BE49-F238E27FC236}">
                <a16:creationId xmlns:a16="http://schemas.microsoft.com/office/drawing/2014/main" id="{F21FF87E-7DFB-45B1-ADC2-88BBCB1F737C}"/>
              </a:ext>
            </a:extLst>
          </p:cNvPr>
          <p:cNvSpPr>
            <a:spLocks xmlns:a="http://schemas.openxmlformats.org/drawingml/2006/main" noGrp="1"/>
          </p:cNvSpPr>
          <p:nvPr/>
        </p:nvSpPr>
        <p:spPr>
          <a:xfrm xmlns:a="http://schemas.openxmlformats.org/drawingml/2006/main">
            <a:off x="3219450" y="3367088"/>
            <a:ext cx="5715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b="1">
                <a:solidFill>
                  <a:srgbClr val="666B70"/>
                </a:solidFill>
              </a:rPr>
              <a:t>5–6</a:t>
            </a:r>
            <a:endParaRPr/>
          </a:p>
        </p:txBody>
      </p:sp>
      <p:sp>
        <p:nvSpPr>
          <p:cNvPr id="1003" name="Google Shape;1003;p20">
            <a:extLst xmlns:a="http://schemas.openxmlformats.org/drawingml/2006/main">
              <a:ext uri="{FF2B5EF4-FFF2-40B4-BE49-F238E27FC236}">
                <a16:creationId xmlns:a16="http://schemas.microsoft.com/office/drawing/2014/main" id="{088D80C7-B74D-4D3B-8863-A8CFE7AF3B85}"/>
              </a:ext>
            </a:extLst>
          </p:cNvPr>
          <p:cNvSpPr>
            <a:spLocks xmlns:a="http://schemas.openxmlformats.org/drawingml/2006/main" noGrp="1"/>
          </p:cNvSpPr>
          <p:nvPr/>
        </p:nvSpPr>
        <p:spPr>
          <a:xfrm xmlns:a="http://schemas.openxmlformats.org/drawingml/2006/main">
            <a:off x="3962400" y="3319463"/>
            <a:ext cx="356235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93"/>
              <a:buFont typeface="Arial"/>
              <a:buNone/>
            </a:pPr>
            <a:r>
              <a:rPr sz="893">
                <a:solidFill>
                  <a:srgbClr val="666B70"/>
                </a:solidFill>
              </a:rPr>
              <a:t>Vision, objectives, scope, success criteria, ownership, timeline, risks, and rollout plan</a:t>
            </a:r>
            <a:endParaRPr/>
          </a:p>
        </p:txBody>
      </p:sp>
      <p:sp>
        <p:nvSpPr>
          <p:cNvPr id="1004" name="Google Shape;1004;p20">
            <a:extLst xmlns:a="http://schemas.openxmlformats.org/drawingml/2006/main">
              <a:ext uri="{FF2B5EF4-FFF2-40B4-BE49-F238E27FC236}">
                <a16:creationId xmlns:a16="http://schemas.microsoft.com/office/drawing/2014/main" id="{137D8F42-995E-4FE1-87C3-2DFB67A572CA}"/>
              </a:ext>
            </a:extLst>
          </p:cNvPr>
          <p:cNvSpPr>
            <a:spLocks xmlns:a="http://schemas.openxmlformats.org/drawingml/2006/main" noGrp="1"/>
          </p:cNvSpPr>
          <p:nvPr/>
        </p:nvSpPr>
        <p:spPr>
          <a:xfrm xmlns:a="http://schemas.openxmlformats.org/drawingml/2006/main">
            <a:off x="619125" y="3905250"/>
            <a:ext cx="7143750" cy="1066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5" name="Google Shape;1005;p20">
            <a:extLst xmlns:a="http://schemas.openxmlformats.org/drawingml/2006/main">
              <a:ext uri="{FF2B5EF4-FFF2-40B4-BE49-F238E27FC236}">
                <a16:creationId xmlns:a16="http://schemas.microsoft.com/office/drawing/2014/main" id="{9336FCC8-6180-4633-AA2F-D3CA11625031}"/>
              </a:ext>
            </a:extLst>
          </p:cNvPr>
          <p:cNvSpPr>
            <a:spLocks xmlns:a="http://schemas.openxmlformats.org/drawingml/2006/main" noGrp="1"/>
          </p:cNvSpPr>
          <p:nvPr/>
        </p:nvSpPr>
        <p:spPr>
          <a:xfrm xmlns:a="http://schemas.openxmlformats.org/drawingml/2006/main">
            <a:off x="619125" y="3905250"/>
            <a:ext cx="66675" cy="106680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6" name="Google Shape;1006;p20">
            <a:extLst xmlns:a="http://schemas.openxmlformats.org/drawingml/2006/main">
              <a:ext uri="{FF2B5EF4-FFF2-40B4-BE49-F238E27FC236}">
                <a16:creationId xmlns:a16="http://schemas.microsoft.com/office/drawing/2014/main" id="{A340EC3B-7DBD-4B97-AC04-B9005F99BF42}"/>
              </a:ext>
            </a:extLst>
          </p:cNvPr>
          <p:cNvSpPr>
            <a:spLocks xmlns:a="http://schemas.openxmlformats.org/drawingml/2006/main" noGrp="1"/>
          </p:cNvSpPr>
          <p:nvPr/>
        </p:nvSpPr>
        <p:spPr>
          <a:xfrm xmlns:a="http://schemas.openxmlformats.org/drawingml/2006/main">
            <a:off x="800100" y="4252913"/>
            <a:ext cx="1714500" cy="371475"/>
          </a:xfrm>
          <a:prstGeom xmlns:a="http://schemas.openxmlformats.org/drawingml/2006/main" prst="roundRect">
            <a:avLst>
              <a:gd name="adj" fmla="val 2051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7" name="Google Shape;1007;p20">
            <a:extLst xmlns:a="http://schemas.openxmlformats.org/drawingml/2006/main">
              <a:ext uri="{FF2B5EF4-FFF2-40B4-BE49-F238E27FC236}">
                <a16:creationId xmlns:a16="http://schemas.microsoft.com/office/drawing/2014/main" id="{EEB706B0-61A9-4225-805A-5F211636F630}"/>
              </a:ext>
            </a:extLst>
          </p:cNvPr>
          <p:cNvSpPr>
            <a:spLocks xmlns:a="http://schemas.openxmlformats.org/drawingml/2006/main" noGrp="1"/>
          </p:cNvSpPr>
          <p:nvPr/>
        </p:nvSpPr>
        <p:spPr>
          <a:xfrm xmlns:a="http://schemas.openxmlformats.org/drawingml/2006/main">
            <a:off x="876300" y="4300538"/>
            <a:ext cx="15621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14"/>
              <a:buFont typeface="Arial"/>
              <a:buNone/>
            </a:pPr>
            <a:r>
              <a:rPr sz="915" b="1">
                <a:solidFill>
                  <a:srgbClr val="2F6F57"/>
                </a:solidFill>
              </a:rPr>
              <a:t>Q3 — Build</a:t>
            </a:r>
            <a:endParaRPr/>
          </a:p>
        </p:txBody>
      </p:sp>
      <p:sp>
        <p:nvSpPr>
          <p:cNvPr id="1008" name="Google Shape;1008;p20">
            <a:extLst xmlns:a="http://schemas.openxmlformats.org/drawingml/2006/main">
              <a:ext uri="{FF2B5EF4-FFF2-40B4-BE49-F238E27FC236}">
                <a16:creationId xmlns:a16="http://schemas.microsoft.com/office/drawing/2014/main" id="{42D49E06-93CA-4380-9BDF-5B5D876B7FA4}"/>
              </a:ext>
            </a:extLst>
          </p:cNvPr>
          <p:cNvSpPr>
            <a:spLocks xmlns:a="http://schemas.openxmlformats.org/drawingml/2006/main" noGrp="1"/>
          </p:cNvSpPr>
          <p:nvPr/>
        </p:nvSpPr>
        <p:spPr>
          <a:xfrm xmlns:a="http://schemas.openxmlformats.org/drawingml/2006/main">
            <a:off x="2686050" y="4295775"/>
            <a:ext cx="4000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45</a:t>
            </a:r>
            <a:endParaRPr/>
          </a:p>
        </p:txBody>
      </p:sp>
      <p:sp>
        <p:nvSpPr>
          <p:cNvPr id="1009" name="Google Shape;1009;p20">
            <a:extLst xmlns:a="http://schemas.openxmlformats.org/drawingml/2006/main">
              <a:ext uri="{FF2B5EF4-FFF2-40B4-BE49-F238E27FC236}">
                <a16:creationId xmlns:a16="http://schemas.microsoft.com/office/drawing/2014/main" id="{AEFC0372-8AC7-4178-A365-9CE1C59CA615}"/>
              </a:ext>
            </a:extLst>
          </p:cNvPr>
          <p:cNvSpPr>
            <a:spLocks xmlns:a="http://schemas.openxmlformats.org/drawingml/2006/main" noGrp="1"/>
          </p:cNvSpPr>
          <p:nvPr/>
        </p:nvSpPr>
        <p:spPr>
          <a:xfrm xmlns:a="http://schemas.openxmlformats.org/drawingml/2006/main">
            <a:off x="3219450" y="4295775"/>
            <a:ext cx="571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b="1">
                <a:solidFill>
                  <a:srgbClr val="666B70"/>
                </a:solidFill>
              </a:rPr>
              <a:t>7–15</a:t>
            </a:r>
            <a:endParaRPr/>
          </a:p>
        </p:txBody>
      </p:sp>
      <p:sp>
        <p:nvSpPr>
          <p:cNvPr id="1010" name="Google Shape;1010;p20">
            <a:extLst xmlns:a="http://schemas.openxmlformats.org/drawingml/2006/main">
              <a:ext uri="{FF2B5EF4-FFF2-40B4-BE49-F238E27FC236}">
                <a16:creationId xmlns:a16="http://schemas.microsoft.com/office/drawing/2014/main" id="{2904015D-2E12-484B-9799-ADFBEF5F92C2}"/>
              </a:ext>
            </a:extLst>
          </p:cNvPr>
          <p:cNvSpPr>
            <a:spLocks xmlns:a="http://schemas.openxmlformats.org/drawingml/2006/main" noGrp="1"/>
          </p:cNvSpPr>
          <p:nvPr/>
        </p:nvSpPr>
        <p:spPr>
          <a:xfrm xmlns:a="http://schemas.openxmlformats.org/drawingml/2006/main">
            <a:off x="3962400" y="4248150"/>
            <a:ext cx="35623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63"/>
              <a:buFont typeface="Arial"/>
              <a:buNone/>
            </a:pPr>
            <a:r>
              <a:rPr sz="863">
                <a:solidFill>
                  <a:srgbClr val="666B70"/>
                </a:solidFill>
              </a:rPr>
              <a:t>Architecture; agents; controls; outputs; T1–T12; code + LLM evaluation; accepted-run results; traceability; loaded cost</a:t>
            </a:r>
            <a:endParaRPr/>
          </a:p>
        </p:txBody>
      </p:sp>
      <p:sp>
        <p:nvSpPr>
          <p:cNvPr id="1011" name="Google Shape;1011;p20">
            <a:extLst xmlns:a="http://schemas.openxmlformats.org/drawingml/2006/main">
              <a:ext uri="{FF2B5EF4-FFF2-40B4-BE49-F238E27FC236}">
                <a16:creationId xmlns:a16="http://schemas.microsoft.com/office/drawing/2014/main" id="{FA0459A1-11A9-4CA7-8827-1849B611377D}"/>
              </a:ext>
            </a:extLst>
          </p:cNvPr>
          <p:cNvSpPr>
            <a:spLocks xmlns:a="http://schemas.openxmlformats.org/drawingml/2006/main" noGrp="1"/>
          </p:cNvSpPr>
          <p:nvPr/>
        </p:nvSpPr>
        <p:spPr>
          <a:xfrm xmlns:a="http://schemas.openxmlformats.org/drawingml/2006/main">
            <a:off x="619125" y="4972050"/>
            <a:ext cx="7143750" cy="733425"/>
          </a:xfrm>
          <a:prstGeom xmlns:a="http://schemas.openxmlformats.org/drawingml/2006/main" prst="rect">
            <a:avLst/>
          </a:prstGeom>
          <a:solidFill xmlns:a="http://schemas.openxmlformats.org/drawingml/2006/main">
            <a:srgbClr val="FCFAF7"/>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12" name="Google Shape;1012;p20">
            <a:extLst xmlns:a="http://schemas.openxmlformats.org/drawingml/2006/main">
              <a:ext uri="{FF2B5EF4-FFF2-40B4-BE49-F238E27FC236}">
                <a16:creationId xmlns:a16="http://schemas.microsoft.com/office/drawing/2014/main" id="{057E50BC-A3EC-403F-A19E-EFB45A1118EE}"/>
              </a:ext>
            </a:extLst>
          </p:cNvPr>
          <p:cNvSpPr>
            <a:spLocks xmlns:a="http://schemas.openxmlformats.org/drawingml/2006/main" noGrp="1"/>
          </p:cNvSpPr>
          <p:nvPr/>
        </p:nvSpPr>
        <p:spPr>
          <a:xfrm xmlns:a="http://schemas.openxmlformats.org/drawingml/2006/main">
            <a:off x="619125" y="4972050"/>
            <a:ext cx="66675" cy="733425"/>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13" name="Google Shape;1013;p20">
            <a:extLst xmlns:a="http://schemas.openxmlformats.org/drawingml/2006/main">
              <a:ext uri="{FF2B5EF4-FFF2-40B4-BE49-F238E27FC236}">
                <a16:creationId xmlns:a16="http://schemas.microsoft.com/office/drawing/2014/main" id="{8F43DB80-FA13-40B7-A471-F4367B6C5E25}"/>
              </a:ext>
            </a:extLst>
          </p:cNvPr>
          <p:cNvSpPr>
            <a:spLocks xmlns:a="http://schemas.openxmlformats.org/drawingml/2006/main" noGrp="1"/>
          </p:cNvSpPr>
          <p:nvPr/>
        </p:nvSpPr>
        <p:spPr>
          <a:xfrm xmlns:a="http://schemas.openxmlformats.org/drawingml/2006/main">
            <a:off x="800100" y="5153025"/>
            <a:ext cx="1714500" cy="371475"/>
          </a:xfrm>
          <a:prstGeom xmlns:a="http://schemas.openxmlformats.org/drawingml/2006/main" prst="roundRect">
            <a:avLst>
              <a:gd name="adj" fmla="val 20513"/>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14" name="Google Shape;1014;p20">
            <a:extLst xmlns:a="http://schemas.openxmlformats.org/drawingml/2006/main">
              <a:ext uri="{FF2B5EF4-FFF2-40B4-BE49-F238E27FC236}">
                <a16:creationId xmlns:a16="http://schemas.microsoft.com/office/drawing/2014/main" id="{4E38AD72-17A8-4886-8D4F-0FCF8E20EE99}"/>
              </a:ext>
            </a:extLst>
          </p:cNvPr>
          <p:cNvSpPr>
            <a:spLocks xmlns:a="http://schemas.openxmlformats.org/drawingml/2006/main" noGrp="1"/>
          </p:cNvSpPr>
          <p:nvPr/>
        </p:nvSpPr>
        <p:spPr>
          <a:xfrm xmlns:a="http://schemas.openxmlformats.org/drawingml/2006/main">
            <a:off x="876300" y="5200650"/>
            <a:ext cx="15621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914"/>
              <a:buFont typeface="Arial"/>
              <a:buNone/>
            </a:pPr>
            <a:r>
              <a:rPr sz="915" b="1">
                <a:solidFill>
                  <a:srgbClr val="7546C8"/>
                </a:solidFill>
              </a:rPr>
              <a:t>Q4 — Reflection</a:t>
            </a:r>
            <a:endParaRPr/>
          </a:p>
        </p:txBody>
      </p:sp>
      <p:sp>
        <p:nvSpPr>
          <p:cNvPr id="1015" name="Google Shape;1015;p20">
            <a:extLst xmlns:a="http://schemas.openxmlformats.org/drawingml/2006/main">
              <a:ext uri="{FF2B5EF4-FFF2-40B4-BE49-F238E27FC236}">
                <a16:creationId xmlns:a16="http://schemas.microsoft.com/office/drawing/2014/main" id="{AC51A111-59FB-4963-A4B0-A6FC6C487321}"/>
              </a:ext>
            </a:extLst>
          </p:cNvPr>
          <p:cNvSpPr>
            <a:spLocks xmlns:a="http://schemas.openxmlformats.org/drawingml/2006/main" noGrp="1"/>
          </p:cNvSpPr>
          <p:nvPr/>
        </p:nvSpPr>
        <p:spPr>
          <a:xfrm xmlns:a="http://schemas.openxmlformats.org/drawingml/2006/main">
            <a:off x="2686050" y="5167313"/>
            <a:ext cx="400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425"/>
              <a:buFont typeface="Arial"/>
              <a:buNone/>
            </a:pPr>
            <a:r>
              <a:rPr sz="1425" b="1">
                <a:solidFill>
                  <a:srgbClr val="1A1A2E"/>
                </a:solidFill>
              </a:rPr>
              <a:t>5</a:t>
            </a:r>
            <a:endParaRPr/>
          </a:p>
        </p:txBody>
      </p:sp>
      <p:sp>
        <p:nvSpPr>
          <p:cNvPr id="1016" name="Google Shape;1016;p20">
            <a:extLst xmlns:a="http://schemas.openxmlformats.org/drawingml/2006/main">
              <a:ext uri="{FF2B5EF4-FFF2-40B4-BE49-F238E27FC236}">
                <a16:creationId xmlns:a16="http://schemas.microsoft.com/office/drawing/2014/main" id="{B7AF6B1E-9FD7-4381-B065-BE5A295BBA05}"/>
              </a:ext>
            </a:extLst>
          </p:cNvPr>
          <p:cNvSpPr>
            <a:spLocks xmlns:a="http://schemas.openxmlformats.org/drawingml/2006/main" noGrp="1"/>
          </p:cNvSpPr>
          <p:nvPr/>
        </p:nvSpPr>
        <p:spPr>
          <a:xfrm xmlns:a="http://schemas.openxmlformats.org/drawingml/2006/main">
            <a:off x="3219450" y="5167313"/>
            <a:ext cx="5715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50"/>
              <a:buFont typeface="Arial"/>
              <a:buNone/>
            </a:pPr>
            <a:r>
              <a:rPr sz="1050" b="1">
                <a:solidFill>
                  <a:srgbClr val="666B70"/>
                </a:solidFill>
              </a:rPr>
              <a:t>16</a:t>
            </a:r>
            <a:endParaRPr/>
          </a:p>
        </p:txBody>
      </p:sp>
      <p:sp>
        <p:nvSpPr>
          <p:cNvPr id="1017" name="Google Shape;1017;p20">
            <a:extLst xmlns:a="http://schemas.openxmlformats.org/drawingml/2006/main">
              <a:ext uri="{FF2B5EF4-FFF2-40B4-BE49-F238E27FC236}">
                <a16:creationId xmlns:a16="http://schemas.microsoft.com/office/drawing/2014/main" id="{244C8CB6-6174-4597-A9F9-38EB6C40E174}"/>
              </a:ext>
            </a:extLst>
          </p:cNvPr>
          <p:cNvSpPr>
            <a:spLocks xmlns:a="http://schemas.openxmlformats.org/drawingml/2006/main" noGrp="1"/>
          </p:cNvSpPr>
          <p:nvPr/>
        </p:nvSpPr>
        <p:spPr>
          <a:xfrm xmlns:a="http://schemas.openxmlformats.org/drawingml/2006/main">
            <a:off x="3962400" y="5119688"/>
            <a:ext cx="356235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93"/>
              <a:buFont typeface="Arial"/>
              <a:buNone/>
            </a:pPr>
            <a:r>
              <a:rPr sz="893">
                <a:solidFill>
                  <a:srgbClr val="666B70"/>
                </a:solidFill>
              </a:rPr>
              <a:t>Observed failures, production controls, AI risks, lessons learned, and v0.3.9 improvement plan</a:t>
            </a:r>
            <a:endParaRPr/>
          </a:p>
        </p:txBody>
      </p:sp>
      <p:sp>
        <p:nvSpPr>
          <p:cNvPr id="1018" name="Google Shape;1018;p20">
            <a:extLst xmlns:a="http://schemas.openxmlformats.org/drawingml/2006/main">
              <a:ext uri="{FF2B5EF4-FFF2-40B4-BE49-F238E27FC236}">
                <a16:creationId xmlns:a16="http://schemas.microsoft.com/office/drawing/2014/main" id="{4163D7ED-BD24-4448-8387-17C3B206F126}"/>
              </a:ext>
            </a:extLst>
          </p:cNvPr>
          <p:cNvSpPr>
            <a:spLocks xmlns:a="http://schemas.openxmlformats.org/drawingml/2006/main" noGrp="1"/>
          </p:cNvSpPr>
          <p:nvPr/>
        </p:nvSpPr>
        <p:spPr>
          <a:xfrm xmlns:a="http://schemas.openxmlformats.org/drawingml/2006/main">
            <a:off x="8020050" y="1981200"/>
            <a:ext cx="3552825" cy="3724275"/>
          </a:xfrm>
          <a:prstGeom xmlns:a="http://schemas.openxmlformats.org/drawingml/2006/main" prst="roundRect">
            <a:avLst>
              <a:gd name="adj" fmla="val 214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19" name="Google Shape;1019;p20">
            <a:extLst xmlns:a="http://schemas.openxmlformats.org/drawingml/2006/main">
              <a:ext uri="{FF2B5EF4-FFF2-40B4-BE49-F238E27FC236}">
                <a16:creationId xmlns:a16="http://schemas.microsoft.com/office/drawing/2014/main" id="{F7A3D3DB-901D-4667-823A-4B4183963820}"/>
              </a:ext>
            </a:extLst>
          </p:cNvPr>
          <p:cNvSpPr>
            <a:spLocks xmlns:a="http://schemas.openxmlformats.org/drawingml/2006/main" noGrp="1"/>
          </p:cNvSpPr>
          <p:nvPr/>
        </p:nvSpPr>
        <p:spPr>
          <a:xfrm xmlns:a="http://schemas.openxmlformats.org/drawingml/2006/main">
            <a:off x="8020050" y="1981200"/>
            <a:ext cx="3552825" cy="6667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0" name="Google Shape;1020;p20">
            <a:extLst xmlns:a="http://schemas.openxmlformats.org/drawingml/2006/main">
              <a:ext uri="{FF2B5EF4-FFF2-40B4-BE49-F238E27FC236}">
                <a16:creationId xmlns:a16="http://schemas.microsoft.com/office/drawing/2014/main" id="{14740F3C-AF3C-41EC-B897-37953053C03A}"/>
              </a:ext>
            </a:extLst>
          </p:cNvPr>
          <p:cNvSpPr>
            <a:spLocks xmlns:a="http://schemas.openxmlformats.org/drawingml/2006/main" noGrp="1"/>
          </p:cNvSpPr>
          <p:nvPr/>
        </p:nvSpPr>
        <p:spPr>
          <a:xfrm xmlns:a="http://schemas.openxmlformats.org/drawingml/2006/main">
            <a:off x="8267700" y="2209800"/>
            <a:ext cx="3048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25"/>
              <a:buFont typeface="Arial"/>
              <a:buNone/>
            </a:pPr>
            <a:r>
              <a:rPr sz="825" b="1">
                <a:solidFill>
                  <a:srgbClr val="2F6F57"/>
                </a:solidFill>
              </a:rPr>
              <a:t>Q3 · 45-POINT DETAIL</a:t>
            </a:r>
            <a:endParaRPr/>
          </a:p>
        </p:txBody>
      </p:sp>
      <p:sp>
        <p:nvSpPr>
          <p:cNvPr id="1021" name="Google Shape;1021;p20">
            <a:extLst xmlns:a="http://schemas.openxmlformats.org/drawingml/2006/main">
              <a:ext uri="{FF2B5EF4-FFF2-40B4-BE49-F238E27FC236}">
                <a16:creationId xmlns:a16="http://schemas.microsoft.com/office/drawing/2014/main" id="{802B9087-7762-4034-8B2B-BF94F914A534}"/>
              </a:ext>
            </a:extLst>
          </p:cNvPr>
          <p:cNvSpPr>
            <a:spLocks xmlns:a="http://schemas.openxmlformats.org/drawingml/2006/main" noGrp="1"/>
          </p:cNvSpPr>
          <p:nvPr/>
        </p:nvSpPr>
        <p:spPr>
          <a:xfrm xmlns:a="http://schemas.openxmlformats.org/drawingml/2006/main">
            <a:off x="8267700" y="2486025"/>
            <a:ext cx="3048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725"/>
              <a:buFont typeface="Arial"/>
              <a:buNone/>
            </a:pPr>
            <a:r>
              <a:rPr sz="1725" b="1">
                <a:solidFill>
                  <a:srgbClr val="1A1A2E"/>
                </a:solidFill>
              </a:rPr>
              <a:t>Build evidence coverage</a:t>
            </a:r>
            <a:endParaRPr/>
          </a:p>
        </p:txBody>
      </p:sp>
      <p:sp>
        <p:nvSpPr>
          <p:cNvPr id="1022" name="Google Shape;1022;p20">
            <a:extLst xmlns:a="http://schemas.openxmlformats.org/drawingml/2006/main">
              <a:ext uri="{FF2B5EF4-FFF2-40B4-BE49-F238E27FC236}">
                <a16:creationId xmlns:a16="http://schemas.microsoft.com/office/drawing/2014/main" id="{824D4742-A3E9-4F3F-B913-283D73C9509C}"/>
              </a:ext>
            </a:extLst>
          </p:cNvPr>
          <p:cNvSpPr>
            <a:spLocks xmlns:a="http://schemas.openxmlformats.org/drawingml/2006/main" noGrp="1"/>
          </p:cNvSpPr>
          <p:nvPr/>
        </p:nvSpPr>
        <p:spPr>
          <a:xfrm xmlns:a="http://schemas.openxmlformats.org/drawingml/2006/main">
            <a:off x="8267700" y="2962275"/>
            <a:ext cx="35242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3" name="Google Shape;1023;p20">
            <a:extLst xmlns:a="http://schemas.openxmlformats.org/drawingml/2006/main">
              <a:ext uri="{FF2B5EF4-FFF2-40B4-BE49-F238E27FC236}">
                <a16:creationId xmlns:a16="http://schemas.microsoft.com/office/drawing/2014/main" id="{501953A2-5DC8-43C6-BD33-37F39BF27C15}"/>
              </a:ext>
            </a:extLst>
          </p:cNvPr>
          <p:cNvSpPr>
            <a:spLocks xmlns:a="http://schemas.openxmlformats.org/drawingml/2006/main" noGrp="1"/>
          </p:cNvSpPr>
          <p:nvPr/>
        </p:nvSpPr>
        <p:spPr>
          <a:xfrm xmlns:a="http://schemas.openxmlformats.org/drawingml/2006/main">
            <a:off x="8267700" y="3000375"/>
            <a:ext cx="3524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10</a:t>
            </a:r>
            <a:endParaRPr/>
          </a:p>
        </p:txBody>
      </p:sp>
      <p:sp>
        <p:nvSpPr>
          <p:cNvPr id="1024" name="Google Shape;1024;p20">
            <a:extLst xmlns:a="http://schemas.openxmlformats.org/drawingml/2006/main">
              <a:ext uri="{FF2B5EF4-FFF2-40B4-BE49-F238E27FC236}">
                <a16:creationId xmlns:a16="http://schemas.microsoft.com/office/drawing/2014/main" id="{13369019-E1ED-468F-9F37-3BEF9E90624F}"/>
              </a:ext>
            </a:extLst>
          </p:cNvPr>
          <p:cNvSpPr>
            <a:spLocks xmlns:a="http://schemas.openxmlformats.org/drawingml/2006/main" noGrp="1"/>
          </p:cNvSpPr>
          <p:nvPr/>
        </p:nvSpPr>
        <p:spPr>
          <a:xfrm xmlns:a="http://schemas.openxmlformats.org/drawingml/2006/main">
            <a:off x="8734425" y="2943225"/>
            <a:ext cx="15906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10"/>
              <a:buFont typeface="Arial"/>
              <a:buNone/>
            </a:pPr>
            <a:r>
              <a:rPr sz="810" b="1">
                <a:solidFill>
                  <a:srgbClr val="1A1A2E"/>
                </a:solidFill>
              </a:rPr>
              <a:t>Architecture, orchestration, tool rationale</a:t>
            </a:r>
            <a:endParaRPr/>
          </a:p>
        </p:txBody>
      </p:sp>
      <p:sp>
        <p:nvSpPr>
          <p:cNvPr id="1025" name="Google Shape;1025;p20">
            <a:extLst xmlns:a="http://schemas.openxmlformats.org/drawingml/2006/main">
              <a:ext uri="{FF2B5EF4-FFF2-40B4-BE49-F238E27FC236}">
                <a16:creationId xmlns:a16="http://schemas.microsoft.com/office/drawing/2014/main" id="{5B42288F-D663-46A7-A237-26B44167DD07}"/>
              </a:ext>
            </a:extLst>
          </p:cNvPr>
          <p:cNvSpPr>
            <a:spLocks xmlns:a="http://schemas.openxmlformats.org/drawingml/2006/main" noGrp="1"/>
          </p:cNvSpPr>
          <p:nvPr/>
        </p:nvSpPr>
        <p:spPr>
          <a:xfrm xmlns:a="http://schemas.openxmlformats.org/drawingml/2006/main">
            <a:off x="10363200" y="2990850"/>
            <a:ext cx="9334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7–8</a:t>
            </a:r>
            <a:endParaRPr/>
          </a:p>
        </p:txBody>
      </p:sp>
      <p:sp>
        <p:nvSpPr>
          <p:cNvPr id="1026" name="Google Shape;1026;p20">
            <a:extLst xmlns:a="http://schemas.openxmlformats.org/drawingml/2006/main">
              <a:ext uri="{FF2B5EF4-FFF2-40B4-BE49-F238E27FC236}">
                <a16:creationId xmlns:a16="http://schemas.microsoft.com/office/drawing/2014/main" id="{5156A9F9-5416-4A8B-9B71-71A4A6D429CA}"/>
              </a:ext>
            </a:extLst>
          </p:cNvPr>
          <p:cNvSpPr>
            <a:spLocks xmlns:a="http://schemas.openxmlformats.org/drawingml/2006/main" noGrp="1"/>
          </p:cNvSpPr>
          <p:nvPr/>
        </p:nvSpPr>
        <p:spPr>
          <a:xfrm xmlns:a="http://schemas.openxmlformats.org/drawingml/2006/main">
            <a:off x="8267700" y="3362325"/>
            <a:ext cx="35242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7" name="Google Shape;1027;p20">
            <a:extLst xmlns:a="http://schemas.openxmlformats.org/drawingml/2006/main">
              <a:ext uri="{FF2B5EF4-FFF2-40B4-BE49-F238E27FC236}">
                <a16:creationId xmlns:a16="http://schemas.microsoft.com/office/drawing/2014/main" id="{C31465DA-9FC5-43E0-863F-C4B9F6E1E8A4}"/>
              </a:ext>
            </a:extLst>
          </p:cNvPr>
          <p:cNvSpPr>
            <a:spLocks xmlns:a="http://schemas.openxmlformats.org/drawingml/2006/main" noGrp="1"/>
          </p:cNvSpPr>
          <p:nvPr/>
        </p:nvSpPr>
        <p:spPr>
          <a:xfrm xmlns:a="http://schemas.openxmlformats.org/drawingml/2006/main">
            <a:off x="8267700" y="3400425"/>
            <a:ext cx="3524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12</a:t>
            </a:r>
            <a:endParaRPr/>
          </a:p>
        </p:txBody>
      </p:sp>
      <p:sp>
        <p:nvSpPr>
          <p:cNvPr id="1028" name="Google Shape;1028;p20">
            <a:extLst xmlns:a="http://schemas.openxmlformats.org/drawingml/2006/main">
              <a:ext uri="{FF2B5EF4-FFF2-40B4-BE49-F238E27FC236}">
                <a16:creationId xmlns:a16="http://schemas.microsoft.com/office/drawing/2014/main" id="{2CABC819-18D5-4EF3-A21C-5B7E803F1CD2}"/>
              </a:ext>
            </a:extLst>
          </p:cNvPr>
          <p:cNvSpPr>
            <a:spLocks xmlns:a="http://schemas.openxmlformats.org/drawingml/2006/main" noGrp="1"/>
          </p:cNvSpPr>
          <p:nvPr/>
        </p:nvSpPr>
        <p:spPr>
          <a:xfrm xmlns:a="http://schemas.openxmlformats.org/drawingml/2006/main">
            <a:off x="8734425" y="3343275"/>
            <a:ext cx="15906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10"/>
              <a:buFont typeface="Arial"/>
              <a:buNone/>
            </a:pPr>
            <a:r>
              <a:rPr sz="810" b="1">
                <a:solidFill>
                  <a:srgbClr val="1A1A2E"/>
                </a:solidFill>
              </a:rPr>
              <a:t>Core capabilities end to end</a:t>
            </a:r>
            <a:endParaRPr/>
          </a:p>
        </p:txBody>
      </p:sp>
      <p:sp>
        <p:nvSpPr>
          <p:cNvPr id="1029" name="Google Shape;1029;p20">
            <a:extLst xmlns:a="http://schemas.openxmlformats.org/drawingml/2006/main">
              <a:ext uri="{FF2B5EF4-FFF2-40B4-BE49-F238E27FC236}">
                <a16:creationId xmlns:a16="http://schemas.microsoft.com/office/drawing/2014/main" id="{816F9C56-4D7C-45C6-9565-6FA66A6FF05D}"/>
              </a:ext>
            </a:extLst>
          </p:cNvPr>
          <p:cNvSpPr>
            <a:spLocks xmlns:a="http://schemas.openxmlformats.org/drawingml/2006/main" noGrp="1"/>
          </p:cNvSpPr>
          <p:nvPr/>
        </p:nvSpPr>
        <p:spPr>
          <a:xfrm xmlns:a="http://schemas.openxmlformats.org/drawingml/2006/main">
            <a:off x="10363200" y="3390900"/>
            <a:ext cx="9334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9–10,13</a:t>
            </a:r>
            <a:endParaRPr/>
          </a:p>
        </p:txBody>
      </p:sp>
      <p:sp>
        <p:nvSpPr>
          <p:cNvPr id="1030" name="Google Shape;1030;p20">
            <a:extLst xmlns:a="http://schemas.openxmlformats.org/drawingml/2006/main">
              <a:ext uri="{FF2B5EF4-FFF2-40B4-BE49-F238E27FC236}">
                <a16:creationId xmlns:a16="http://schemas.microsoft.com/office/drawing/2014/main" id="{9D388A4A-5B91-4C80-AF20-695398B99933}"/>
              </a:ext>
            </a:extLst>
          </p:cNvPr>
          <p:cNvSpPr>
            <a:spLocks xmlns:a="http://schemas.openxmlformats.org/drawingml/2006/main" noGrp="1"/>
          </p:cNvSpPr>
          <p:nvPr/>
        </p:nvSpPr>
        <p:spPr>
          <a:xfrm xmlns:a="http://schemas.openxmlformats.org/drawingml/2006/main">
            <a:off x="8267700" y="3762375"/>
            <a:ext cx="35242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31" name="Google Shape;1031;p20">
            <a:extLst xmlns:a="http://schemas.openxmlformats.org/drawingml/2006/main">
              <a:ext uri="{FF2B5EF4-FFF2-40B4-BE49-F238E27FC236}">
                <a16:creationId xmlns:a16="http://schemas.microsoft.com/office/drawing/2014/main" id="{B9E6C075-717E-4C10-874A-B5A9F4C710D1}"/>
              </a:ext>
            </a:extLst>
          </p:cNvPr>
          <p:cNvSpPr>
            <a:spLocks xmlns:a="http://schemas.openxmlformats.org/drawingml/2006/main" noGrp="1"/>
          </p:cNvSpPr>
          <p:nvPr/>
        </p:nvSpPr>
        <p:spPr>
          <a:xfrm xmlns:a="http://schemas.openxmlformats.org/drawingml/2006/main">
            <a:off x="8267700" y="3800475"/>
            <a:ext cx="3524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8</a:t>
            </a:r>
            <a:endParaRPr/>
          </a:p>
        </p:txBody>
      </p:sp>
      <p:sp>
        <p:nvSpPr>
          <p:cNvPr id="1032" name="Google Shape;1032;p20">
            <a:extLst xmlns:a="http://schemas.openxmlformats.org/drawingml/2006/main">
              <a:ext uri="{FF2B5EF4-FFF2-40B4-BE49-F238E27FC236}">
                <a16:creationId xmlns:a16="http://schemas.microsoft.com/office/drawing/2014/main" id="{FC122073-09A0-46BB-B673-BCACC22E8F0F}"/>
              </a:ext>
            </a:extLst>
          </p:cNvPr>
          <p:cNvSpPr>
            <a:spLocks xmlns:a="http://schemas.openxmlformats.org/drawingml/2006/main" noGrp="1"/>
          </p:cNvSpPr>
          <p:nvPr/>
        </p:nvSpPr>
        <p:spPr>
          <a:xfrm xmlns:a="http://schemas.openxmlformats.org/drawingml/2006/main">
            <a:off x="8734425" y="3743325"/>
            <a:ext cx="15906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10"/>
              <a:buFont typeface="Arial"/>
              <a:buNone/>
            </a:pPr>
            <a:r>
              <a:rPr sz="810" b="1">
                <a:solidFill>
                  <a:srgbClr val="1A1A2E"/>
                </a:solidFill>
              </a:rPr>
              <a:t>Extended capability</a:t>
            </a:r>
            <a:endParaRPr/>
          </a:p>
        </p:txBody>
      </p:sp>
      <p:sp>
        <p:nvSpPr>
          <p:cNvPr id="1033" name="Google Shape;1033;p20">
            <a:extLst xmlns:a="http://schemas.openxmlformats.org/drawingml/2006/main">
              <a:ext uri="{FF2B5EF4-FFF2-40B4-BE49-F238E27FC236}">
                <a16:creationId xmlns:a16="http://schemas.microsoft.com/office/drawing/2014/main" id="{658A6697-D6C2-4C61-972B-30469F2D06FA}"/>
              </a:ext>
            </a:extLst>
          </p:cNvPr>
          <p:cNvSpPr>
            <a:spLocks xmlns:a="http://schemas.openxmlformats.org/drawingml/2006/main" noGrp="1"/>
          </p:cNvSpPr>
          <p:nvPr/>
        </p:nvSpPr>
        <p:spPr>
          <a:xfrm xmlns:a="http://schemas.openxmlformats.org/drawingml/2006/main">
            <a:off x="10363200" y="3790950"/>
            <a:ext cx="9334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9, 14</a:t>
            </a:r>
            <a:endParaRPr/>
          </a:p>
        </p:txBody>
      </p:sp>
      <p:sp>
        <p:nvSpPr>
          <p:cNvPr id="1034" name="Google Shape;1034;p20">
            <a:extLst xmlns:a="http://schemas.openxmlformats.org/drawingml/2006/main">
              <a:ext uri="{FF2B5EF4-FFF2-40B4-BE49-F238E27FC236}">
                <a16:creationId xmlns:a16="http://schemas.microsoft.com/office/drawing/2014/main" id="{4587F04C-F36E-42F9-916F-1C74C5FF33C8}"/>
              </a:ext>
            </a:extLst>
          </p:cNvPr>
          <p:cNvSpPr>
            <a:spLocks xmlns:a="http://schemas.openxmlformats.org/drawingml/2006/main" noGrp="1"/>
          </p:cNvSpPr>
          <p:nvPr/>
        </p:nvSpPr>
        <p:spPr>
          <a:xfrm xmlns:a="http://schemas.openxmlformats.org/drawingml/2006/main">
            <a:off x="8267700" y="4162425"/>
            <a:ext cx="35242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35" name="Google Shape;1035;p20">
            <a:extLst xmlns:a="http://schemas.openxmlformats.org/drawingml/2006/main">
              <a:ext uri="{FF2B5EF4-FFF2-40B4-BE49-F238E27FC236}">
                <a16:creationId xmlns:a16="http://schemas.microsoft.com/office/drawing/2014/main" id="{DE33FEA2-6367-45DE-89F5-C1CE1D043452}"/>
              </a:ext>
            </a:extLst>
          </p:cNvPr>
          <p:cNvSpPr>
            <a:spLocks xmlns:a="http://schemas.openxmlformats.org/drawingml/2006/main" noGrp="1"/>
          </p:cNvSpPr>
          <p:nvPr/>
        </p:nvSpPr>
        <p:spPr>
          <a:xfrm xmlns:a="http://schemas.openxmlformats.org/drawingml/2006/main">
            <a:off x="8267700" y="4200525"/>
            <a:ext cx="3524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5</a:t>
            </a:r>
            <a:endParaRPr/>
          </a:p>
        </p:txBody>
      </p:sp>
      <p:sp>
        <p:nvSpPr>
          <p:cNvPr id="1036" name="Google Shape;1036;p20">
            <a:extLst xmlns:a="http://schemas.openxmlformats.org/drawingml/2006/main">
              <a:ext uri="{FF2B5EF4-FFF2-40B4-BE49-F238E27FC236}">
                <a16:creationId xmlns:a16="http://schemas.microsoft.com/office/drawing/2014/main" id="{536DF24B-A47A-40F8-BCF6-483CA4925E91}"/>
              </a:ext>
            </a:extLst>
          </p:cNvPr>
          <p:cNvSpPr>
            <a:spLocks xmlns:a="http://schemas.openxmlformats.org/drawingml/2006/main" noGrp="1"/>
          </p:cNvSpPr>
          <p:nvPr/>
        </p:nvSpPr>
        <p:spPr>
          <a:xfrm xmlns:a="http://schemas.openxmlformats.org/drawingml/2006/main">
            <a:off x="8734425" y="4143375"/>
            <a:ext cx="15906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10"/>
              <a:buFont typeface="Arial"/>
              <a:buNone/>
            </a:pPr>
            <a:r>
              <a:rPr sz="810" b="1">
                <a:solidFill>
                  <a:srgbClr val="1A1A2E"/>
                </a:solidFill>
              </a:rPr>
              <a:t>Observability connected</a:t>
            </a:r>
            <a:endParaRPr/>
          </a:p>
        </p:txBody>
      </p:sp>
      <p:sp>
        <p:nvSpPr>
          <p:cNvPr id="1037" name="Google Shape;1037;p20">
            <a:extLst xmlns:a="http://schemas.openxmlformats.org/drawingml/2006/main">
              <a:ext uri="{FF2B5EF4-FFF2-40B4-BE49-F238E27FC236}">
                <a16:creationId xmlns:a16="http://schemas.microsoft.com/office/drawing/2014/main" id="{9E694BA3-8D5E-46F6-92F8-C4815E3B2532}"/>
              </a:ext>
            </a:extLst>
          </p:cNvPr>
          <p:cNvSpPr>
            <a:spLocks xmlns:a="http://schemas.openxmlformats.org/drawingml/2006/main" noGrp="1"/>
          </p:cNvSpPr>
          <p:nvPr/>
        </p:nvSpPr>
        <p:spPr>
          <a:xfrm xmlns:a="http://schemas.openxmlformats.org/drawingml/2006/main">
            <a:off x="10363200" y="4191000"/>
            <a:ext cx="9334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12–13</a:t>
            </a:r>
            <a:endParaRPr/>
          </a:p>
        </p:txBody>
      </p:sp>
      <p:sp>
        <p:nvSpPr>
          <p:cNvPr id="1038" name="Google Shape;1038;p20">
            <a:extLst xmlns:a="http://schemas.openxmlformats.org/drawingml/2006/main">
              <a:ext uri="{FF2B5EF4-FFF2-40B4-BE49-F238E27FC236}">
                <a16:creationId xmlns:a16="http://schemas.microsoft.com/office/drawing/2014/main" id="{8C860E51-5C5E-4F83-A8CB-D342DAF01D25}"/>
              </a:ext>
            </a:extLst>
          </p:cNvPr>
          <p:cNvSpPr>
            <a:spLocks xmlns:a="http://schemas.openxmlformats.org/drawingml/2006/main" noGrp="1"/>
          </p:cNvSpPr>
          <p:nvPr/>
        </p:nvSpPr>
        <p:spPr>
          <a:xfrm xmlns:a="http://schemas.openxmlformats.org/drawingml/2006/main">
            <a:off x="8267700" y="4562475"/>
            <a:ext cx="35242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39" name="Google Shape;1039;p20">
            <a:extLst xmlns:a="http://schemas.openxmlformats.org/drawingml/2006/main">
              <a:ext uri="{FF2B5EF4-FFF2-40B4-BE49-F238E27FC236}">
                <a16:creationId xmlns:a16="http://schemas.microsoft.com/office/drawing/2014/main" id="{C4A8E3C4-9F4B-46EF-82DB-BAB0A94C081A}"/>
              </a:ext>
            </a:extLst>
          </p:cNvPr>
          <p:cNvSpPr>
            <a:spLocks xmlns:a="http://schemas.openxmlformats.org/drawingml/2006/main" noGrp="1"/>
          </p:cNvSpPr>
          <p:nvPr/>
        </p:nvSpPr>
        <p:spPr>
          <a:xfrm xmlns:a="http://schemas.openxmlformats.org/drawingml/2006/main">
            <a:off x="8267700" y="4600575"/>
            <a:ext cx="3524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5</a:t>
            </a:r>
            <a:endParaRPr/>
          </a:p>
        </p:txBody>
      </p:sp>
      <p:sp>
        <p:nvSpPr>
          <p:cNvPr id="1040" name="Google Shape;1040;p20">
            <a:extLst xmlns:a="http://schemas.openxmlformats.org/drawingml/2006/main">
              <a:ext uri="{FF2B5EF4-FFF2-40B4-BE49-F238E27FC236}">
                <a16:creationId xmlns:a16="http://schemas.microsoft.com/office/drawing/2014/main" id="{AA5ED78B-F533-4581-9ACC-C1965E7D07F8}"/>
              </a:ext>
            </a:extLst>
          </p:cNvPr>
          <p:cNvSpPr>
            <a:spLocks xmlns:a="http://schemas.openxmlformats.org/drawingml/2006/main" noGrp="1"/>
          </p:cNvSpPr>
          <p:nvPr/>
        </p:nvSpPr>
        <p:spPr>
          <a:xfrm xmlns:a="http://schemas.openxmlformats.org/drawingml/2006/main">
            <a:off x="8734425" y="4543425"/>
            <a:ext cx="15906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10"/>
              <a:buFont typeface="Arial"/>
              <a:buNone/>
            </a:pPr>
            <a:r>
              <a:rPr sz="810" b="1">
                <a:solidFill>
                  <a:srgbClr val="1A1A2E"/>
                </a:solidFill>
              </a:rPr>
              <a:t>Baseline dataset tested</a:t>
            </a:r>
            <a:endParaRPr/>
          </a:p>
        </p:txBody>
      </p:sp>
      <p:sp>
        <p:nvSpPr>
          <p:cNvPr id="1041" name="Google Shape;1041;p20">
            <a:extLst xmlns:a="http://schemas.openxmlformats.org/drawingml/2006/main">
              <a:ext uri="{FF2B5EF4-FFF2-40B4-BE49-F238E27FC236}">
                <a16:creationId xmlns:a16="http://schemas.microsoft.com/office/drawing/2014/main" id="{E20A1AE7-26C5-4035-8FC0-C283D5F2AC8B}"/>
              </a:ext>
            </a:extLst>
          </p:cNvPr>
          <p:cNvSpPr>
            <a:spLocks xmlns:a="http://schemas.openxmlformats.org/drawingml/2006/main" noGrp="1"/>
          </p:cNvSpPr>
          <p:nvPr/>
        </p:nvSpPr>
        <p:spPr>
          <a:xfrm xmlns:a="http://schemas.openxmlformats.org/drawingml/2006/main">
            <a:off x="10363200" y="4591050"/>
            <a:ext cx="9334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11</a:t>
            </a:r>
            <a:endParaRPr/>
          </a:p>
        </p:txBody>
      </p:sp>
      <p:sp>
        <p:nvSpPr>
          <p:cNvPr id="1042" name="Google Shape;1042;p20">
            <a:extLst xmlns:a="http://schemas.openxmlformats.org/drawingml/2006/main">
              <a:ext uri="{FF2B5EF4-FFF2-40B4-BE49-F238E27FC236}">
                <a16:creationId xmlns:a16="http://schemas.microsoft.com/office/drawing/2014/main" id="{CB837C3C-D80E-4760-96E1-9DEA92DF4418}"/>
              </a:ext>
            </a:extLst>
          </p:cNvPr>
          <p:cNvSpPr>
            <a:spLocks xmlns:a="http://schemas.openxmlformats.org/drawingml/2006/main" noGrp="1"/>
          </p:cNvSpPr>
          <p:nvPr/>
        </p:nvSpPr>
        <p:spPr>
          <a:xfrm xmlns:a="http://schemas.openxmlformats.org/drawingml/2006/main">
            <a:off x="8267700" y="4962525"/>
            <a:ext cx="35242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3" name="Google Shape;1043;p20">
            <a:extLst xmlns:a="http://schemas.openxmlformats.org/drawingml/2006/main">
              <a:ext uri="{FF2B5EF4-FFF2-40B4-BE49-F238E27FC236}">
                <a16:creationId xmlns:a16="http://schemas.microsoft.com/office/drawing/2014/main" id="{A6F35F00-F881-48A0-A9C6-4AB92D98DF93}"/>
              </a:ext>
            </a:extLst>
          </p:cNvPr>
          <p:cNvSpPr>
            <a:spLocks xmlns:a="http://schemas.openxmlformats.org/drawingml/2006/main" noGrp="1"/>
          </p:cNvSpPr>
          <p:nvPr/>
        </p:nvSpPr>
        <p:spPr>
          <a:xfrm xmlns:a="http://schemas.openxmlformats.org/drawingml/2006/main">
            <a:off x="8267700" y="5000625"/>
            <a:ext cx="3524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5</a:t>
            </a:r>
            <a:endParaRPr/>
          </a:p>
        </p:txBody>
      </p:sp>
      <p:sp>
        <p:nvSpPr>
          <p:cNvPr id="1044" name="Google Shape;1044;p20">
            <a:extLst xmlns:a="http://schemas.openxmlformats.org/drawingml/2006/main">
              <a:ext uri="{FF2B5EF4-FFF2-40B4-BE49-F238E27FC236}">
                <a16:creationId xmlns:a16="http://schemas.microsoft.com/office/drawing/2014/main" id="{22660E2B-C1F7-4BE0-9584-F9AEC2878935}"/>
              </a:ext>
            </a:extLst>
          </p:cNvPr>
          <p:cNvSpPr>
            <a:spLocks xmlns:a="http://schemas.openxmlformats.org/drawingml/2006/main" noGrp="1"/>
          </p:cNvSpPr>
          <p:nvPr/>
        </p:nvSpPr>
        <p:spPr>
          <a:xfrm xmlns:a="http://schemas.openxmlformats.org/drawingml/2006/main">
            <a:off x="8734425" y="4943475"/>
            <a:ext cx="15906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10"/>
              <a:buFont typeface="Arial"/>
              <a:buNone/>
            </a:pPr>
            <a:r>
              <a:rPr sz="810" b="1">
                <a:solidFill>
                  <a:srgbClr val="1A1A2E"/>
                </a:solidFill>
              </a:rPr>
              <a:t>Cost and evaluation strategy</a:t>
            </a:r>
            <a:endParaRPr/>
          </a:p>
        </p:txBody>
      </p:sp>
      <p:sp>
        <p:nvSpPr>
          <p:cNvPr id="1045" name="Google Shape;1045;p20">
            <a:extLst xmlns:a="http://schemas.openxmlformats.org/drawingml/2006/main">
              <a:ext uri="{FF2B5EF4-FFF2-40B4-BE49-F238E27FC236}">
                <a16:creationId xmlns:a16="http://schemas.microsoft.com/office/drawing/2014/main" id="{2ECFB022-926A-4092-9FE2-E05DE579EC54}"/>
              </a:ext>
            </a:extLst>
          </p:cNvPr>
          <p:cNvSpPr>
            <a:spLocks xmlns:a="http://schemas.openxmlformats.org/drawingml/2006/main" noGrp="1"/>
          </p:cNvSpPr>
          <p:nvPr/>
        </p:nvSpPr>
        <p:spPr>
          <a:xfrm xmlns:a="http://schemas.openxmlformats.org/drawingml/2006/main">
            <a:off x="10363200" y="4991100"/>
            <a:ext cx="9334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12,15</a:t>
            </a:r>
            <a:endParaRPr/>
          </a:p>
        </p:txBody>
      </p:sp>
      <p:sp>
        <p:nvSpPr>
          <p:cNvPr id="1046" name="Google Shape;1046;p20">
            <a:extLst xmlns:a="http://schemas.openxmlformats.org/drawingml/2006/main">
              <a:ext uri="{FF2B5EF4-FFF2-40B4-BE49-F238E27FC236}">
                <a16:creationId xmlns:a16="http://schemas.microsoft.com/office/drawing/2014/main" id="{472B0283-9355-45B0-838D-C04E90C031AC}"/>
              </a:ext>
            </a:extLst>
          </p:cNvPr>
          <p:cNvSpPr>
            <a:spLocks xmlns:a="http://schemas.openxmlformats.org/drawingml/2006/main" noGrp="1"/>
          </p:cNvSpPr>
          <p:nvPr/>
        </p:nvSpPr>
        <p:spPr>
          <a:xfrm xmlns:a="http://schemas.openxmlformats.org/drawingml/2006/main">
            <a:off x="8267700" y="5400675"/>
            <a:ext cx="3048000"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7" name="Google Shape;1047;p20">
            <a:extLst xmlns:a="http://schemas.openxmlformats.org/drawingml/2006/main">
              <a:ext uri="{FF2B5EF4-FFF2-40B4-BE49-F238E27FC236}">
                <a16:creationId xmlns:a16="http://schemas.microsoft.com/office/drawing/2014/main" id="{0A886ACD-B33E-4E49-A804-53BD0D73E10A}"/>
              </a:ext>
            </a:extLst>
          </p:cNvPr>
          <p:cNvSpPr>
            <a:spLocks xmlns:a="http://schemas.openxmlformats.org/drawingml/2006/main" noGrp="1"/>
          </p:cNvSpPr>
          <p:nvPr/>
        </p:nvSpPr>
        <p:spPr>
          <a:xfrm xmlns:a="http://schemas.openxmlformats.org/drawingml/2006/main">
            <a:off x="8267700" y="5419725"/>
            <a:ext cx="3048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63"/>
              <a:buFont typeface="Arial"/>
              <a:buNone/>
            </a:pPr>
            <a:r>
              <a:rPr sz="863" b="1">
                <a:solidFill>
                  <a:srgbClr val="2F6F57"/>
                </a:solidFill>
              </a:rPr>
              <a:t>45 / 45 points represented</a:t>
            </a:r>
            <a:endParaRPr/>
          </a:p>
        </p:txBody>
      </p:sp>
      <p:sp>
        <p:nvSpPr>
          <p:cNvPr id="1048" name="Google Shape;1048;p20">
            <a:extLst xmlns:a="http://schemas.openxmlformats.org/drawingml/2006/main">
              <a:ext uri="{FF2B5EF4-FFF2-40B4-BE49-F238E27FC236}">
                <a16:creationId xmlns:a16="http://schemas.microsoft.com/office/drawing/2014/main" id="{1641F0BA-D315-4E65-87FA-8891FEA923CB}"/>
              </a:ext>
            </a:extLst>
          </p:cNvPr>
          <p:cNvSpPr>
            <a:spLocks xmlns:a="http://schemas.openxmlformats.org/drawingml/2006/main" noGrp="1"/>
          </p:cNvSpPr>
          <p:nvPr/>
        </p:nvSpPr>
        <p:spPr>
          <a:xfrm xmlns:a="http://schemas.openxmlformats.org/drawingml/2006/main">
            <a:off x="619125" y="5838825"/>
            <a:ext cx="10953750" cy="266700"/>
          </a:xfrm>
          <a:prstGeom xmlns:a="http://schemas.openxmlformats.org/drawingml/2006/main" prst="roundRect">
            <a:avLst>
              <a:gd name="adj" fmla="val 28571"/>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9" name="Google Shape;1049;p20">
            <a:extLst xmlns:a="http://schemas.openxmlformats.org/drawingml/2006/main">
              <a:ext uri="{FF2B5EF4-FFF2-40B4-BE49-F238E27FC236}">
                <a16:creationId xmlns:a16="http://schemas.microsoft.com/office/drawing/2014/main" id="{6C01BA63-E997-4008-86CE-2C984B17D81F}"/>
              </a:ext>
            </a:extLst>
          </p:cNvPr>
          <p:cNvSpPr>
            <a:spLocks xmlns:a="http://schemas.openxmlformats.org/drawingml/2006/main" noGrp="1"/>
          </p:cNvSpPr>
          <p:nvPr/>
        </p:nvSpPr>
        <p:spPr>
          <a:xfrm xmlns:a="http://schemas.openxmlformats.org/drawingml/2006/main">
            <a:off x="809625" y="5886450"/>
            <a:ext cx="1524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788"/>
              <a:buFont typeface="Arial"/>
              <a:buNone/>
            </a:pPr>
            <a:r>
              <a:rPr sz="788" b="1">
                <a:solidFill>
                  <a:srgbClr val="B85042"/>
                </a:solidFill>
              </a:rPr>
              <a:t>TOTAL COVERAGE</a:t>
            </a:r>
            <a:endParaRPr/>
          </a:p>
        </p:txBody>
      </p:sp>
      <p:sp>
        <p:nvSpPr>
          <p:cNvPr id="1050" name="Google Shape;1050;p20">
            <a:extLst xmlns:a="http://schemas.openxmlformats.org/drawingml/2006/main">
              <a:ext uri="{FF2B5EF4-FFF2-40B4-BE49-F238E27FC236}">
                <a16:creationId xmlns:a16="http://schemas.microsoft.com/office/drawing/2014/main" id="{30E38801-B03C-4D1F-ADD7-5B10C7FD0540}"/>
              </a:ext>
            </a:extLst>
          </p:cNvPr>
          <p:cNvSpPr>
            <a:spLocks xmlns:a="http://schemas.openxmlformats.org/drawingml/2006/main" noGrp="1"/>
          </p:cNvSpPr>
          <p:nvPr/>
        </p:nvSpPr>
        <p:spPr>
          <a:xfrm xmlns:a="http://schemas.openxmlformats.org/drawingml/2006/main">
            <a:off x="4972050" y="5876925"/>
            <a:ext cx="23812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13"/>
              <a:buFont typeface="Arial"/>
              <a:buNone/>
            </a:pPr>
            <a:r>
              <a:rPr sz="1013" b="1">
                <a:solidFill>
                  <a:srgbClr val="1A1A2E"/>
                </a:solidFill>
              </a:rPr>
              <a:t>80 / 80 points mapped</a:t>
            </a:r>
            <a:endParaRPr/>
          </a:p>
        </p:txBody>
      </p:sp>
      <p:sp>
        <p:nvSpPr>
          <p:cNvPr id="1051" name="Google Shape;1051;p20">
            <a:extLst xmlns:a="http://schemas.openxmlformats.org/drawingml/2006/main">
              <a:ext uri="{FF2B5EF4-FFF2-40B4-BE49-F238E27FC236}">
                <a16:creationId xmlns:a16="http://schemas.microsoft.com/office/drawing/2014/main" id="{C1A10F17-8D41-4B6E-8C08-4BD587C2622A}"/>
              </a:ext>
            </a:extLst>
          </p:cNvPr>
          <p:cNvSpPr>
            <a:spLocks xmlns:a="http://schemas.openxmlformats.org/drawingml/2006/main" noGrp="1"/>
          </p:cNvSpPr>
          <p:nvPr/>
        </p:nvSpPr>
        <p:spPr>
          <a:xfrm xmlns:a="http://schemas.openxmlformats.org/drawingml/2006/main">
            <a:off x="7924800" y="5876925"/>
            <a:ext cx="3333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63"/>
              <a:buFont typeface="Arial"/>
              <a:buNone/>
            </a:pPr>
            <a:r>
              <a:rPr sz="863" b="1">
                <a:solidFill>
                  <a:srgbClr val="2F6F57"/>
                </a:solidFill>
              </a:rPr>
              <a:t>Written evidence + deck + runtime receipts</a:t>
            </a:r>
            <a:endParaRPr/>
          </a:p>
        </p:txBody>
      </p:sp>
      <p:sp>
        <p:nvSpPr>
          <p:cNvPr id="1052" name="Google Shape;1052;p20">
            <a:extLst xmlns:a="http://schemas.openxmlformats.org/drawingml/2006/main">
              <a:ext uri="{FF2B5EF4-FFF2-40B4-BE49-F238E27FC236}">
                <a16:creationId xmlns:a16="http://schemas.microsoft.com/office/drawing/2014/main" id="{D77144DF-6DCA-4A66-BFEC-8CDBE0327B6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53" name="Google Shape;1053;p20">
            <a:extLst xmlns:a="http://schemas.openxmlformats.org/drawingml/2006/main">
              <a:ext uri="{FF2B5EF4-FFF2-40B4-BE49-F238E27FC236}">
                <a16:creationId xmlns:a16="http://schemas.microsoft.com/office/drawing/2014/main" id="{863B130A-8031-470E-99F1-B3D9A5B0351D}"/>
              </a:ext>
            </a:extLst>
          </p:cNvPr>
          <p:cNvSpPr>
            <a:spLocks xmlns:a="http://schemas.openxmlformats.org/drawingml/2006/main" noGrp="1"/>
          </p:cNvSpPr>
          <p:nvPr/>
        </p:nvSpPr>
        <p:spPr>
          <a:xfrm xmlns:a="http://schemas.openxmlformats.org/drawingml/2006/main">
            <a:off x="781050" y="6381750"/>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A1</a:t>
            </a:r>
            <a:endParaRPr/>
          </a:p>
        </p:txBody>
      </p:sp>
      <p:sp>
        <p:nvSpPr>
          <p:cNvPr id="1054" name="Google Shape;1054;p20">
            <a:extLst xmlns:a="http://schemas.openxmlformats.org/drawingml/2006/main">
              <a:ext uri="{FF2B5EF4-FFF2-40B4-BE49-F238E27FC236}">
                <a16:creationId xmlns:a16="http://schemas.microsoft.com/office/drawing/2014/main" id="{A9CC5508-AF3D-4FFE-AED1-A6244853772B}"/>
              </a:ext>
            </a:extLst>
          </p:cNvPr>
          <p:cNvSpPr>
            <a:spLocks xmlns:a="http://schemas.openxmlformats.org/drawingml/2006/main" noGrp="1"/>
          </p:cNvSpPr>
          <p:nvPr/>
        </p:nvSpPr>
        <p:spPr>
          <a:xfrm xmlns:a="http://schemas.openxmlformats.org/drawingml/2006/main">
            <a:off x="2705100" y="6343650"/>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00"/>
              <a:buFont typeface="Arial"/>
              <a:buNone/>
            </a:pPr>
            <a:r>
              <a:rPr sz="1200" b="1">
                <a:solidFill>
                  <a:srgbClr val="FFFFFF"/>
                </a:solidFill>
              </a:rPr>
              <a:t>No rubric claim stands alone: each resolves to a written artifact, a slide, and supporting evidence.</a:t>
            </a:r>
            <a:endParaRPr/>
          </a:p>
        </p:txBody>
      </p:sp>
    </p:spTree>
    <p:extLst>
      <p:ext uri="{BB962C8B-B14F-4D97-AF65-F5344CB8AC3E}">
        <p14:creationId xmlns:p14="http://schemas.microsoft.com/office/powerpoint/2010/main" val="673278716"/>
      </p:ext>
    </p:extLst>
  </p:cSld>
</p:sld>
</file>

<file path=ppt/slides/slide21.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060" name="Google Shape;1060;p21">
            <a:extLst xmlns:a="http://schemas.openxmlformats.org/drawingml/2006/main">
              <a:ext uri="{FF2B5EF4-FFF2-40B4-BE49-F238E27FC236}">
                <a16:creationId xmlns:a16="http://schemas.microsoft.com/office/drawing/2014/main" id="{9AE96F73-E69D-4F4D-B730-07FACB2945A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61" name="Google Shape;1061;p21">
            <a:extLst xmlns:a="http://schemas.openxmlformats.org/drawingml/2006/main">
              <a:ext uri="{FF2B5EF4-FFF2-40B4-BE49-F238E27FC236}">
                <a16:creationId xmlns:a16="http://schemas.microsoft.com/office/drawing/2014/main" id="{610C4B25-8F9A-4B84-B9CB-36B05A8752B1}"/>
              </a:ext>
            </a:extLst>
          </p:cNvPr>
          <p:cNvSpPr>
            <a:spLocks xmlns:a="http://schemas.openxmlformats.org/drawingml/2006/main" noGrp="1"/>
          </p:cNvSpPr>
          <p:nvPr/>
        </p:nvSpPr>
        <p:spPr>
          <a:xfrm xmlns:a="http://schemas.openxmlformats.org/drawingml/2006/main">
            <a:off x="514350" y="685800"/>
            <a:ext cx="66675" cy="8001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62" name="Google Shape;1062;p21">
            <a:extLst xmlns:a="http://schemas.openxmlformats.org/drawingml/2006/main">
              <a:ext uri="{FF2B5EF4-FFF2-40B4-BE49-F238E27FC236}">
                <a16:creationId xmlns:a16="http://schemas.microsoft.com/office/drawing/2014/main" id="{F4BD2CDB-D5A4-4866-BF12-E4A3DF65FBC2}"/>
              </a:ext>
            </a:extLst>
          </p:cNvPr>
          <p:cNvSpPr>
            <a:spLocks xmlns:a="http://schemas.openxmlformats.org/drawingml/2006/main" noGrp="1"/>
          </p:cNvSpPr>
          <p:nvPr/>
        </p:nvSpPr>
        <p:spPr>
          <a:xfrm xmlns:a="http://schemas.openxmlformats.org/drawingml/2006/main">
            <a:off x="781050" y="495300"/>
            <a:ext cx="6667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A2  ·  COMPLETE WORKFLOW INVENTORY</a:t>
            </a:r>
            <a:endParaRPr/>
          </a:p>
        </p:txBody>
      </p:sp>
      <p:sp>
        <p:nvSpPr>
          <p:cNvPr id="1063" name="Google Shape;1063;p21">
            <a:extLst xmlns:a="http://schemas.openxmlformats.org/drawingml/2006/main">
              <a:ext uri="{FF2B5EF4-FFF2-40B4-BE49-F238E27FC236}">
                <a16:creationId xmlns:a16="http://schemas.microsoft.com/office/drawing/2014/main" id="{F9740763-F860-4055-BC7F-ED173905404F}"/>
              </a:ext>
            </a:extLst>
          </p:cNvPr>
          <p:cNvSpPr>
            <a:spLocks xmlns:a="http://schemas.openxmlformats.org/drawingml/2006/main" noGrp="1"/>
          </p:cNvSpPr>
          <p:nvPr/>
        </p:nvSpPr>
        <p:spPr>
          <a:xfrm xmlns:a="http://schemas.openxmlformats.org/drawingml/2006/main">
            <a:off x="781050" y="828675"/>
            <a:ext cx="106299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Nine versioned workflows form the v0.3.8 candidate set</a:t>
            </a:r>
            <a:endParaRPr/>
          </a:p>
        </p:txBody>
      </p:sp>
      <p:sp>
        <p:nvSpPr>
          <p:cNvPr id="1064" name="Google Shape;1064;p21">
            <a:extLst xmlns:a="http://schemas.openxmlformats.org/drawingml/2006/main">
              <a:ext uri="{FF2B5EF4-FFF2-40B4-BE49-F238E27FC236}">
                <a16:creationId xmlns:a16="http://schemas.microsoft.com/office/drawing/2014/main" id="{4E033ACE-BA9F-479F-8BE7-8991EA70DCE4}"/>
              </a:ext>
            </a:extLst>
          </p:cNvPr>
          <p:cNvSpPr>
            <a:spLocks xmlns:a="http://schemas.openxmlformats.org/drawingml/2006/main" noGrp="1"/>
          </p:cNvSpPr>
          <p:nvPr/>
        </p:nvSpPr>
        <p:spPr>
          <a:xfrm xmlns:a="http://schemas.openxmlformats.org/drawingml/2006/main">
            <a:off x="781050" y="1438275"/>
            <a:ext cx="106299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38"/>
              <a:buFont typeface="Arial"/>
              <a:buNone/>
            </a:pPr>
            <a:r>
              <a:rPr sz="1238">
                <a:solidFill>
                  <a:srgbClr val="666B70"/>
                </a:solidFill>
              </a:rPr>
              <a:t>The accepted parent uses a minimal-change hybrid call graph while the complete candidate copy remains exportable and auditable.</a:t>
            </a:r>
            <a:endParaRPr/>
          </a:p>
        </p:txBody>
      </p:sp>
      <p:sp>
        <p:nvSpPr>
          <p:cNvPr id="1065" name="Google Shape;1065;p21">
            <a:extLst xmlns:a="http://schemas.openxmlformats.org/drawingml/2006/main">
              <a:ext uri="{FF2B5EF4-FFF2-40B4-BE49-F238E27FC236}">
                <a16:creationId xmlns:a16="http://schemas.microsoft.com/office/drawing/2014/main" id="{E7A65A4A-F437-43A7-83BE-D4AE9DEAD65D}"/>
              </a:ext>
            </a:extLst>
          </p:cNvPr>
          <p:cNvSpPr>
            <a:spLocks xmlns:a="http://schemas.openxmlformats.org/drawingml/2006/main" noGrp="1"/>
          </p:cNvSpPr>
          <p:nvPr/>
        </p:nvSpPr>
        <p:spPr>
          <a:xfrm xmlns:a="http://schemas.openxmlformats.org/drawingml/2006/main">
            <a:off x="619125" y="1943100"/>
            <a:ext cx="7362825" cy="4029075"/>
          </a:xfrm>
          <a:prstGeom xmlns:a="http://schemas.openxmlformats.org/drawingml/2006/main" prst="roundRect">
            <a:avLst>
              <a:gd name="adj" fmla="val 189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66" name="Google Shape;1066;p21">
            <a:extLst xmlns:a="http://schemas.openxmlformats.org/drawingml/2006/main">
              <a:ext uri="{FF2B5EF4-FFF2-40B4-BE49-F238E27FC236}">
                <a16:creationId xmlns:a16="http://schemas.microsoft.com/office/drawing/2014/main" id="{8D578708-2153-4B6B-B246-B946FCC47B83}"/>
              </a:ext>
            </a:extLst>
          </p:cNvPr>
          <p:cNvSpPr>
            <a:spLocks xmlns:a="http://schemas.openxmlformats.org/drawingml/2006/main" noGrp="1"/>
          </p:cNvSpPr>
          <p:nvPr/>
        </p:nvSpPr>
        <p:spPr>
          <a:xfrm xmlns:a="http://schemas.openxmlformats.org/drawingml/2006/main">
            <a:off x="619125" y="1943100"/>
            <a:ext cx="7362825" cy="419100"/>
          </a:xfrm>
          <a:prstGeom xmlns:a="http://schemas.openxmlformats.org/drawingml/2006/main" prst="roundRect">
            <a:avLst>
              <a:gd name="adj" fmla="val 18182"/>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67" name="Google Shape;1067;p21">
            <a:extLst xmlns:a="http://schemas.openxmlformats.org/drawingml/2006/main">
              <a:ext uri="{FF2B5EF4-FFF2-40B4-BE49-F238E27FC236}">
                <a16:creationId xmlns:a16="http://schemas.microsoft.com/office/drawing/2014/main" id="{474A7938-62AA-4941-AE34-61E0DA1AF78F}"/>
              </a:ext>
            </a:extLst>
          </p:cNvPr>
          <p:cNvSpPr>
            <a:spLocks xmlns:a="http://schemas.openxmlformats.org/drawingml/2006/main" noGrp="1"/>
          </p:cNvSpPr>
          <p:nvPr/>
        </p:nvSpPr>
        <p:spPr>
          <a:xfrm xmlns:a="http://schemas.openxmlformats.org/drawingml/2006/main">
            <a:off x="742950" y="2047875"/>
            <a:ext cx="285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8"/>
              <a:buFont typeface="Arial"/>
              <a:buNone/>
            </a:pPr>
            <a:r>
              <a:rPr sz="788" b="1">
                <a:solidFill>
                  <a:srgbClr val="FFFFFF"/>
                </a:solidFill>
              </a:rPr>
              <a:t>#</a:t>
            </a:r>
            <a:endParaRPr/>
          </a:p>
        </p:txBody>
      </p:sp>
      <p:sp>
        <p:nvSpPr>
          <p:cNvPr id="1068" name="Google Shape;1068;p21">
            <a:extLst xmlns:a="http://schemas.openxmlformats.org/drawingml/2006/main">
              <a:ext uri="{FF2B5EF4-FFF2-40B4-BE49-F238E27FC236}">
                <a16:creationId xmlns:a16="http://schemas.microsoft.com/office/drawing/2014/main" id="{F775DB47-FEA8-4BF5-A9AD-49974749A2A4}"/>
              </a:ext>
            </a:extLst>
          </p:cNvPr>
          <p:cNvSpPr>
            <a:spLocks xmlns:a="http://schemas.openxmlformats.org/drawingml/2006/main" noGrp="1"/>
          </p:cNvSpPr>
          <p:nvPr/>
        </p:nvSpPr>
        <p:spPr>
          <a:xfrm xmlns:a="http://schemas.openxmlformats.org/drawingml/2006/main">
            <a:off x="1123950" y="2047875"/>
            <a:ext cx="3429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8"/>
              <a:buFont typeface="Arial"/>
              <a:buNone/>
            </a:pPr>
            <a:r>
              <a:rPr sz="788" b="1">
                <a:solidFill>
                  <a:srgbClr val="FFFFFF"/>
                </a:solidFill>
              </a:rPr>
              <a:t>v0.3.8 CANDIDATE WORKFLOW</a:t>
            </a:r>
            <a:endParaRPr/>
          </a:p>
        </p:txBody>
      </p:sp>
      <p:sp>
        <p:nvSpPr>
          <p:cNvPr id="1069" name="Google Shape;1069;p21">
            <a:extLst xmlns:a="http://schemas.openxmlformats.org/drawingml/2006/main">
              <a:ext uri="{FF2B5EF4-FFF2-40B4-BE49-F238E27FC236}">
                <a16:creationId xmlns:a16="http://schemas.microsoft.com/office/drawing/2014/main" id="{BDD2694C-BB1C-486E-9778-9BD9F4E06591}"/>
              </a:ext>
            </a:extLst>
          </p:cNvPr>
          <p:cNvSpPr>
            <a:spLocks xmlns:a="http://schemas.openxmlformats.org/drawingml/2006/main" noGrp="1"/>
          </p:cNvSpPr>
          <p:nvPr/>
        </p:nvSpPr>
        <p:spPr>
          <a:xfrm xmlns:a="http://schemas.openxmlformats.org/drawingml/2006/main">
            <a:off x="4657725" y="2047875"/>
            <a:ext cx="1762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8"/>
              <a:buFont typeface="Arial"/>
              <a:buNone/>
            </a:pPr>
            <a:r>
              <a:rPr sz="788" b="1">
                <a:solidFill>
                  <a:srgbClr val="FFFFFF"/>
                </a:solidFill>
              </a:rPr>
              <a:t>LIVE n8n ID</a:t>
            </a:r>
            <a:endParaRPr/>
          </a:p>
        </p:txBody>
      </p:sp>
      <p:sp>
        <p:nvSpPr>
          <p:cNvPr id="1070" name="Google Shape;1070;p21">
            <a:extLst xmlns:a="http://schemas.openxmlformats.org/drawingml/2006/main">
              <a:ext uri="{FF2B5EF4-FFF2-40B4-BE49-F238E27FC236}">
                <a16:creationId xmlns:a16="http://schemas.microsoft.com/office/drawing/2014/main" id="{EED0C6BE-AEC2-4410-898A-75B233170727}"/>
              </a:ext>
            </a:extLst>
          </p:cNvPr>
          <p:cNvSpPr>
            <a:spLocks xmlns:a="http://schemas.openxmlformats.org/drawingml/2006/main" noGrp="1"/>
          </p:cNvSpPr>
          <p:nvPr/>
        </p:nvSpPr>
        <p:spPr>
          <a:xfrm xmlns:a="http://schemas.openxmlformats.org/drawingml/2006/main">
            <a:off x="6496050" y="2047875"/>
            <a:ext cx="13049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8"/>
              <a:buFont typeface="Arial"/>
              <a:buNone/>
            </a:pPr>
            <a:r>
              <a:rPr sz="788" b="1">
                <a:solidFill>
                  <a:srgbClr val="FFFFFF"/>
                </a:solidFill>
              </a:rPr>
              <a:t>DISPOSITION</a:t>
            </a:r>
            <a:endParaRPr/>
          </a:p>
        </p:txBody>
      </p:sp>
      <p:sp>
        <p:nvSpPr>
          <p:cNvPr id="1071" name="Google Shape;1071;p21">
            <a:extLst xmlns:a="http://schemas.openxmlformats.org/drawingml/2006/main">
              <a:ext uri="{FF2B5EF4-FFF2-40B4-BE49-F238E27FC236}">
                <a16:creationId xmlns:a16="http://schemas.microsoft.com/office/drawing/2014/main" id="{639EE0FA-4E57-4C16-8312-03ACB7BE580A}"/>
              </a:ext>
            </a:extLst>
          </p:cNvPr>
          <p:cNvSpPr>
            <a:spLocks xmlns:a="http://schemas.openxmlformats.org/drawingml/2006/main" noGrp="1"/>
          </p:cNvSpPr>
          <p:nvPr/>
        </p:nvSpPr>
        <p:spPr>
          <a:xfrm xmlns:a="http://schemas.openxmlformats.org/drawingml/2006/main">
            <a:off x="619125" y="2362200"/>
            <a:ext cx="7362825"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72" name="Google Shape;1072;p21">
            <a:extLst xmlns:a="http://schemas.openxmlformats.org/drawingml/2006/main">
              <a:ext uri="{FF2B5EF4-FFF2-40B4-BE49-F238E27FC236}">
                <a16:creationId xmlns:a16="http://schemas.microsoft.com/office/drawing/2014/main" id="{A465435B-B90B-456B-8A0B-DB7A80F4875F}"/>
              </a:ext>
            </a:extLst>
          </p:cNvPr>
          <p:cNvSpPr>
            <a:spLocks xmlns:a="http://schemas.openxmlformats.org/drawingml/2006/main" noGrp="1"/>
          </p:cNvSpPr>
          <p:nvPr/>
        </p:nvSpPr>
        <p:spPr>
          <a:xfrm xmlns:a="http://schemas.openxmlformats.org/drawingml/2006/main">
            <a:off x="619125" y="2362200"/>
            <a:ext cx="57150" cy="40005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73" name="Google Shape;1073;p21">
            <a:extLst xmlns:a="http://schemas.openxmlformats.org/drawingml/2006/main">
              <a:ext uri="{FF2B5EF4-FFF2-40B4-BE49-F238E27FC236}">
                <a16:creationId xmlns:a16="http://schemas.microsoft.com/office/drawing/2014/main" id="{F9BD2A7C-4AF7-43C8-A0D1-E03600D80656}"/>
              </a:ext>
            </a:extLst>
          </p:cNvPr>
          <p:cNvSpPr>
            <a:spLocks xmlns:a="http://schemas.openxmlformats.org/drawingml/2006/main" noGrp="1"/>
          </p:cNvSpPr>
          <p:nvPr/>
        </p:nvSpPr>
        <p:spPr>
          <a:xfrm xmlns:a="http://schemas.openxmlformats.org/drawingml/2006/main">
            <a:off x="723900" y="2438400"/>
            <a:ext cx="361950" cy="247650"/>
          </a:xfrm>
          <a:prstGeom xmlns:a="http://schemas.openxmlformats.org/drawingml/2006/main" prst="roundRect">
            <a:avLst>
              <a:gd name="adj" fmla="val 30769"/>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74" name="Google Shape;1074;p21">
            <a:extLst xmlns:a="http://schemas.openxmlformats.org/drawingml/2006/main">
              <a:ext uri="{FF2B5EF4-FFF2-40B4-BE49-F238E27FC236}">
                <a16:creationId xmlns:a16="http://schemas.microsoft.com/office/drawing/2014/main" id="{58E2D8A1-4945-4E8A-9ABC-3C64BB854447}"/>
              </a:ext>
            </a:extLst>
          </p:cNvPr>
          <p:cNvSpPr>
            <a:spLocks xmlns:a="http://schemas.openxmlformats.org/drawingml/2006/main" noGrp="1"/>
          </p:cNvSpPr>
          <p:nvPr/>
        </p:nvSpPr>
        <p:spPr>
          <a:xfrm xmlns:a="http://schemas.openxmlformats.org/drawingml/2006/main">
            <a:off x="723900" y="246697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675"/>
              <a:buFont typeface="Arial"/>
              <a:buNone/>
            </a:pPr>
            <a:r>
              <a:rPr sz="675" b="1">
                <a:solidFill>
                  <a:srgbClr val="B85042"/>
                </a:solidFill>
              </a:rPr>
              <a:t>00</a:t>
            </a:r>
            <a:endParaRPr/>
          </a:p>
        </p:txBody>
      </p:sp>
      <p:sp>
        <p:nvSpPr>
          <p:cNvPr id="1075" name="Google Shape;1075;p21">
            <a:extLst xmlns:a="http://schemas.openxmlformats.org/drawingml/2006/main">
              <a:ext uri="{FF2B5EF4-FFF2-40B4-BE49-F238E27FC236}">
                <a16:creationId xmlns:a16="http://schemas.microsoft.com/office/drawing/2014/main" id="{D57FC774-FA94-4CD9-B38A-040CA5FAF5DC}"/>
              </a:ext>
            </a:extLst>
          </p:cNvPr>
          <p:cNvSpPr>
            <a:spLocks xmlns:a="http://schemas.openxmlformats.org/drawingml/2006/main" noGrp="1"/>
          </p:cNvSpPr>
          <p:nvPr/>
        </p:nvSpPr>
        <p:spPr>
          <a:xfrm xmlns:a="http://schemas.openxmlformats.org/drawingml/2006/main">
            <a:off x="1181100" y="242887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Main Orchestrator — v0.3.8 Candidate</a:t>
            </a:r>
            <a:endParaRPr/>
          </a:p>
        </p:txBody>
      </p:sp>
      <p:sp>
        <p:nvSpPr>
          <p:cNvPr id="1076" name="Google Shape;1076;p21">
            <a:extLst xmlns:a="http://schemas.openxmlformats.org/drawingml/2006/main">
              <a:ext uri="{FF2B5EF4-FFF2-40B4-BE49-F238E27FC236}">
                <a16:creationId xmlns:a16="http://schemas.microsoft.com/office/drawing/2014/main" id="{99E53079-F7E8-452E-AD03-20067294A4F6}"/>
              </a:ext>
            </a:extLst>
          </p:cNvPr>
          <p:cNvSpPr>
            <a:spLocks xmlns:a="http://schemas.openxmlformats.org/drawingml/2006/main" noGrp="1"/>
          </p:cNvSpPr>
          <p:nvPr/>
        </p:nvSpPr>
        <p:spPr>
          <a:xfrm xmlns:a="http://schemas.openxmlformats.org/drawingml/2006/main">
            <a:off x="4657725" y="243840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YCgHHBa8xUvSOYGI</a:t>
            </a:r>
            <a:endParaRPr/>
          </a:p>
        </p:txBody>
      </p:sp>
      <p:sp>
        <p:nvSpPr>
          <p:cNvPr id="1077" name="Google Shape;1077;p21">
            <a:extLst xmlns:a="http://schemas.openxmlformats.org/drawingml/2006/main">
              <a:ext uri="{FF2B5EF4-FFF2-40B4-BE49-F238E27FC236}">
                <a16:creationId xmlns:a16="http://schemas.microsoft.com/office/drawing/2014/main" id="{B7937D42-65D7-4ADE-A32E-3A3716A7DEE2}"/>
              </a:ext>
            </a:extLst>
          </p:cNvPr>
          <p:cNvSpPr>
            <a:spLocks xmlns:a="http://schemas.openxmlformats.org/drawingml/2006/main" noGrp="1"/>
          </p:cNvSpPr>
          <p:nvPr/>
        </p:nvSpPr>
        <p:spPr>
          <a:xfrm xmlns:a="http://schemas.openxmlformats.org/drawingml/2006/main">
            <a:off x="6515100" y="2438400"/>
            <a:ext cx="1266825" cy="247650"/>
          </a:xfrm>
          <a:prstGeom xmlns:a="http://schemas.openxmlformats.org/drawingml/2006/main" prst="roundRect">
            <a:avLst>
              <a:gd name="adj" fmla="val 30769"/>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78" name="Google Shape;1078;p21">
            <a:extLst xmlns:a="http://schemas.openxmlformats.org/drawingml/2006/main">
              <a:ext uri="{FF2B5EF4-FFF2-40B4-BE49-F238E27FC236}">
                <a16:creationId xmlns:a16="http://schemas.microsoft.com/office/drawing/2014/main" id="{637EF377-9EE2-499C-AD3D-8E545DD57EAF}"/>
              </a:ext>
            </a:extLst>
          </p:cNvPr>
          <p:cNvSpPr>
            <a:spLocks xmlns:a="http://schemas.openxmlformats.org/drawingml/2006/main" noGrp="1"/>
          </p:cNvSpPr>
          <p:nvPr/>
        </p:nvSpPr>
        <p:spPr>
          <a:xfrm xmlns:a="http://schemas.openxmlformats.org/drawingml/2006/main">
            <a:off x="6562725" y="246697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28"/>
              <a:buFont typeface="Arial"/>
              <a:buNone/>
            </a:pPr>
            <a:r>
              <a:rPr sz="728" b="1">
                <a:solidFill>
                  <a:srgbClr val="2F6F57"/>
                </a:solidFill>
              </a:rPr>
              <a:t>Accepted parent</a:t>
            </a:r>
            <a:endParaRPr/>
          </a:p>
        </p:txBody>
      </p:sp>
      <p:sp>
        <p:nvSpPr>
          <p:cNvPr id="1079" name="Google Shape;1079;p21">
            <a:extLst xmlns:a="http://schemas.openxmlformats.org/drawingml/2006/main">
              <a:ext uri="{FF2B5EF4-FFF2-40B4-BE49-F238E27FC236}">
                <a16:creationId xmlns:a16="http://schemas.microsoft.com/office/drawing/2014/main" id="{BCC7919E-FC85-4BA8-85BC-D56ECFC03980}"/>
              </a:ext>
            </a:extLst>
          </p:cNvPr>
          <p:cNvSpPr>
            <a:spLocks xmlns:a="http://schemas.openxmlformats.org/drawingml/2006/main" noGrp="1"/>
          </p:cNvSpPr>
          <p:nvPr/>
        </p:nvSpPr>
        <p:spPr>
          <a:xfrm xmlns:a="http://schemas.openxmlformats.org/drawingml/2006/main">
            <a:off x="619125" y="2762250"/>
            <a:ext cx="7362825" cy="400050"/>
          </a:xfrm>
          <a:prstGeom xmlns:a="http://schemas.openxmlformats.org/drawingml/2006/main" prst="rect">
            <a:avLst/>
          </a:prstGeom>
          <a:solidFill xmlns:a="http://schemas.openxmlformats.org/drawingml/2006/main">
            <a:srgbClr val="FCFAF7"/>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0" name="Google Shape;1080;p21">
            <a:extLst xmlns:a="http://schemas.openxmlformats.org/drawingml/2006/main">
              <a:ext uri="{FF2B5EF4-FFF2-40B4-BE49-F238E27FC236}">
                <a16:creationId xmlns:a16="http://schemas.microsoft.com/office/drawing/2014/main" id="{B626F837-31E5-4334-A55B-3E8873BFA2C5}"/>
              </a:ext>
            </a:extLst>
          </p:cNvPr>
          <p:cNvSpPr>
            <a:spLocks xmlns:a="http://schemas.openxmlformats.org/drawingml/2006/main" noGrp="1"/>
          </p:cNvSpPr>
          <p:nvPr/>
        </p:nvSpPr>
        <p:spPr>
          <a:xfrm xmlns:a="http://schemas.openxmlformats.org/drawingml/2006/main">
            <a:off x="619125" y="2762250"/>
            <a:ext cx="57150" cy="4000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1" name="Google Shape;1081;p21">
            <a:extLst xmlns:a="http://schemas.openxmlformats.org/drawingml/2006/main">
              <a:ext uri="{FF2B5EF4-FFF2-40B4-BE49-F238E27FC236}">
                <a16:creationId xmlns:a16="http://schemas.microsoft.com/office/drawing/2014/main" id="{88638FE1-0866-4DA5-87A2-C2A7EB111345}"/>
              </a:ext>
            </a:extLst>
          </p:cNvPr>
          <p:cNvSpPr>
            <a:spLocks xmlns:a="http://schemas.openxmlformats.org/drawingml/2006/main" noGrp="1"/>
          </p:cNvSpPr>
          <p:nvPr/>
        </p:nvSpPr>
        <p:spPr>
          <a:xfrm xmlns:a="http://schemas.openxmlformats.org/drawingml/2006/main">
            <a:off x="723900" y="2838450"/>
            <a:ext cx="361950" cy="247650"/>
          </a:xfrm>
          <a:prstGeom xmlns:a="http://schemas.openxmlformats.org/drawingml/2006/main" prst="roundRect">
            <a:avLst>
              <a:gd name="adj" fmla="val 30769"/>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2" name="Google Shape;1082;p21">
            <a:extLst xmlns:a="http://schemas.openxmlformats.org/drawingml/2006/main">
              <a:ext uri="{FF2B5EF4-FFF2-40B4-BE49-F238E27FC236}">
                <a16:creationId xmlns:a16="http://schemas.microsoft.com/office/drawing/2014/main" id="{7419A7D7-5888-415F-9D5B-A2D2281EAE21}"/>
              </a:ext>
            </a:extLst>
          </p:cNvPr>
          <p:cNvSpPr>
            <a:spLocks xmlns:a="http://schemas.openxmlformats.org/drawingml/2006/main" noGrp="1"/>
          </p:cNvSpPr>
          <p:nvPr/>
        </p:nvSpPr>
        <p:spPr>
          <a:xfrm xmlns:a="http://schemas.openxmlformats.org/drawingml/2006/main">
            <a:off x="723900" y="286702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75"/>
              <a:buFont typeface="Arial"/>
              <a:buNone/>
            </a:pPr>
            <a:r>
              <a:rPr sz="675" b="1">
                <a:solidFill>
                  <a:srgbClr val="3B6EBF"/>
                </a:solidFill>
              </a:rPr>
              <a:t>01</a:t>
            </a:r>
            <a:endParaRPr/>
          </a:p>
        </p:txBody>
      </p:sp>
      <p:sp>
        <p:nvSpPr>
          <p:cNvPr id="1083" name="Google Shape;1083;p21">
            <a:extLst xmlns:a="http://schemas.openxmlformats.org/drawingml/2006/main">
              <a:ext uri="{FF2B5EF4-FFF2-40B4-BE49-F238E27FC236}">
                <a16:creationId xmlns:a16="http://schemas.microsoft.com/office/drawing/2014/main" id="{670EB6EC-4B4C-4AD3-952D-4BAD0217AA3C}"/>
              </a:ext>
            </a:extLst>
          </p:cNvPr>
          <p:cNvSpPr>
            <a:spLocks xmlns:a="http://schemas.openxmlformats.org/drawingml/2006/main" noGrp="1"/>
          </p:cNvSpPr>
          <p:nvPr/>
        </p:nvSpPr>
        <p:spPr>
          <a:xfrm xmlns:a="http://schemas.openxmlformats.org/drawingml/2006/main">
            <a:off x="1181100" y="282892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Drive Intake + Clarification Gate — v0.3.8 Candidate</a:t>
            </a:r>
            <a:endParaRPr/>
          </a:p>
        </p:txBody>
      </p:sp>
      <p:sp>
        <p:nvSpPr>
          <p:cNvPr id="1084" name="Google Shape;1084;p21">
            <a:extLst xmlns:a="http://schemas.openxmlformats.org/drawingml/2006/main">
              <a:ext uri="{FF2B5EF4-FFF2-40B4-BE49-F238E27FC236}">
                <a16:creationId xmlns:a16="http://schemas.microsoft.com/office/drawing/2014/main" id="{D57A0CA4-C029-4A95-817E-F3991138E173}"/>
              </a:ext>
            </a:extLst>
          </p:cNvPr>
          <p:cNvSpPr>
            <a:spLocks xmlns:a="http://schemas.openxmlformats.org/drawingml/2006/main" noGrp="1"/>
          </p:cNvSpPr>
          <p:nvPr/>
        </p:nvSpPr>
        <p:spPr>
          <a:xfrm xmlns:a="http://schemas.openxmlformats.org/drawingml/2006/main">
            <a:off x="4657725" y="283845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CQEgz6G2sPHhehjW</a:t>
            </a:r>
            <a:endParaRPr/>
          </a:p>
        </p:txBody>
      </p:sp>
      <p:sp>
        <p:nvSpPr>
          <p:cNvPr id="1085" name="Google Shape;1085;p21">
            <a:extLst xmlns:a="http://schemas.openxmlformats.org/drawingml/2006/main">
              <a:ext uri="{FF2B5EF4-FFF2-40B4-BE49-F238E27FC236}">
                <a16:creationId xmlns:a16="http://schemas.microsoft.com/office/drawing/2014/main" id="{4E77E684-003C-4A31-AA19-D8CEB4A34EA9}"/>
              </a:ext>
            </a:extLst>
          </p:cNvPr>
          <p:cNvSpPr>
            <a:spLocks xmlns:a="http://schemas.openxmlformats.org/drawingml/2006/main" noGrp="1"/>
          </p:cNvSpPr>
          <p:nvPr/>
        </p:nvSpPr>
        <p:spPr>
          <a:xfrm xmlns:a="http://schemas.openxmlformats.org/drawingml/2006/main">
            <a:off x="6515100" y="2838450"/>
            <a:ext cx="1266825" cy="247650"/>
          </a:xfrm>
          <a:prstGeom xmlns:a="http://schemas.openxmlformats.org/drawingml/2006/main" prst="roundRect">
            <a:avLst>
              <a:gd name="adj" fmla="val 30769"/>
            </a:avLst>
          </a:prstGeom>
          <a:solidFill xmlns:a="http://schemas.openxmlformats.org/drawingml/2006/main">
            <a:srgbClr val="F0EBE5"/>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6" name="Google Shape;1086;p21">
            <a:extLst xmlns:a="http://schemas.openxmlformats.org/drawingml/2006/main">
              <a:ext uri="{FF2B5EF4-FFF2-40B4-BE49-F238E27FC236}">
                <a16:creationId xmlns:a16="http://schemas.microsoft.com/office/drawing/2014/main" id="{A8F49428-46C7-4A72-9CF9-AF567C27ED5D}"/>
              </a:ext>
            </a:extLst>
          </p:cNvPr>
          <p:cNvSpPr>
            <a:spLocks xmlns:a="http://schemas.openxmlformats.org/drawingml/2006/main" noGrp="1"/>
          </p:cNvSpPr>
          <p:nvPr/>
        </p:nvSpPr>
        <p:spPr>
          <a:xfrm xmlns:a="http://schemas.openxmlformats.org/drawingml/2006/main">
            <a:off x="6562725" y="286702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28"/>
              <a:buFont typeface="Arial"/>
              <a:buNone/>
            </a:pPr>
            <a:r>
              <a:rPr sz="728" b="1">
                <a:solidFill>
                  <a:srgbClr val="666B70"/>
                </a:solidFill>
              </a:rPr>
              <a:t>Snapshot copy</a:t>
            </a:r>
            <a:endParaRPr/>
          </a:p>
        </p:txBody>
      </p:sp>
      <p:sp>
        <p:nvSpPr>
          <p:cNvPr id="1087" name="Google Shape;1087;p21">
            <a:extLst xmlns:a="http://schemas.openxmlformats.org/drawingml/2006/main">
              <a:ext uri="{FF2B5EF4-FFF2-40B4-BE49-F238E27FC236}">
                <a16:creationId xmlns:a16="http://schemas.microsoft.com/office/drawing/2014/main" id="{2394B6D5-C770-4D25-BE78-5FD726764A13}"/>
              </a:ext>
            </a:extLst>
          </p:cNvPr>
          <p:cNvSpPr>
            <a:spLocks xmlns:a="http://schemas.openxmlformats.org/drawingml/2006/main" noGrp="1"/>
          </p:cNvSpPr>
          <p:nvPr/>
        </p:nvSpPr>
        <p:spPr>
          <a:xfrm xmlns:a="http://schemas.openxmlformats.org/drawingml/2006/main">
            <a:off x="619125" y="3162300"/>
            <a:ext cx="7362825"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8" name="Google Shape;1088;p21">
            <a:extLst xmlns:a="http://schemas.openxmlformats.org/drawingml/2006/main">
              <a:ext uri="{FF2B5EF4-FFF2-40B4-BE49-F238E27FC236}">
                <a16:creationId xmlns:a16="http://schemas.microsoft.com/office/drawing/2014/main" id="{D1C38FF9-E553-4194-964E-BAF2CE9D064B}"/>
              </a:ext>
            </a:extLst>
          </p:cNvPr>
          <p:cNvSpPr>
            <a:spLocks xmlns:a="http://schemas.openxmlformats.org/drawingml/2006/main" noGrp="1"/>
          </p:cNvSpPr>
          <p:nvPr/>
        </p:nvSpPr>
        <p:spPr>
          <a:xfrm xmlns:a="http://schemas.openxmlformats.org/drawingml/2006/main">
            <a:off x="619125" y="3162300"/>
            <a:ext cx="57150" cy="4000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9" name="Google Shape;1089;p21">
            <a:extLst xmlns:a="http://schemas.openxmlformats.org/drawingml/2006/main">
              <a:ext uri="{FF2B5EF4-FFF2-40B4-BE49-F238E27FC236}">
                <a16:creationId xmlns:a16="http://schemas.microsoft.com/office/drawing/2014/main" id="{2D62EBFC-56AB-4C7C-BE05-2DF60D24A2D7}"/>
              </a:ext>
            </a:extLst>
          </p:cNvPr>
          <p:cNvSpPr>
            <a:spLocks xmlns:a="http://schemas.openxmlformats.org/drawingml/2006/main" noGrp="1"/>
          </p:cNvSpPr>
          <p:nvPr/>
        </p:nvSpPr>
        <p:spPr>
          <a:xfrm xmlns:a="http://schemas.openxmlformats.org/drawingml/2006/main">
            <a:off x="723900" y="3238500"/>
            <a:ext cx="361950" cy="247650"/>
          </a:xfrm>
          <a:prstGeom xmlns:a="http://schemas.openxmlformats.org/drawingml/2006/main" prst="roundRect">
            <a:avLst>
              <a:gd name="adj" fmla="val 30769"/>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90" name="Google Shape;1090;p21">
            <a:extLst xmlns:a="http://schemas.openxmlformats.org/drawingml/2006/main">
              <a:ext uri="{FF2B5EF4-FFF2-40B4-BE49-F238E27FC236}">
                <a16:creationId xmlns:a16="http://schemas.microsoft.com/office/drawing/2014/main" id="{7CEF8415-944F-492A-A9C3-8670E76F90B9}"/>
              </a:ext>
            </a:extLst>
          </p:cNvPr>
          <p:cNvSpPr>
            <a:spLocks xmlns:a="http://schemas.openxmlformats.org/drawingml/2006/main" noGrp="1"/>
          </p:cNvSpPr>
          <p:nvPr/>
        </p:nvSpPr>
        <p:spPr>
          <a:xfrm xmlns:a="http://schemas.openxmlformats.org/drawingml/2006/main">
            <a:off x="723900" y="326707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75"/>
              <a:buFont typeface="Arial"/>
              <a:buNone/>
            </a:pPr>
            <a:r>
              <a:rPr sz="675" b="1">
                <a:solidFill>
                  <a:srgbClr val="3B6EBF"/>
                </a:solidFill>
              </a:rPr>
              <a:t>02</a:t>
            </a:r>
            <a:endParaRPr/>
          </a:p>
        </p:txBody>
      </p:sp>
      <p:sp>
        <p:nvSpPr>
          <p:cNvPr id="1091" name="Google Shape;1091;p21">
            <a:extLst xmlns:a="http://schemas.openxmlformats.org/drawingml/2006/main">
              <a:ext uri="{FF2B5EF4-FFF2-40B4-BE49-F238E27FC236}">
                <a16:creationId xmlns:a16="http://schemas.microsoft.com/office/drawing/2014/main" id="{1CF78DC9-0899-4A81-B23C-50062DC5ACAC}"/>
              </a:ext>
            </a:extLst>
          </p:cNvPr>
          <p:cNvSpPr>
            <a:spLocks xmlns:a="http://schemas.openxmlformats.org/drawingml/2006/main" noGrp="1"/>
          </p:cNvSpPr>
          <p:nvPr/>
        </p:nvSpPr>
        <p:spPr>
          <a:xfrm xmlns:a="http://schemas.openxmlformats.org/drawingml/2006/main">
            <a:off x="1181100" y="322897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Requirement Extractor — v0.3.8 Candidate</a:t>
            </a:r>
            <a:endParaRPr/>
          </a:p>
        </p:txBody>
      </p:sp>
      <p:sp>
        <p:nvSpPr>
          <p:cNvPr id="1092" name="Google Shape;1092;p21">
            <a:extLst xmlns:a="http://schemas.openxmlformats.org/drawingml/2006/main">
              <a:ext uri="{FF2B5EF4-FFF2-40B4-BE49-F238E27FC236}">
                <a16:creationId xmlns:a16="http://schemas.microsoft.com/office/drawing/2014/main" id="{36E1A9EC-044B-4A9B-ABF5-EF763AC71793}"/>
              </a:ext>
            </a:extLst>
          </p:cNvPr>
          <p:cNvSpPr>
            <a:spLocks xmlns:a="http://schemas.openxmlformats.org/drawingml/2006/main" noGrp="1"/>
          </p:cNvSpPr>
          <p:nvPr/>
        </p:nvSpPr>
        <p:spPr>
          <a:xfrm xmlns:a="http://schemas.openxmlformats.org/drawingml/2006/main">
            <a:off x="4657725" y="323850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YcNGjVHdyAJgZeod</a:t>
            </a:r>
            <a:endParaRPr/>
          </a:p>
        </p:txBody>
      </p:sp>
      <p:sp>
        <p:nvSpPr>
          <p:cNvPr id="1093" name="Google Shape;1093;p21">
            <a:extLst xmlns:a="http://schemas.openxmlformats.org/drawingml/2006/main">
              <a:ext uri="{FF2B5EF4-FFF2-40B4-BE49-F238E27FC236}">
                <a16:creationId xmlns:a16="http://schemas.microsoft.com/office/drawing/2014/main" id="{36E195C6-936D-41FA-84D5-B02932BD1416}"/>
              </a:ext>
            </a:extLst>
          </p:cNvPr>
          <p:cNvSpPr>
            <a:spLocks xmlns:a="http://schemas.openxmlformats.org/drawingml/2006/main" noGrp="1"/>
          </p:cNvSpPr>
          <p:nvPr/>
        </p:nvSpPr>
        <p:spPr>
          <a:xfrm xmlns:a="http://schemas.openxmlformats.org/drawingml/2006/main">
            <a:off x="6515100" y="3238500"/>
            <a:ext cx="1266825" cy="247650"/>
          </a:xfrm>
          <a:prstGeom xmlns:a="http://schemas.openxmlformats.org/drawingml/2006/main" prst="roundRect">
            <a:avLst>
              <a:gd name="adj" fmla="val 30769"/>
            </a:avLst>
          </a:prstGeom>
          <a:solidFill xmlns:a="http://schemas.openxmlformats.org/drawingml/2006/main">
            <a:srgbClr val="F0EBE5"/>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94" name="Google Shape;1094;p21">
            <a:extLst xmlns:a="http://schemas.openxmlformats.org/drawingml/2006/main">
              <a:ext uri="{FF2B5EF4-FFF2-40B4-BE49-F238E27FC236}">
                <a16:creationId xmlns:a16="http://schemas.microsoft.com/office/drawing/2014/main" id="{0ADB60DA-BD54-4388-808D-DB556882BB19}"/>
              </a:ext>
            </a:extLst>
          </p:cNvPr>
          <p:cNvSpPr>
            <a:spLocks xmlns:a="http://schemas.openxmlformats.org/drawingml/2006/main" noGrp="1"/>
          </p:cNvSpPr>
          <p:nvPr/>
        </p:nvSpPr>
        <p:spPr>
          <a:xfrm xmlns:a="http://schemas.openxmlformats.org/drawingml/2006/main">
            <a:off x="6562725" y="326707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28"/>
              <a:buFont typeface="Arial"/>
              <a:buNone/>
            </a:pPr>
            <a:r>
              <a:rPr sz="728" b="1">
                <a:solidFill>
                  <a:srgbClr val="666B70"/>
                </a:solidFill>
              </a:rPr>
              <a:t>Snapshot copy</a:t>
            </a:r>
            <a:endParaRPr/>
          </a:p>
        </p:txBody>
      </p:sp>
      <p:sp>
        <p:nvSpPr>
          <p:cNvPr id="1095" name="Google Shape;1095;p21">
            <a:extLst xmlns:a="http://schemas.openxmlformats.org/drawingml/2006/main">
              <a:ext uri="{FF2B5EF4-FFF2-40B4-BE49-F238E27FC236}">
                <a16:creationId xmlns:a16="http://schemas.microsoft.com/office/drawing/2014/main" id="{52DD3FDF-9678-4C27-BAC3-871704B4FD2A}"/>
              </a:ext>
            </a:extLst>
          </p:cNvPr>
          <p:cNvSpPr>
            <a:spLocks xmlns:a="http://schemas.openxmlformats.org/drawingml/2006/main" noGrp="1"/>
          </p:cNvSpPr>
          <p:nvPr/>
        </p:nvSpPr>
        <p:spPr>
          <a:xfrm xmlns:a="http://schemas.openxmlformats.org/drawingml/2006/main">
            <a:off x="619125" y="3562350"/>
            <a:ext cx="7362825" cy="400050"/>
          </a:xfrm>
          <a:prstGeom xmlns:a="http://schemas.openxmlformats.org/drawingml/2006/main" prst="rect">
            <a:avLst/>
          </a:prstGeom>
          <a:solidFill xmlns:a="http://schemas.openxmlformats.org/drawingml/2006/main">
            <a:srgbClr val="FCFAF7"/>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96" name="Google Shape;1096;p21">
            <a:extLst xmlns:a="http://schemas.openxmlformats.org/drawingml/2006/main">
              <a:ext uri="{FF2B5EF4-FFF2-40B4-BE49-F238E27FC236}">
                <a16:creationId xmlns:a16="http://schemas.microsoft.com/office/drawing/2014/main" id="{799DFCAD-80E8-40DA-85D3-86527CC9EBEA}"/>
              </a:ext>
            </a:extLst>
          </p:cNvPr>
          <p:cNvSpPr>
            <a:spLocks xmlns:a="http://schemas.openxmlformats.org/drawingml/2006/main" noGrp="1"/>
          </p:cNvSpPr>
          <p:nvPr/>
        </p:nvSpPr>
        <p:spPr>
          <a:xfrm xmlns:a="http://schemas.openxmlformats.org/drawingml/2006/main">
            <a:off x="619125" y="3562350"/>
            <a:ext cx="57150" cy="4000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97" name="Google Shape;1097;p21">
            <a:extLst xmlns:a="http://schemas.openxmlformats.org/drawingml/2006/main">
              <a:ext uri="{FF2B5EF4-FFF2-40B4-BE49-F238E27FC236}">
                <a16:creationId xmlns:a16="http://schemas.microsoft.com/office/drawing/2014/main" id="{70047FDF-C722-40AB-B7C0-13FE4D29F753}"/>
              </a:ext>
            </a:extLst>
          </p:cNvPr>
          <p:cNvSpPr>
            <a:spLocks xmlns:a="http://schemas.openxmlformats.org/drawingml/2006/main" noGrp="1"/>
          </p:cNvSpPr>
          <p:nvPr/>
        </p:nvSpPr>
        <p:spPr>
          <a:xfrm xmlns:a="http://schemas.openxmlformats.org/drawingml/2006/main">
            <a:off x="723900" y="3638550"/>
            <a:ext cx="361950" cy="247650"/>
          </a:xfrm>
          <a:prstGeom xmlns:a="http://schemas.openxmlformats.org/drawingml/2006/main" prst="roundRect">
            <a:avLst>
              <a:gd name="adj" fmla="val 30769"/>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98" name="Google Shape;1098;p21">
            <a:extLst xmlns:a="http://schemas.openxmlformats.org/drawingml/2006/main">
              <a:ext uri="{FF2B5EF4-FFF2-40B4-BE49-F238E27FC236}">
                <a16:creationId xmlns:a16="http://schemas.microsoft.com/office/drawing/2014/main" id="{90C2F630-B80D-485A-BAED-E2A117D20C0F}"/>
              </a:ext>
            </a:extLst>
          </p:cNvPr>
          <p:cNvSpPr>
            <a:spLocks xmlns:a="http://schemas.openxmlformats.org/drawingml/2006/main" noGrp="1"/>
          </p:cNvSpPr>
          <p:nvPr/>
        </p:nvSpPr>
        <p:spPr>
          <a:xfrm xmlns:a="http://schemas.openxmlformats.org/drawingml/2006/main">
            <a:off x="723900" y="366712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75"/>
              <a:buFont typeface="Arial"/>
              <a:buNone/>
            </a:pPr>
            <a:r>
              <a:rPr sz="675" b="1">
                <a:solidFill>
                  <a:srgbClr val="3B6EBF"/>
                </a:solidFill>
              </a:rPr>
              <a:t>03</a:t>
            </a:r>
            <a:endParaRPr/>
          </a:p>
        </p:txBody>
      </p:sp>
      <p:sp>
        <p:nvSpPr>
          <p:cNvPr id="1099" name="Google Shape;1099;p21">
            <a:extLst xmlns:a="http://schemas.openxmlformats.org/drawingml/2006/main">
              <a:ext uri="{FF2B5EF4-FFF2-40B4-BE49-F238E27FC236}">
                <a16:creationId xmlns:a16="http://schemas.microsoft.com/office/drawing/2014/main" id="{752DBDD2-12E6-4647-A253-C2DEF93C7B22}"/>
              </a:ext>
            </a:extLst>
          </p:cNvPr>
          <p:cNvSpPr>
            <a:spLocks xmlns:a="http://schemas.openxmlformats.org/drawingml/2006/main" noGrp="1"/>
          </p:cNvSpPr>
          <p:nvPr/>
        </p:nvSpPr>
        <p:spPr>
          <a:xfrm xmlns:a="http://schemas.openxmlformats.org/drawingml/2006/main">
            <a:off x="1181100" y="362902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Gap Analyzer — v0.3.8 Candidate</a:t>
            </a:r>
            <a:endParaRPr/>
          </a:p>
        </p:txBody>
      </p:sp>
      <p:sp>
        <p:nvSpPr>
          <p:cNvPr id="1100" name="Google Shape;1100;p21">
            <a:extLst xmlns:a="http://schemas.openxmlformats.org/drawingml/2006/main">
              <a:ext uri="{FF2B5EF4-FFF2-40B4-BE49-F238E27FC236}">
                <a16:creationId xmlns:a16="http://schemas.microsoft.com/office/drawing/2014/main" id="{48E10158-7B70-42AD-8450-0CBD1568C6AC}"/>
              </a:ext>
            </a:extLst>
          </p:cNvPr>
          <p:cNvSpPr>
            <a:spLocks xmlns:a="http://schemas.openxmlformats.org/drawingml/2006/main" noGrp="1"/>
          </p:cNvSpPr>
          <p:nvPr/>
        </p:nvSpPr>
        <p:spPr>
          <a:xfrm xmlns:a="http://schemas.openxmlformats.org/drawingml/2006/main">
            <a:off x="4657725" y="363855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6F4ANeRIDJVkA28C</a:t>
            </a:r>
            <a:endParaRPr/>
          </a:p>
        </p:txBody>
      </p:sp>
      <p:sp>
        <p:nvSpPr>
          <p:cNvPr id="1101" name="Google Shape;1101;p21">
            <a:extLst xmlns:a="http://schemas.openxmlformats.org/drawingml/2006/main">
              <a:ext uri="{FF2B5EF4-FFF2-40B4-BE49-F238E27FC236}">
                <a16:creationId xmlns:a16="http://schemas.microsoft.com/office/drawing/2014/main" id="{76658A26-8E6E-4164-8EC9-33F70E6C7683}"/>
              </a:ext>
            </a:extLst>
          </p:cNvPr>
          <p:cNvSpPr>
            <a:spLocks xmlns:a="http://schemas.openxmlformats.org/drawingml/2006/main" noGrp="1"/>
          </p:cNvSpPr>
          <p:nvPr/>
        </p:nvSpPr>
        <p:spPr>
          <a:xfrm xmlns:a="http://schemas.openxmlformats.org/drawingml/2006/main">
            <a:off x="6515100" y="3638550"/>
            <a:ext cx="1266825" cy="247650"/>
          </a:xfrm>
          <a:prstGeom xmlns:a="http://schemas.openxmlformats.org/drawingml/2006/main" prst="roundRect">
            <a:avLst>
              <a:gd name="adj" fmla="val 30769"/>
            </a:avLst>
          </a:prstGeom>
          <a:solidFill xmlns:a="http://schemas.openxmlformats.org/drawingml/2006/main">
            <a:srgbClr val="F0EBE5"/>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02" name="Google Shape;1102;p21">
            <a:extLst xmlns:a="http://schemas.openxmlformats.org/drawingml/2006/main">
              <a:ext uri="{FF2B5EF4-FFF2-40B4-BE49-F238E27FC236}">
                <a16:creationId xmlns:a16="http://schemas.microsoft.com/office/drawing/2014/main" id="{2F521AD9-AB4C-4484-890A-453D57E79620}"/>
              </a:ext>
            </a:extLst>
          </p:cNvPr>
          <p:cNvSpPr>
            <a:spLocks xmlns:a="http://schemas.openxmlformats.org/drawingml/2006/main" noGrp="1"/>
          </p:cNvSpPr>
          <p:nvPr/>
        </p:nvSpPr>
        <p:spPr>
          <a:xfrm xmlns:a="http://schemas.openxmlformats.org/drawingml/2006/main">
            <a:off x="6562725" y="366712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28"/>
              <a:buFont typeface="Arial"/>
              <a:buNone/>
            </a:pPr>
            <a:r>
              <a:rPr sz="728" b="1">
                <a:solidFill>
                  <a:srgbClr val="666B70"/>
                </a:solidFill>
              </a:rPr>
              <a:t>Snapshot copy</a:t>
            </a:r>
            <a:endParaRPr/>
          </a:p>
        </p:txBody>
      </p:sp>
      <p:sp>
        <p:nvSpPr>
          <p:cNvPr id="1103" name="Google Shape;1103;p21">
            <a:extLst xmlns:a="http://schemas.openxmlformats.org/drawingml/2006/main">
              <a:ext uri="{FF2B5EF4-FFF2-40B4-BE49-F238E27FC236}">
                <a16:creationId xmlns:a16="http://schemas.microsoft.com/office/drawing/2014/main" id="{43533F0C-912B-4313-846D-F1AC04E40423}"/>
              </a:ext>
            </a:extLst>
          </p:cNvPr>
          <p:cNvSpPr>
            <a:spLocks xmlns:a="http://schemas.openxmlformats.org/drawingml/2006/main" noGrp="1"/>
          </p:cNvSpPr>
          <p:nvPr/>
        </p:nvSpPr>
        <p:spPr>
          <a:xfrm xmlns:a="http://schemas.openxmlformats.org/drawingml/2006/main">
            <a:off x="619125" y="3962400"/>
            <a:ext cx="7362825"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04" name="Google Shape;1104;p21">
            <a:extLst xmlns:a="http://schemas.openxmlformats.org/drawingml/2006/main">
              <a:ext uri="{FF2B5EF4-FFF2-40B4-BE49-F238E27FC236}">
                <a16:creationId xmlns:a16="http://schemas.microsoft.com/office/drawing/2014/main" id="{24BEE1BD-5B41-4929-9FE8-BEA26E68BE60}"/>
              </a:ext>
            </a:extLst>
          </p:cNvPr>
          <p:cNvSpPr>
            <a:spLocks xmlns:a="http://schemas.openxmlformats.org/drawingml/2006/main" noGrp="1"/>
          </p:cNvSpPr>
          <p:nvPr/>
        </p:nvSpPr>
        <p:spPr>
          <a:xfrm xmlns:a="http://schemas.openxmlformats.org/drawingml/2006/main">
            <a:off x="619125" y="3962400"/>
            <a:ext cx="57150" cy="4000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05" name="Google Shape;1105;p21">
            <a:extLst xmlns:a="http://schemas.openxmlformats.org/drawingml/2006/main">
              <a:ext uri="{FF2B5EF4-FFF2-40B4-BE49-F238E27FC236}">
                <a16:creationId xmlns:a16="http://schemas.microsoft.com/office/drawing/2014/main" id="{1BE22ADF-E3FD-41AA-ADA5-37298AB6DD86}"/>
              </a:ext>
            </a:extLst>
          </p:cNvPr>
          <p:cNvSpPr>
            <a:spLocks xmlns:a="http://schemas.openxmlformats.org/drawingml/2006/main" noGrp="1"/>
          </p:cNvSpPr>
          <p:nvPr/>
        </p:nvSpPr>
        <p:spPr>
          <a:xfrm xmlns:a="http://schemas.openxmlformats.org/drawingml/2006/main">
            <a:off x="723900" y="4038600"/>
            <a:ext cx="361950" cy="247650"/>
          </a:xfrm>
          <a:prstGeom xmlns:a="http://schemas.openxmlformats.org/drawingml/2006/main" prst="roundRect">
            <a:avLst>
              <a:gd name="adj" fmla="val 30769"/>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06" name="Google Shape;1106;p21">
            <a:extLst xmlns:a="http://schemas.openxmlformats.org/drawingml/2006/main">
              <a:ext uri="{FF2B5EF4-FFF2-40B4-BE49-F238E27FC236}">
                <a16:creationId xmlns:a16="http://schemas.microsoft.com/office/drawing/2014/main" id="{D1BA37BB-1A26-4E14-8E23-5437B1C436F9}"/>
              </a:ext>
            </a:extLst>
          </p:cNvPr>
          <p:cNvSpPr>
            <a:spLocks xmlns:a="http://schemas.openxmlformats.org/drawingml/2006/main" noGrp="1"/>
          </p:cNvSpPr>
          <p:nvPr/>
        </p:nvSpPr>
        <p:spPr>
          <a:xfrm xmlns:a="http://schemas.openxmlformats.org/drawingml/2006/main">
            <a:off x="723900" y="406717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75"/>
              <a:buFont typeface="Arial"/>
              <a:buNone/>
            </a:pPr>
            <a:r>
              <a:rPr sz="675" b="1">
                <a:solidFill>
                  <a:srgbClr val="3B6EBF"/>
                </a:solidFill>
              </a:rPr>
              <a:t>04</a:t>
            </a:r>
            <a:endParaRPr/>
          </a:p>
        </p:txBody>
      </p:sp>
      <p:sp>
        <p:nvSpPr>
          <p:cNvPr id="1107" name="Google Shape;1107;p21">
            <a:extLst xmlns:a="http://schemas.openxmlformats.org/drawingml/2006/main">
              <a:ext uri="{FF2B5EF4-FFF2-40B4-BE49-F238E27FC236}">
                <a16:creationId xmlns:a16="http://schemas.microsoft.com/office/drawing/2014/main" id="{9CA39179-39F9-4B79-B6C5-C8EAF9F1119F}"/>
              </a:ext>
            </a:extLst>
          </p:cNvPr>
          <p:cNvSpPr>
            <a:spLocks xmlns:a="http://schemas.openxmlformats.org/drawingml/2006/main" noGrp="1"/>
          </p:cNvSpPr>
          <p:nvPr/>
        </p:nvSpPr>
        <p:spPr>
          <a:xfrm xmlns:a="http://schemas.openxmlformats.org/drawingml/2006/main">
            <a:off x="1181100" y="402907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Human Approval — v0.3.8 Candidate</a:t>
            </a:r>
            <a:endParaRPr/>
          </a:p>
        </p:txBody>
      </p:sp>
      <p:sp>
        <p:nvSpPr>
          <p:cNvPr id="1108" name="Google Shape;1108;p21">
            <a:extLst xmlns:a="http://schemas.openxmlformats.org/drawingml/2006/main">
              <a:ext uri="{FF2B5EF4-FFF2-40B4-BE49-F238E27FC236}">
                <a16:creationId xmlns:a16="http://schemas.microsoft.com/office/drawing/2014/main" id="{DAF7F444-1665-4003-8522-39A5635409FF}"/>
              </a:ext>
            </a:extLst>
          </p:cNvPr>
          <p:cNvSpPr>
            <a:spLocks xmlns:a="http://schemas.openxmlformats.org/drawingml/2006/main" noGrp="1"/>
          </p:cNvSpPr>
          <p:nvPr/>
        </p:nvSpPr>
        <p:spPr>
          <a:xfrm xmlns:a="http://schemas.openxmlformats.org/drawingml/2006/main">
            <a:off x="4657725" y="403860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uMSo2zvHLGWcM2vo</a:t>
            </a:r>
            <a:endParaRPr/>
          </a:p>
        </p:txBody>
      </p:sp>
      <p:sp>
        <p:nvSpPr>
          <p:cNvPr id="1109" name="Google Shape;1109;p21">
            <a:extLst xmlns:a="http://schemas.openxmlformats.org/drawingml/2006/main">
              <a:ext uri="{FF2B5EF4-FFF2-40B4-BE49-F238E27FC236}">
                <a16:creationId xmlns:a16="http://schemas.microsoft.com/office/drawing/2014/main" id="{7BBD8010-80F9-44A8-A800-A8D37C4909C2}"/>
              </a:ext>
            </a:extLst>
          </p:cNvPr>
          <p:cNvSpPr>
            <a:spLocks xmlns:a="http://schemas.openxmlformats.org/drawingml/2006/main" noGrp="1"/>
          </p:cNvSpPr>
          <p:nvPr/>
        </p:nvSpPr>
        <p:spPr>
          <a:xfrm xmlns:a="http://schemas.openxmlformats.org/drawingml/2006/main">
            <a:off x="6515100" y="4038600"/>
            <a:ext cx="1266825" cy="247650"/>
          </a:xfrm>
          <a:prstGeom xmlns:a="http://schemas.openxmlformats.org/drawingml/2006/main" prst="roundRect">
            <a:avLst>
              <a:gd name="adj" fmla="val 30769"/>
            </a:avLst>
          </a:prstGeom>
          <a:solidFill xmlns:a="http://schemas.openxmlformats.org/drawingml/2006/main">
            <a:srgbClr val="F0EBE5"/>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10" name="Google Shape;1110;p21">
            <a:extLst xmlns:a="http://schemas.openxmlformats.org/drawingml/2006/main">
              <a:ext uri="{FF2B5EF4-FFF2-40B4-BE49-F238E27FC236}">
                <a16:creationId xmlns:a16="http://schemas.microsoft.com/office/drawing/2014/main" id="{AFB6E463-A00B-40A8-8C63-5D7569AA9F01}"/>
              </a:ext>
            </a:extLst>
          </p:cNvPr>
          <p:cNvSpPr>
            <a:spLocks xmlns:a="http://schemas.openxmlformats.org/drawingml/2006/main" noGrp="1"/>
          </p:cNvSpPr>
          <p:nvPr/>
        </p:nvSpPr>
        <p:spPr>
          <a:xfrm xmlns:a="http://schemas.openxmlformats.org/drawingml/2006/main">
            <a:off x="6562725" y="406717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28"/>
              <a:buFont typeface="Arial"/>
              <a:buNone/>
            </a:pPr>
            <a:r>
              <a:rPr sz="728" b="1">
                <a:solidFill>
                  <a:srgbClr val="666B70"/>
                </a:solidFill>
              </a:rPr>
              <a:t>Snapshot copy</a:t>
            </a:r>
            <a:endParaRPr/>
          </a:p>
        </p:txBody>
      </p:sp>
      <p:sp>
        <p:nvSpPr>
          <p:cNvPr id="1111" name="Google Shape;1111;p21">
            <a:extLst xmlns:a="http://schemas.openxmlformats.org/drawingml/2006/main">
              <a:ext uri="{FF2B5EF4-FFF2-40B4-BE49-F238E27FC236}">
                <a16:creationId xmlns:a16="http://schemas.microsoft.com/office/drawing/2014/main" id="{82FD6DD6-1462-42FC-BEDB-2121DE6E8AB5}"/>
              </a:ext>
            </a:extLst>
          </p:cNvPr>
          <p:cNvSpPr>
            <a:spLocks xmlns:a="http://schemas.openxmlformats.org/drawingml/2006/main" noGrp="1"/>
          </p:cNvSpPr>
          <p:nvPr/>
        </p:nvSpPr>
        <p:spPr>
          <a:xfrm xmlns:a="http://schemas.openxmlformats.org/drawingml/2006/main">
            <a:off x="619125" y="4362450"/>
            <a:ext cx="7362825" cy="400050"/>
          </a:xfrm>
          <a:prstGeom xmlns:a="http://schemas.openxmlformats.org/drawingml/2006/main" prst="rect">
            <a:avLst/>
          </a:prstGeom>
          <a:solidFill xmlns:a="http://schemas.openxmlformats.org/drawingml/2006/main">
            <a:srgbClr val="FCFAF7"/>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12" name="Google Shape;1112;p21">
            <a:extLst xmlns:a="http://schemas.openxmlformats.org/drawingml/2006/main">
              <a:ext uri="{FF2B5EF4-FFF2-40B4-BE49-F238E27FC236}">
                <a16:creationId xmlns:a16="http://schemas.microsoft.com/office/drawing/2014/main" id="{89C01DB6-3FC8-40B7-BE35-FC934EE65395}"/>
              </a:ext>
            </a:extLst>
          </p:cNvPr>
          <p:cNvSpPr>
            <a:spLocks xmlns:a="http://schemas.openxmlformats.org/drawingml/2006/main" noGrp="1"/>
          </p:cNvSpPr>
          <p:nvPr/>
        </p:nvSpPr>
        <p:spPr>
          <a:xfrm xmlns:a="http://schemas.openxmlformats.org/drawingml/2006/main">
            <a:off x="619125" y="4362450"/>
            <a:ext cx="57150" cy="40005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13" name="Google Shape;1113;p21">
            <a:extLst xmlns:a="http://schemas.openxmlformats.org/drawingml/2006/main">
              <a:ext uri="{FF2B5EF4-FFF2-40B4-BE49-F238E27FC236}">
                <a16:creationId xmlns:a16="http://schemas.microsoft.com/office/drawing/2014/main" id="{84AEE96C-8055-46F3-8CA5-7CC5685E605D}"/>
              </a:ext>
            </a:extLst>
          </p:cNvPr>
          <p:cNvSpPr>
            <a:spLocks xmlns:a="http://schemas.openxmlformats.org/drawingml/2006/main" noGrp="1"/>
          </p:cNvSpPr>
          <p:nvPr/>
        </p:nvSpPr>
        <p:spPr>
          <a:xfrm xmlns:a="http://schemas.openxmlformats.org/drawingml/2006/main">
            <a:off x="723900" y="4438650"/>
            <a:ext cx="361950" cy="247650"/>
          </a:xfrm>
          <a:prstGeom xmlns:a="http://schemas.openxmlformats.org/drawingml/2006/main" prst="roundRect">
            <a:avLst>
              <a:gd name="adj" fmla="val 30769"/>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14" name="Google Shape;1114;p21">
            <a:extLst xmlns:a="http://schemas.openxmlformats.org/drawingml/2006/main">
              <a:ext uri="{FF2B5EF4-FFF2-40B4-BE49-F238E27FC236}">
                <a16:creationId xmlns:a16="http://schemas.microsoft.com/office/drawing/2014/main" id="{B0150F4C-4C00-44C3-ABF8-9DE5C8A66E69}"/>
              </a:ext>
            </a:extLst>
          </p:cNvPr>
          <p:cNvSpPr>
            <a:spLocks xmlns:a="http://schemas.openxmlformats.org/drawingml/2006/main" noGrp="1"/>
          </p:cNvSpPr>
          <p:nvPr/>
        </p:nvSpPr>
        <p:spPr>
          <a:xfrm xmlns:a="http://schemas.openxmlformats.org/drawingml/2006/main">
            <a:off x="723900" y="446722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75"/>
              <a:buFont typeface="Arial"/>
              <a:buNone/>
            </a:pPr>
            <a:r>
              <a:rPr sz="675" b="1">
                <a:solidFill>
                  <a:srgbClr val="2F6F57"/>
                </a:solidFill>
              </a:rPr>
              <a:t>05</a:t>
            </a:r>
            <a:endParaRPr/>
          </a:p>
        </p:txBody>
      </p:sp>
      <p:sp>
        <p:nvSpPr>
          <p:cNvPr id="1115" name="Google Shape;1115;p21">
            <a:extLst xmlns:a="http://schemas.openxmlformats.org/drawingml/2006/main">
              <a:ext uri="{FF2B5EF4-FFF2-40B4-BE49-F238E27FC236}">
                <a16:creationId xmlns:a16="http://schemas.microsoft.com/office/drawing/2014/main" id="{212048B1-6B63-4E2F-9F61-B3DED3EF9E75}"/>
              </a:ext>
            </a:extLst>
          </p:cNvPr>
          <p:cNvSpPr>
            <a:spLocks xmlns:a="http://schemas.openxmlformats.org/drawingml/2006/main" noGrp="1"/>
          </p:cNvSpPr>
          <p:nvPr/>
        </p:nvSpPr>
        <p:spPr>
          <a:xfrm xmlns:a="http://schemas.openxmlformats.org/drawingml/2006/main">
            <a:off x="1181100" y="442912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Production PRD — v0.3.8 Candidate</a:t>
            </a:r>
            <a:endParaRPr/>
          </a:p>
        </p:txBody>
      </p:sp>
      <p:sp>
        <p:nvSpPr>
          <p:cNvPr id="1116" name="Google Shape;1116;p21">
            <a:extLst xmlns:a="http://schemas.openxmlformats.org/drawingml/2006/main">
              <a:ext uri="{FF2B5EF4-FFF2-40B4-BE49-F238E27FC236}">
                <a16:creationId xmlns:a16="http://schemas.microsoft.com/office/drawing/2014/main" id="{86594E43-0CD4-4459-AF00-59CBCA117479}"/>
              </a:ext>
            </a:extLst>
          </p:cNvPr>
          <p:cNvSpPr>
            <a:spLocks xmlns:a="http://schemas.openxmlformats.org/drawingml/2006/main" noGrp="1"/>
          </p:cNvSpPr>
          <p:nvPr/>
        </p:nvSpPr>
        <p:spPr>
          <a:xfrm xmlns:a="http://schemas.openxmlformats.org/drawingml/2006/main">
            <a:off x="4657725" y="443865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ocoEGqFDyzzFYf3U</a:t>
            </a:r>
            <a:endParaRPr/>
          </a:p>
        </p:txBody>
      </p:sp>
      <p:sp>
        <p:nvSpPr>
          <p:cNvPr id="1117" name="Google Shape;1117;p21">
            <a:extLst xmlns:a="http://schemas.openxmlformats.org/drawingml/2006/main">
              <a:ext uri="{FF2B5EF4-FFF2-40B4-BE49-F238E27FC236}">
                <a16:creationId xmlns:a16="http://schemas.microsoft.com/office/drawing/2014/main" id="{AC658823-54D3-4972-98E6-32819D519F12}"/>
              </a:ext>
            </a:extLst>
          </p:cNvPr>
          <p:cNvSpPr>
            <a:spLocks xmlns:a="http://schemas.openxmlformats.org/drawingml/2006/main" noGrp="1"/>
          </p:cNvSpPr>
          <p:nvPr/>
        </p:nvSpPr>
        <p:spPr>
          <a:xfrm xmlns:a="http://schemas.openxmlformats.org/drawingml/2006/main">
            <a:off x="6515100" y="4438650"/>
            <a:ext cx="1266825" cy="247650"/>
          </a:xfrm>
          <a:prstGeom xmlns:a="http://schemas.openxmlformats.org/drawingml/2006/main" prst="roundRect">
            <a:avLst>
              <a:gd name="adj" fmla="val 30769"/>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18" name="Google Shape;1118;p21">
            <a:extLst xmlns:a="http://schemas.openxmlformats.org/drawingml/2006/main">
              <a:ext uri="{FF2B5EF4-FFF2-40B4-BE49-F238E27FC236}">
                <a16:creationId xmlns:a16="http://schemas.microsoft.com/office/drawing/2014/main" id="{E5CABEAF-98E2-48FB-B848-E00362FAC6B6}"/>
              </a:ext>
            </a:extLst>
          </p:cNvPr>
          <p:cNvSpPr>
            <a:spLocks xmlns:a="http://schemas.openxmlformats.org/drawingml/2006/main" noGrp="1"/>
          </p:cNvSpPr>
          <p:nvPr/>
        </p:nvSpPr>
        <p:spPr>
          <a:xfrm xmlns:a="http://schemas.openxmlformats.org/drawingml/2006/main">
            <a:off x="6562725" y="446722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28"/>
              <a:buFont typeface="Arial"/>
              <a:buNone/>
            </a:pPr>
            <a:r>
              <a:rPr sz="728" b="1">
                <a:solidFill>
                  <a:srgbClr val="2F6F57"/>
                </a:solidFill>
              </a:rPr>
              <a:t>Invoked</a:t>
            </a:r>
            <a:endParaRPr/>
          </a:p>
        </p:txBody>
      </p:sp>
      <p:sp>
        <p:nvSpPr>
          <p:cNvPr id="1119" name="Google Shape;1119;p21">
            <a:extLst xmlns:a="http://schemas.openxmlformats.org/drawingml/2006/main">
              <a:ext uri="{FF2B5EF4-FFF2-40B4-BE49-F238E27FC236}">
                <a16:creationId xmlns:a16="http://schemas.microsoft.com/office/drawing/2014/main" id="{1024BE7E-E49D-4BC0-9887-FF0668C117DE}"/>
              </a:ext>
            </a:extLst>
          </p:cNvPr>
          <p:cNvSpPr>
            <a:spLocks xmlns:a="http://schemas.openxmlformats.org/drawingml/2006/main" noGrp="1"/>
          </p:cNvSpPr>
          <p:nvPr/>
        </p:nvSpPr>
        <p:spPr>
          <a:xfrm xmlns:a="http://schemas.openxmlformats.org/drawingml/2006/main">
            <a:off x="619125" y="4762500"/>
            <a:ext cx="7362825"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0" name="Google Shape;1120;p21">
            <a:extLst xmlns:a="http://schemas.openxmlformats.org/drawingml/2006/main">
              <a:ext uri="{FF2B5EF4-FFF2-40B4-BE49-F238E27FC236}">
                <a16:creationId xmlns:a16="http://schemas.microsoft.com/office/drawing/2014/main" id="{D1E818FA-92DF-4967-A8F6-3008493BE5BB}"/>
              </a:ext>
            </a:extLst>
          </p:cNvPr>
          <p:cNvSpPr>
            <a:spLocks xmlns:a="http://schemas.openxmlformats.org/drawingml/2006/main" noGrp="1"/>
          </p:cNvSpPr>
          <p:nvPr/>
        </p:nvSpPr>
        <p:spPr>
          <a:xfrm xmlns:a="http://schemas.openxmlformats.org/drawingml/2006/main">
            <a:off x="619125" y="4762500"/>
            <a:ext cx="57150" cy="40005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1" name="Google Shape;1121;p21">
            <a:extLst xmlns:a="http://schemas.openxmlformats.org/drawingml/2006/main">
              <a:ext uri="{FF2B5EF4-FFF2-40B4-BE49-F238E27FC236}">
                <a16:creationId xmlns:a16="http://schemas.microsoft.com/office/drawing/2014/main" id="{14A84985-688B-4F83-9411-21320B6026E2}"/>
              </a:ext>
            </a:extLst>
          </p:cNvPr>
          <p:cNvSpPr>
            <a:spLocks xmlns:a="http://schemas.openxmlformats.org/drawingml/2006/main" noGrp="1"/>
          </p:cNvSpPr>
          <p:nvPr/>
        </p:nvSpPr>
        <p:spPr>
          <a:xfrm xmlns:a="http://schemas.openxmlformats.org/drawingml/2006/main">
            <a:off x="723900" y="4838700"/>
            <a:ext cx="361950" cy="247650"/>
          </a:xfrm>
          <a:prstGeom xmlns:a="http://schemas.openxmlformats.org/drawingml/2006/main" prst="roundRect">
            <a:avLst>
              <a:gd name="adj" fmla="val 30769"/>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2" name="Google Shape;1122;p21">
            <a:extLst xmlns:a="http://schemas.openxmlformats.org/drawingml/2006/main">
              <a:ext uri="{FF2B5EF4-FFF2-40B4-BE49-F238E27FC236}">
                <a16:creationId xmlns:a16="http://schemas.microsoft.com/office/drawing/2014/main" id="{0104054F-70F7-4013-9F2F-8FDD93F148F0}"/>
              </a:ext>
            </a:extLst>
          </p:cNvPr>
          <p:cNvSpPr>
            <a:spLocks xmlns:a="http://schemas.openxmlformats.org/drawingml/2006/main" noGrp="1"/>
          </p:cNvSpPr>
          <p:nvPr/>
        </p:nvSpPr>
        <p:spPr>
          <a:xfrm xmlns:a="http://schemas.openxmlformats.org/drawingml/2006/main">
            <a:off x="723900" y="486727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75"/>
              <a:buFont typeface="Arial"/>
              <a:buNone/>
            </a:pPr>
            <a:r>
              <a:rPr sz="675" b="1">
                <a:solidFill>
                  <a:srgbClr val="2F6F57"/>
                </a:solidFill>
              </a:rPr>
              <a:t>06</a:t>
            </a:r>
            <a:endParaRPr/>
          </a:p>
        </p:txBody>
      </p:sp>
      <p:sp>
        <p:nvSpPr>
          <p:cNvPr id="1123" name="Google Shape;1123;p21">
            <a:extLst xmlns:a="http://schemas.openxmlformats.org/drawingml/2006/main">
              <a:ext uri="{FF2B5EF4-FFF2-40B4-BE49-F238E27FC236}">
                <a16:creationId xmlns:a16="http://schemas.microsoft.com/office/drawing/2014/main" id="{46476665-32A0-4732-8472-CFC82F73813C}"/>
              </a:ext>
            </a:extLst>
          </p:cNvPr>
          <p:cNvSpPr>
            <a:spLocks xmlns:a="http://schemas.openxmlformats.org/drawingml/2006/main" noGrp="1"/>
          </p:cNvSpPr>
          <p:nvPr/>
        </p:nvSpPr>
        <p:spPr>
          <a:xfrm xmlns:a="http://schemas.openxmlformats.org/drawingml/2006/main">
            <a:off x="1181100" y="482917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Story Breakdown — v0.3.8 Candidate</a:t>
            </a:r>
            <a:endParaRPr/>
          </a:p>
        </p:txBody>
      </p:sp>
      <p:sp>
        <p:nvSpPr>
          <p:cNvPr id="1124" name="Google Shape;1124;p21">
            <a:extLst xmlns:a="http://schemas.openxmlformats.org/drawingml/2006/main">
              <a:ext uri="{FF2B5EF4-FFF2-40B4-BE49-F238E27FC236}">
                <a16:creationId xmlns:a16="http://schemas.microsoft.com/office/drawing/2014/main" id="{A4D1857C-3EA6-4CB7-83D0-C0F2CA0AC021}"/>
              </a:ext>
            </a:extLst>
          </p:cNvPr>
          <p:cNvSpPr>
            <a:spLocks xmlns:a="http://schemas.openxmlformats.org/drawingml/2006/main" noGrp="1"/>
          </p:cNvSpPr>
          <p:nvPr/>
        </p:nvSpPr>
        <p:spPr>
          <a:xfrm xmlns:a="http://schemas.openxmlformats.org/drawingml/2006/main">
            <a:off x="4657725" y="483870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kswPN0mT0u7rp4vq</a:t>
            </a:r>
            <a:endParaRPr/>
          </a:p>
        </p:txBody>
      </p:sp>
      <p:sp>
        <p:nvSpPr>
          <p:cNvPr id="1125" name="Google Shape;1125;p21">
            <a:extLst xmlns:a="http://schemas.openxmlformats.org/drawingml/2006/main">
              <a:ext uri="{FF2B5EF4-FFF2-40B4-BE49-F238E27FC236}">
                <a16:creationId xmlns:a16="http://schemas.microsoft.com/office/drawing/2014/main" id="{CB91B1D5-3EFD-4464-ABE7-DA285827D8E8}"/>
              </a:ext>
            </a:extLst>
          </p:cNvPr>
          <p:cNvSpPr>
            <a:spLocks xmlns:a="http://schemas.openxmlformats.org/drawingml/2006/main" noGrp="1"/>
          </p:cNvSpPr>
          <p:nvPr/>
        </p:nvSpPr>
        <p:spPr>
          <a:xfrm xmlns:a="http://schemas.openxmlformats.org/drawingml/2006/main">
            <a:off x="6515100" y="4838700"/>
            <a:ext cx="1266825" cy="247650"/>
          </a:xfrm>
          <a:prstGeom xmlns:a="http://schemas.openxmlformats.org/drawingml/2006/main" prst="roundRect">
            <a:avLst>
              <a:gd name="adj" fmla="val 30769"/>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6" name="Google Shape;1126;p21">
            <a:extLst xmlns:a="http://schemas.openxmlformats.org/drawingml/2006/main">
              <a:ext uri="{FF2B5EF4-FFF2-40B4-BE49-F238E27FC236}">
                <a16:creationId xmlns:a16="http://schemas.microsoft.com/office/drawing/2014/main" id="{6DC82B62-BB6F-4FAF-B38B-56E4665456BD}"/>
              </a:ext>
            </a:extLst>
          </p:cNvPr>
          <p:cNvSpPr>
            <a:spLocks xmlns:a="http://schemas.openxmlformats.org/drawingml/2006/main" noGrp="1"/>
          </p:cNvSpPr>
          <p:nvPr/>
        </p:nvSpPr>
        <p:spPr>
          <a:xfrm xmlns:a="http://schemas.openxmlformats.org/drawingml/2006/main">
            <a:off x="6562725" y="486727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28"/>
              <a:buFont typeface="Arial"/>
              <a:buNone/>
            </a:pPr>
            <a:r>
              <a:rPr sz="728" b="1">
                <a:solidFill>
                  <a:srgbClr val="2F6F57"/>
                </a:solidFill>
              </a:rPr>
              <a:t>Invoked</a:t>
            </a:r>
            <a:endParaRPr/>
          </a:p>
        </p:txBody>
      </p:sp>
      <p:sp>
        <p:nvSpPr>
          <p:cNvPr id="1127" name="Google Shape;1127;p21">
            <a:extLst xmlns:a="http://schemas.openxmlformats.org/drawingml/2006/main">
              <a:ext uri="{FF2B5EF4-FFF2-40B4-BE49-F238E27FC236}">
                <a16:creationId xmlns:a16="http://schemas.microsoft.com/office/drawing/2014/main" id="{6E669648-34E0-40BD-A05D-D32CBB7F1454}"/>
              </a:ext>
            </a:extLst>
          </p:cNvPr>
          <p:cNvSpPr>
            <a:spLocks xmlns:a="http://schemas.openxmlformats.org/drawingml/2006/main" noGrp="1"/>
          </p:cNvSpPr>
          <p:nvPr/>
        </p:nvSpPr>
        <p:spPr>
          <a:xfrm xmlns:a="http://schemas.openxmlformats.org/drawingml/2006/main">
            <a:off x="619125" y="5162550"/>
            <a:ext cx="7362825" cy="400050"/>
          </a:xfrm>
          <a:prstGeom xmlns:a="http://schemas.openxmlformats.org/drawingml/2006/main" prst="rect">
            <a:avLst/>
          </a:prstGeom>
          <a:solidFill xmlns:a="http://schemas.openxmlformats.org/drawingml/2006/main">
            <a:srgbClr val="FCFAF7"/>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8" name="Google Shape;1128;p21">
            <a:extLst xmlns:a="http://schemas.openxmlformats.org/drawingml/2006/main">
              <a:ext uri="{FF2B5EF4-FFF2-40B4-BE49-F238E27FC236}">
                <a16:creationId xmlns:a16="http://schemas.microsoft.com/office/drawing/2014/main" id="{1B250A3E-6E44-461C-BEBC-0494860C3D82}"/>
              </a:ext>
            </a:extLst>
          </p:cNvPr>
          <p:cNvSpPr>
            <a:spLocks xmlns:a="http://schemas.openxmlformats.org/drawingml/2006/main" noGrp="1"/>
          </p:cNvSpPr>
          <p:nvPr/>
        </p:nvSpPr>
        <p:spPr>
          <a:xfrm xmlns:a="http://schemas.openxmlformats.org/drawingml/2006/main">
            <a:off x="619125" y="5162550"/>
            <a:ext cx="57150" cy="4000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9" name="Google Shape;1129;p21">
            <a:extLst xmlns:a="http://schemas.openxmlformats.org/drawingml/2006/main">
              <a:ext uri="{FF2B5EF4-FFF2-40B4-BE49-F238E27FC236}">
                <a16:creationId xmlns:a16="http://schemas.microsoft.com/office/drawing/2014/main" id="{7DD98172-B9AA-439F-BBD6-BEB992DB920D}"/>
              </a:ext>
            </a:extLst>
          </p:cNvPr>
          <p:cNvSpPr>
            <a:spLocks xmlns:a="http://schemas.openxmlformats.org/drawingml/2006/main" noGrp="1"/>
          </p:cNvSpPr>
          <p:nvPr/>
        </p:nvSpPr>
        <p:spPr>
          <a:xfrm xmlns:a="http://schemas.openxmlformats.org/drawingml/2006/main">
            <a:off x="723900" y="5238750"/>
            <a:ext cx="361950" cy="247650"/>
          </a:xfrm>
          <a:prstGeom xmlns:a="http://schemas.openxmlformats.org/drawingml/2006/main" prst="roundRect">
            <a:avLst>
              <a:gd name="adj" fmla="val 30769"/>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30" name="Google Shape;1130;p21">
            <a:extLst xmlns:a="http://schemas.openxmlformats.org/drawingml/2006/main">
              <a:ext uri="{FF2B5EF4-FFF2-40B4-BE49-F238E27FC236}">
                <a16:creationId xmlns:a16="http://schemas.microsoft.com/office/drawing/2014/main" id="{78233511-9CF1-49BD-BF4F-3CB52C027CDA}"/>
              </a:ext>
            </a:extLst>
          </p:cNvPr>
          <p:cNvSpPr>
            <a:spLocks xmlns:a="http://schemas.openxmlformats.org/drawingml/2006/main" noGrp="1"/>
          </p:cNvSpPr>
          <p:nvPr/>
        </p:nvSpPr>
        <p:spPr>
          <a:xfrm xmlns:a="http://schemas.openxmlformats.org/drawingml/2006/main">
            <a:off x="723900" y="526732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75"/>
              <a:buFont typeface="Arial"/>
              <a:buNone/>
            </a:pPr>
            <a:r>
              <a:rPr sz="675" b="1">
                <a:solidFill>
                  <a:srgbClr val="3B6EBF"/>
                </a:solidFill>
              </a:rPr>
              <a:t>07</a:t>
            </a:r>
            <a:endParaRPr/>
          </a:p>
        </p:txBody>
      </p:sp>
      <p:sp>
        <p:nvSpPr>
          <p:cNvPr id="1131" name="Google Shape;1131;p21">
            <a:extLst xmlns:a="http://schemas.openxmlformats.org/drawingml/2006/main">
              <a:ext uri="{FF2B5EF4-FFF2-40B4-BE49-F238E27FC236}">
                <a16:creationId xmlns:a16="http://schemas.microsoft.com/office/drawing/2014/main" id="{F2395155-86FA-4AB1-B416-CD8CE6451452}"/>
              </a:ext>
            </a:extLst>
          </p:cNvPr>
          <p:cNvSpPr>
            <a:spLocks xmlns:a="http://schemas.openxmlformats.org/drawingml/2006/main" noGrp="1"/>
          </p:cNvSpPr>
          <p:nvPr/>
        </p:nvSpPr>
        <p:spPr>
          <a:xfrm xmlns:a="http://schemas.openxmlformats.org/drawingml/2006/main">
            <a:off x="1181100" y="522922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Final Validator + Export — v0.3.8 Candidate</a:t>
            </a:r>
            <a:endParaRPr/>
          </a:p>
        </p:txBody>
      </p:sp>
      <p:sp>
        <p:nvSpPr>
          <p:cNvPr id="1132" name="Google Shape;1132;p21">
            <a:extLst xmlns:a="http://schemas.openxmlformats.org/drawingml/2006/main">
              <a:ext uri="{FF2B5EF4-FFF2-40B4-BE49-F238E27FC236}">
                <a16:creationId xmlns:a16="http://schemas.microsoft.com/office/drawing/2014/main" id="{ACC24AA0-30A4-4FDC-8D7D-2B20D100F6F6}"/>
              </a:ext>
            </a:extLst>
          </p:cNvPr>
          <p:cNvSpPr>
            <a:spLocks xmlns:a="http://schemas.openxmlformats.org/drawingml/2006/main" noGrp="1"/>
          </p:cNvSpPr>
          <p:nvPr/>
        </p:nvSpPr>
        <p:spPr>
          <a:xfrm xmlns:a="http://schemas.openxmlformats.org/drawingml/2006/main">
            <a:off x="4657725" y="523875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gU24pjEsig7u60S4</a:t>
            </a:r>
            <a:endParaRPr/>
          </a:p>
        </p:txBody>
      </p:sp>
      <p:sp>
        <p:nvSpPr>
          <p:cNvPr id="1133" name="Google Shape;1133;p21">
            <a:extLst xmlns:a="http://schemas.openxmlformats.org/drawingml/2006/main">
              <a:ext uri="{FF2B5EF4-FFF2-40B4-BE49-F238E27FC236}">
                <a16:creationId xmlns:a16="http://schemas.microsoft.com/office/drawing/2014/main" id="{F09A7883-01C0-4819-870C-8D8C14E1C4FA}"/>
              </a:ext>
            </a:extLst>
          </p:cNvPr>
          <p:cNvSpPr>
            <a:spLocks xmlns:a="http://schemas.openxmlformats.org/drawingml/2006/main" noGrp="1"/>
          </p:cNvSpPr>
          <p:nvPr/>
        </p:nvSpPr>
        <p:spPr>
          <a:xfrm xmlns:a="http://schemas.openxmlformats.org/drawingml/2006/main">
            <a:off x="6515100" y="5238750"/>
            <a:ext cx="1266825" cy="247650"/>
          </a:xfrm>
          <a:prstGeom xmlns:a="http://schemas.openxmlformats.org/drawingml/2006/main" prst="roundRect">
            <a:avLst>
              <a:gd name="adj" fmla="val 30769"/>
            </a:avLst>
          </a:prstGeom>
          <a:solidFill xmlns:a="http://schemas.openxmlformats.org/drawingml/2006/main">
            <a:srgbClr val="F0EBE5"/>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34" name="Google Shape;1134;p21">
            <a:extLst xmlns:a="http://schemas.openxmlformats.org/drawingml/2006/main">
              <a:ext uri="{FF2B5EF4-FFF2-40B4-BE49-F238E27FC236}">
                <a16:creationId xmlns:a16="http://schemas.microsoft.com/office/drawing/2014/main" id="{DF782B28-96A2-4E2C-8575-84131A055B98}"/>
              </a:ext>
            </a:extLst>
          </p:cNvPr>
          <p:cNvSpPr>
            <a:spLocks xmlns:a="http://schemas.openxmlformats.org/drawingml/2006/main" noGrp="1"/>
          </p:cNvSpPr>
          <p:nvPr/>
        </p:nvSpPr>
        <p:spPr>
          <a:xfrm xmlns:a="http://schemas.openxmlformats.org/drawingml/2006/main">
            <a:off x="6562725" y="526732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28"/>
              <a:buFont typeface="Arial"/>
              <a:buNone/>
            </a:pPr>
            <a:r>
              <a:rPr sz="728" b="1">
                <a:solidFill>
                  <a:srgbClr val="666B70"/>
                </a:solidFill>
              </a:rPr>
              <a:t>Snapshot copy</a:t>
            </a:r>
            <a:endParaRPr/>
          </a:p>
        </p:txBody>
      </p:sp>
      <p:sp>
        <p:nvSpPr>
          <p:cNvPr id="1135" name="Google Shape;1135;p21">
            <a:extLst xmlns:a="http://schemas.openxmlformats.org/drawingml/2006/main">
              <a:ext uri="{FF2B5EF4-FFF2-40B4-BE49-F238E27FC236}">
                <a16:creationId xmlns:a16="http://schemas.microsoft.com/office/drawing/2014/main" id="{4F0466D3-1523-4DF4-AD41-7974DDBB10AE}"/>
              </a:ext>
            </a:extLst>
          </p:cNvPr>
          <p:cNvSpPr>
            <a:spLocks xmlns:a="http://schemas.openxmlformats.org/drawingml/2006/main" noGrp="1"/>
          </p:cNvSpPr>
          <p:nvPr/>
        </p:nvSpPr>
        <p:spPr>
          <a:xfrm xmlns:a="http://schemas.openxmlformats.org/drawingml/2006/main">
            <a:off x="619125" y="5562600"/>
            <a:ext cx="7362825" cy="40005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36" name="Google Shape;1136;p21">
            <a:extLst xmlns:a="http://schemas.openxmlformats.org/drawingml/2006/main">
              <a:ext uri="{FF2B5EF4-FFF2-40B4-BE49-F238E27FC236}">
                <a16:creationId xmlns:a16="http://schemas.microsoft.com/office/drawing/2014/main" id="{B58558E8-2BEB-4E26-997C-5FE9F2F856F5}"/>
              </a:ext>
            </a:extLst>
          </p:cNvPr>
          <p:cNvSpPr>
            <a:spLocks xmlns:a="http://schemas.openxmlformats.org/drawingml/2006/main" noGrp="1"/>
          </p:cNvSpPr>
          <p:nvPr/>
        </p:nvSpPr>
        <p:spPr>
          <a:xfrm xmlns:a="http://schemas.openxmlformats.org/drawingml/2006/main">
            <a:off x="619125" y="5562600"/>
            <a:ext cx="57150" cy="400050"/>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37" name="Google Shape;1137;p21">
            <a:extLst xmlns:a="http://schemas.openxmlformats.org/drawingml/2006/main">
              <a:ext uri="{FF2B5EF4-FFF2-40B4-BE49-F238E27FC236}">
                <a16:creationId xmlns:a16="http://schemas.microsoft.com/office/drawing/2014/main" id="{59BB724E-C44D-4273-9C4C-9C5A85020974}"/>
              </a:ext>
            </a:extLst>
          </p:cNvPr>
          <p:cNvSpPr>
            <a:spLocks xmlns:a="http://schemas.openxmlformats.org/drawingml/2006/main" noGrp="1"/>
          </p:cNvSpPr>
          <p:nvPr/>
        </p:nvSpPr>
        <p:spPr>
          <a:xfrm xmlns:a="http://schemas.openxmlformats.org/drawingml/2006/main">
            <a:off x="723900" y="5638800"/>
            <a:ext cx="361950" cy="247650"/>
          </a:xfrm>
          <a:prstGeom xmlns:a="http://schemas.openxmlformats.org/drawingml/2006/main" prst="roundRect">
            <a:avLst>
              <a:gd name="adj" fmla="val 30769"/>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38" name="Google Shape;1138;p21">
            <a:extLst xmlns:a="http://schemas.openxmlformats.org/drawingml/2006/main">
              <a:ext uri="{FF2B5EF4-FFF2-40B4-BE49-F238E27FC236}">
                <a16:creationId xmlns:a16="http://schemas.microsoft.com/office/drawing/2014/main" id="{A8F6E2F7-CE93-4696-A7CB-7F2CEA1DA26D}"/>
              </a:ext>
            </a:extLst>
          </p:cNvPr>
          <p:cNvSpPr>
            <a:spLocks xmlns:a="http://schemas.openxmlformats.org/drawingml/2006/main" noGrp="1"/>
          </p:cNvSpPr>
          <p:nvPr/>
        </p:nvSpPr>
        <p:spPr>
          <a:xfrm xmlns:a="http://schemas.openxmlformats.org/drawingml/2006/main">
            <a:off x="723900" y="5667375"/>
            <a:ext cx="3619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675"/>
              <a:buFont typeface="Arial"/>
              <a:buNone/>
            </a:pPr>
            <a:r>
              <a:rPr sz="675" b="1">
                <a:solidFill>
                  <a:srgbClr val="7546C8"/>
                </a:solidFill>
              </a:rPr>
              <a:t>08</a:t>
            </a:r>
            <a:endParaRPr/>
          </a:p>
        </p:txBody>
      </p:sp>
      <p:sp>
        <p:nvSpPr>
          <p:cNvPr id="1139" name="Google Shape;1139;p21">
            <a:extLst xmlns:a="http://schemas.openxmlformats.org/drawingml/2006/main">
              <a:ext uri="{FF2B5EF4-FFF2-40B4-BE49-F238E27FC236}">
                <a16:creationId xmlns:a16="http://schemas.microsoft.com/office/drawing/2014/main" id="{E1B51077-E865-4B54-BD9A-EAC821D4D51D}"/>
              </a:ext>
            </a:extLst>
          </p:cNvPr>
          <p:cNvSpPr>
            <a:spLocks xmlns:a="http://schemas.openxmlformats.org/drawingml/2006/main" noGrp="1"/>
          </p:cNvSpPr>
          <p:nvPr/>
        </p:nvSpPr>
        <p:spPr>
          <a:xfrm xmlns:a="http://schemas.openxmlformats.org/drawingml/2006/main">
            <a:off x="1181100" y="5629275"/>
            <a:ext cx="33528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b="1">
                <a:solidFill>
                  <a:srgbClr val="1A1A2E"/>
                </a:solidFill>
              </a:rPr>
              <a:t>PRD Genie — Post-Stage-7 Story Sizing — v0.3.8 Candidate</a:t>
            </a:r>
            <a:endParaRPr/>
          </a:p>
        </p:txBody>
      </p:sp>
      <p:sp>
        <p:nvSpPr>
          <p:cNvPr id="1140" name="Google Shape;1140;p21">
            <a:extLst xmlns:a="http://schemas.openxmlformats.org/drawingml/2006/main">
              <a:ext uri="{FF2B5EF4-FFF2-40B4-BE49-F238E27FC236}">
                <a16:creationId xmlns:a16="http://schemas.microsoft.com/office/drawing/2014/main" id="{7B3B780F-6FAC-4428-9809-4E3C60332E8B}"/>
              </a:ext>
            </a:extLst>
          </p:cNvPr>
          <p:cNvSpPr>
            <a:spLocks xmlns:a="http://schemas.openxmlformats.org/drawingml/2006/main" noGrp="1"/>
          </p:cNvSpPr>
          <p:nvPr/>
        </p:nvSpPr>
        <p:spPr>
          <a:xfrm xmlns:a="http://schemas.openxmlformats.org/drawingml/2006/main">
            <a:off x="4657725" y="5638800"/>
            <a:ext cx="17240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cFuv8QCLpLhtX6A6</a:t>
            </a:r>
            <a:endParaRPr/>
          </a:p>
        </p:txBody>
      </p:sp>
      <p:sp>
        <p:nvSpPr>
          <p:cNvPr id="1141" name="Google Shape;1141;p21">
            <a:extLst xmlns:a="http://schemas.openxmlformats.org/drawingml/2006/main">
              <a:ext uri="{FF2B5EF4-FFF2-40B4-BE49-F238E27FC236}">
                <a16:creationId xmlns:a16="http://schemas.microsoft.com/office/drawing/2014/main" id="{C42CA9E5-CFF4-4C4F-8629-1CBADAF9384E}"/>
              </a:ext>
            </a:extLst>
          </p:cNvPr>
          <p:cNvSpPr>
            <a:spLocks xmlns:a="http://schemas.openxmlformats.org/drawingml/2006/main" noGrp="1"/>
          </p:cNvSpPr>
          <p:nvPr/>
        </p:nvSpPr>
        <p:spPr>
          <a:xfrm xmlns:a="http://schemas.openxmlformats.org/drawingml/2006/main">
            <a:off x="6515100" y="5638800"/>
            <a:ext cx="1266825" cy="247650"/>
          </a:xfrm>
          <a:prstGeom xmlns:a="http://schemas.openxmlformats.org/drawingml/2006/main" prst="roundRect">
            <a:avLst>
              <a:gd name="adj" fmla="val 30769"/>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42" name="Google Shape;1142;p21">
            <a:extLst xmlns:a="http://schemas.openxmlformats.org/drawingml/2006/main">
              <a:ext uri="{FF2B5EF4-FFF2-40B4-BE49-F238E27FC236}">
                <a16:creationId xmlns:a16="http://schemas.microsoft.com/office/drawing/2014/main" id="{09C4C9B7-1C7F-4923-A2D8-05D3BD2F5A58}"/>
              </a:ext>
            </a:extLst>
          </p:cNvPr>
          <p:cNvSpPr>
            <a:spLocks xmlns:a="http://schemas.openxmlformats.org/drawingml/2006/main" noGrp="1"/>
          </p:cNvSpPr>
          <p:nvPr/>
        </p:nvSpPr>
        <p:spPr>
          <a:xfrm xmlns:a="http://schemas.openxmlformats.org/drawingml/2006/main">
            <a:off x="6562725" y="5667375"/>
            <a:ext cx="1171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28"/>
              <a:buFont typeface="Arial"/>
              <a:buNone/>
            </a:pPr>
            <a:r>
              <a:rPr sz="728" b="1">
                <a:solidFill>
                  <a:srgbClr val="2F6F57"/>
                </a:solidFill>
              </a:rPr>
              <a:t>Invoked</a:t>
            </a:r>
            <a:endParaRPr/>
          </a:p>
        </p:txBody>
      </p:sp>
      <p:sp>
        <p:nvSpPr>
          <p:cNvPr id="1143" name="Google Shape;1143;p21">
            <a:extLst xmlns:a="http://schemas.openxmlformats.org/drawingml/2006/main">
              <a:ext uri="{FF2B5EF4-FFF2-40B4-BE49-F238E27FC236}">
                <a16:creationId xmlns:a16="http://schemas.microsoft.com/office/drawing/2014/main" id="{BCFE1B06-6CE9-4869-8079-A5B52322BC43}"/>
              </a:ext>
            </a:extLst>
          </p:cNvPr>
          <p:cNvSpPr>
            <a:spLocks xmlns:a="http://schemas.openxmlformats.org/drawingml/2006/main" noGrp="1"/>
          </p:cNvSpPr>
          <p:nvPr/>
        </p:nvSpPr>
        <p:spPr>
          <a:xfrm xmlns:a="http://schemas.openxmlformats.org/drawingml/2006/main">
            <a:off x="8220075" y="1943100"/>
            <a:ext cx="3352800" cy="4029075"/>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44" name="Google Shape;1144;p21">
            <a:extLst xmlns:a="http://schemas.openxmlformats.org/drawingml/2006/main">
              <a:ext uri="{FF2B5EF4-FFF2-40B4-BE49-F238E27FC236}">
                <a16:creationId xmlns:a16="http://schemas.microsoft.com/office/drawing/2014/main" id="{A3D59CCF-A9CC-4970-88D6-94A71878E383}"/>
              </a:ext>
            </a:extLst>
          </p:cNvPr>
          <p:cNvSpPr>
            <a:spLocks xmlns:a="http://schemas.openxmlformats.org/drawingml/2006/main" noGrp="1"/>
          </p:cNvSpPr>
          <p:nvPr/>
        </p:nvSpPr>
        <p:spPr>
          <a:xfrm xmlns:a="http://schemas.openxmlformats.org/drawingml/2006/main">
            <a:off x="8220075" y="1943100"/>
            <a:ext cx="3352800" cy="6667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45" name="Google Shape;1145;p21">
            <a:extLst xmlns:a="http://schemas.openxmlformats.org/drawingml/2006/main">
              <a:ext uri="{FF2B5EF4-FFF2-40B4-BE49-F238E27FC236}">
                <a16:creationId xmlns:a16="http://schemas.microsoft.com/office/drawing/2014/main" id="{FFD6130C-44AE-4E04-B6D6-42267E90EECA}"/>
              </a:ext>
            </a:extLst>
          </p:cNvPr>
          <p:cNvSpPr>
            <a:spLocks xmlns:a="http://schemas.openxmlformats.org/drawingml/2006/main" noGrp="1"/>
          </p:cNvSpPr>
          <p:nvPr/>
        </p:nvSpPr>
        <p:spPr>
          <a:xfrm xmlns:a="http://schemas.openxmlformats.org/drawingml/2006/main">
            <a:off x="8467725" y="2171700"/>
            <a:ext cx="2857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10"/>
              <a:buFont typeface="Arial"/>
              <a:buNone/>
            </a:pPr>
            <a:r>
              <a:rPr sz="810" b="1">
                <a:solidFill>
                  <a:srgbClr val="2F6F57"/>
                </a:solidFill>
              </a:rPr>
              <a:t>AUTHORITATIVE RUNTIME PATH</a:t>
            </a:r>
            <a:endParaRPr/>
          </a:p>
        </p:txBody>
      </p:sp>
      <p:sp>
        <p:nvSpPr>
          <p:cNvPr id="1146" name="Google Shape;1146;p21">
            <a:extLst xmlns:a="http://schemas.openxmlformats.org/drawingml/2006/main">
              <a:ext uri="{FF2B5EF4-FFF2-40B4-BE49-F238E27FC236}">
                <a16:creationId xmlns:a16="http://schemas.microsoft.com/office/drawing/2014/main" id="{552E3D17-3ABD-432C-8D83-AC18BC21FD58}"/>
              </a:ext>
            </a:extLst>
          </p:cNvPr>
          <p:cNvSpPr>
            <a:spLocks xmlns:a="http://schemas.openxmlformats.org/drawingml/2006/main" noGrp="1"/>
          </p:cNvSpPr>
          <p:nvPr/>
        </p:nvSpPr>
        <p:spPr>
          <a:xfrm xmlns:a="http://schemas.openxmlformats.org/drawingml/2006/main">
            <a:off x="8467725" y="2409825"/>
            <a:ext cx="28575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575"/>
              <a:buFont typeface="Arial"/>
              <a:buNone/>
            </a:pPr>
            <a:r>
              <a:rPr sz="1575" b="1">
                <a:solidFill>
                  <a:srgbClr val="1A1A2E"/>
                </a:solidFill>
              </a:rPr>
              <a:t>Accepted hybrid call graph</a:t>
            </a:r>
            <a:endParaRPr/>
          </a:p>
        </p:txBody>
      </p:sp>
      <p:sp>
        <p:nvSpPr>
          <p:cNvPr id="1147" name="Google Shape;1147;p21">
            <a:extLst xmlns:a="http://schemas.openxmlformats.org/drawingml/2006/main">
              <a:ext uri="{FF2B5EF4-FFF2-40B4-BE49-F238E27FC236}">
                <a16:creationId xmlns:a16="http://schemas.microsoft.com/office/drawing/2014/main" id="{76FEA6C1-AB4C-4B21-987B-F619B180E898}"/>
              </a:ext>
            </a:extLst>
          </p:cNvPr>
          <p:cNvSpPr>
            <a:spLocks xmlns:a="http://schemas.openxmlformats.org/drawingml/2006/main" noGrp="1"/>
          </p:cNvSpPr>
          <p:nvPr/>
        </p:nvSpPr>
        <p:spPr>
          <a:xfrm xmlns:a="http://schemas.openxmlformats.org/drawingml/2006/main">
            <a:off x="8467725" y="2943225"/>
            <a:ext cx="28575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810"/>
              <a:buFont typeface="Arial"/>
              <a:buNone/>
            </a:pPr>
            <a:r>
              <a:rPr sz="810">
                <a:solidFill>
                  <a:srgbClr val="666B70"/>
                </a:solidFill>
              </a:rPr>
              <a:t>Stable controls remain in place; corrected generation and sizing stages use v0.3.8 IDs.</a:t>
            </a:r>
            <a:endParaRPr/>
          </a:p>
        </p:txBody>
      </p:sp>
      <p:sp>
        <p:nvSpPr>
          <p:cNvPr id="1148" name="Google Shape;1148;p21">
            <a:extLst xmlns:a="http://schemas.openxmlformats.org/drawingml/2006/main">
              <a:ext uri="{FF2B5EF4-FFF2-40B4-BE49-F238E27FC236}">
                <a16:creationId xmlns:a16="http://schemas.microsoft.com/office/drawing/2014/main" id="{4FA515C4-58FA-4B20-BC68-8B473862721B}"/>
              </a:ext>
            </a:extLst>
          </p:cNvPr>
          <p:cNvSpPr>
            <a:spLocks xmlns:a="http://schemas.openxmlformats.org/drawingml/2006/main" noGrp="1"/>
          </p:cNvSpPr>
          <p:nvPr/>
        </p:nvSpPr>
        <p:spPr>
          <a:xfrm xmlns:a="http://schemas.openxmlformats.org/drawingml/2006/main">
            <a:off x="8467725" y="3352800"/>
            <a:ext cx="295275" cy="276225"/>
          </a:xfrm>
          <a:prstGeom xmlns:a="http://schemas.openxmlformats.org/drawingml/2006/main" prst="roundRect">
            <a:avLst>
              <a:gd name="adj" fmla="val 27586"/>
            </a:avLst>
          </a:prstGeom>
          <a:solidFill xmlns:a="http://schemas.openxmlformats.org/drawingml/2006/main">
            <a:srgbClr val="F0EBE5"/>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49" name="Google Shape;1149;p21">
            <a:extLst xmlns:a="http://schemas.openxmlformats.org/drawingml/2006/main">
              <a:ext uri="{FF2B5EF4-FFF2-40B4-BE49-F238E27FC236}">
                <a16:creationId xmlns:a16="http://schemas.microsoft.com/office/drawing/2014/main" id="{8FFB775E-8825-4985-A1A2-5DEF5A284A24}"/>
              </a:ext>
            </a:extLst>
          </p:cNvPr>
          <p:cNvSpPr>
            <a:spLocks xmlns:a="http://schemas.openxmlformats.org/drawingml/2006/main" noGrp="1"/>
          </p:cNvSpPr>
          <p:nvPr/>
        </p:nvSpPr>
        <p:spPr>
          <a:xfrm xmlns:a="http://schemas.openxmlformats.org/drawingml/2006/main">
            <a:off x="8467725" y="3390900"/>
            <a:ext cx="295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01</a:t>
            </a:r>
            <a:endParaRPr/>
          </a:p>
        </p:txBody>
      </p:sp>
      <p:sp>
        <p:nvSpPr>
          <p:cNvPr id="1150" name="Google Shape;1150;p21">
            <a:extLst xmlns:a="http://schemas.openxmlformats.org/drawingml/2006/main">
              <a:ext uri="{FF2B5EF4-FFF2-40B4-BE49-F238E27FC236}">
                <a16:creationId xmlns:a16="http://schemas.microsoft.com/office/drawing/2014/main" id="{D73EF40E-193E-4B4B-AADE-B8781533B157}"/>
              </a:ext>
            </a:extLst>
          </p:cNvPr>
          <p:cNvSpPr>
            <a:spLocks xmlns:a="http://schemas.openxmlformats.org/drawingml/2006/main" noGrp="1"/>
          </p:cNvSpPr>
          <p:nvPr/>
        </p:nvSpPr>
        <p:spPr>
          <a:xfrm xmlns:a="http://schemas.openxmlformats.org/drawingml/2006/main">
            <a:off x="8867775" y="3333750"/>
            <a:ext cx="1438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03"/>
              <a:buFont typeface="Arial"/>
              <a:buNone/>
            </a:pPr>
            <a:r>
              <a:rPr sz="803" b="1">
                <a:solidFill>
                  <a:srgbClr val="1A1A2E"/>
                </a:solidFill>
              </a:rPr>
              <a:t>Drive + Clarification</a:t>
            </a:r>
            <a:endParaRPr/>
          </a:p>
        </p:txBody>
      </p:sp>
      <p:sp>
        <p:nvSpPr>
          <p:cNvPr id="1151" name="Google Shape;1151;p21">
            <a:extLst xmlns:a="http://schemas.openxmlformats.org/drawingml/2006/main">
              <a:ext uri="{FF2B5EF4-FFF2-40B4-BE49-F238E27FC236}">
                <a16:creationId xmlns:a16="http://schemas.microsoft.com/office/drawing/2014/main" id="{164AF098-477A-4F6E-97A6-FF4C675073C1}"/>
              </a:ext>
            </a:extLst>
          </p:cNvPr>
          <p:cNvSpPr>
            <a:spLocks xmlns:a="http://schemas.openxmlformats.org/drawingml/2006/main" noGrp="1"/>
          </p:cNvSpPr>
          <p:nvPr/>
        </p:nvSpPr>
        <p:spPr>
          <a:xfrm xmlns:a="http://schemas.openxmlformats.org/drawingml/2006/main">
            <a:off x="8867775" y="3505200"/>
            <a:ext cx="16002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60"/>
              <a:buFont typeface="Arial"/>
              <a:buNone/>
            </a:pPr>
            <a:r>
              <a:rPr sz="660">
                <a:solidFill>
                  <a:srgbClr val="666B70"/>
                </a:solidFill>
              </a:rPr>
              <a:t>m4WqDP4xJLhwyBnC</a:t>
            </a:r>
            <a:endParaRPr/>
          </a:p>
        </p:txBody>
      </p:sp>
      <p:sp>
        <p:nvSpPr>
          <p:cNvPr id="1152" name="Google Shape;1152;p21">
            <a:extLst xmlns:a="http://schemas.openxmlformats.org/drawingml/2006/main">
              <a:ext uri="{FF2B5EF4-FFF2-40B4-BE49-F238E27FC236}">
                <a16:creationId xmlns:a16="http://schemas.microsoft.com/office/drawing/2014/main" id="{DC8DCF98-AD7C-4A84-8620-CC25F612E715}"/>
              </a:ext>
            </a:extLst>
          </p:cNvPr>
          <p:cNvSpPr>
            <a:spLocks xmlns:a="http://schemas.openxmlformats.org/drawingml/2006/main" noGrp="1"/>
          </p:cNvSpPr>
          <p:nvPr/>
        </p:nvSpPr>
        <p:spPr>
          <a:xfrm xmlns:a="http://schemas.openxmlformats.org/drawingml/2006/main">
            <a:off x="10477500" y="3381375"/>
            <a:ext cx="781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75"/>
              <a:buFont typeface="Arial"/>
              <a:buNone/>
            </a:pPr>
            <a:r>
              <a:rPr sz="675" b="1">
                <a:solidFill>
                  <a:srgbClr val="666B70"/>
                </a:solidFill>
              </a:rPr>
              <a:t>STABLE</a:t>
            </a:r>
            <a:endParaRPr/>
          </a:p>
        </p:txBody>
      </p:sp>
      <p:sp>
        <p:nvSpPr>
          <p:cNvPr id="1153" name="Google Shape;1153;p21">
            <a:extLst xmlns:a="http://schemas.openxmlformats.org/drawingml/2006/main">
              <a:ext uri="{FF2B5EF4-FFF2-40B4-BE49-F238E27FC236}">
                <a16:creationId xmlns:a16="http://schemas.microsoft.com/office/drawing/2014/main" id="{6B8A7C90-7CFA-4005-8D5E-59F585A7486E}"/>
              </a:ext>
            </a:extLst>
          </p:cNvPr>
          <p:cNvSpPr>
            <a:spLocks xmlns:a="http://schemas.openxmlformats.org/drawingml/2006/main" noGrp="1"/>
          </p:cNvSpPr>
          <p:nvPr/>
        </p:nvSpPr>
        <p:spPr>
          <a:xfrm xmlns:a="http://schemas.openxmlformats.org/drawingml/2006/main">
            <a:off x="8467725" y="3724275"/>
            <a:ext cx="295275" cy="276225"/>
          </a:xfrm>
          <a:prstGeom xmlns:a="http://schemas.openxmlformats.org/drawingml/2006/main" prst="roundRect">
            <a:avLst>
              <a:gd name="adj" fmla="val 27586"/>
            </a:avLst>
          </a:prstGeom>
          <a:solidFill xmlns:a="http://schemas.openxmlformats.org/drawingml/2006/main">
            <a:srgbClr val="F0EBE5"/>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4" name="Google Shape;1154;p21">
            <a:extLst xmlns:a="http://schemas.openxmlformats.org/drawingml/2006/main">
              <a:ext uri="{FF2B5EF4-FFF2-40B4-BE49-F238E27FC236}">
                <a16:creationId xmlns:a16="http://schemas.microsoft.com/office/drawing/2014/main" id="{A31626E2-5ADE-4D5C-BC5F-99392FFA1ADD}"/>
              </a:ext>
            </a:extLst>
          </p:cNvPr>
          <p:cNvSpPr>
            <a:spLocks xmlns:a="http://schemas.openxmlformats.org/drawingml/2006/main" noGrp="1"/>
          </p:cNvSpPr>
          <p:nvPr/>
        </p:nvSpPr>
        <p:spPr>
          <a:xfrm xmlns:a="http://schemas.openxmlformats.org/drawingml/2006/main">
            <a:off x="8467725" y="3762375"/>
            <a:ext cx="295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04</a:t>
            </a:r>
            <a:endParaRPr/>
          </a:p>
        </p:txBody>
      </p:sp>
      <p:sp>
        <p:nvSpPr>
          <p:cNvPr id="1155" name="Google Shape;1155;p21">
            <a:extLst xmlns:a="http://schemas.openxmlformats.org/drawingml/2006/main">
              <a:ext uri="{FF2B5EF4-FFF2-40B4-BE49-F238E27FC236}">
                <a16:creationId xmlns:a16="http://schemas.microsoft.com/office/drawing/2014/main" id="{9D6410A8-8906-4275-9BB6-E46038C58233}"/>
              </a:ext>
            </a:extLst>
          </p:cNvPr>
          <p:cNvSpPr>
            <a:spLocks xmlns:a="http://schemas.openxmlformats.org/drawingml/2006/main" noGrp="1"/>
          </p:cNvSpPr>
          <p:nvPr/>
        </p:nvSpPr>
        <p:spPr>
          <a:xfrm xmlns:a="http://schemas.openxmlformats.org/drawingml/2006/main">
            <a:off x="8867775" y="3705225"/>
            <a:ext cx="1438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03"/>
              <a:buFont typeface="Arial"/>
              <a:buNone/>
            </a:pPr>
            <a:r>
              <a:rPr sz="803" b="1">
                <a:solidFill>
                  <a:srgbClr val="1A1A2E"/>
                </a:solidFill>
              </a:rPr>
              <a:t>Human Approval</a:t>
            </a:r>
            <a:endParaRPr/>
          </a:p>
        </p:txBody>
      </p:sp>
      <p:sp>
        <p:nvSpPr>
          <p:cNvPr id="1156" name="Google Shape;1156;p21">
            <a:extLst xmlns:a="http://schemas.openxmlformats.org/drawingml/2006/main">
              <a:ext uri="{FF2B5EF4-FFF2-40B4-BE49-F238E27FC236}">
                <a16:creationId xmlns:a16="http://schemas.microsoft.com/office/drawing/2014/main" id="{6031C758-128E-4224-A3CE-EA34ED869F52}"/>
              </a:ext>
            </a:extLst>
          </p:cNvPr>
          <p:cNvSpPr>
            <a:spLocks xmlns:a="http://schemas.openxmlformats.org/drawingml/2006/main" noGrp="1"/>
          </p:cNvSpPr>
          <p:nvPr/>
        </p:nvSpPr>
        <p:spPr>
          <a:xfrm xmlns:a="http://schemas.openxmlformats.org/drawingml/2006/main">
            <a:off x="8867775" y="3876675"/>
            <a:ext cx="16002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60"/>
              <a:buFont typeface="Arial"/>
              <a:buNone/>
            </a:pPr>
            <a:r>
              <a:rPr sz="660">
                <a:solidFill>
                  <a:srgbClr val="666B70"/>
                </a:solidFill>
              </a:rPr>
              <a:t>pui6krDb6mF9emRH</a:t>
            </a:r>
            <a:endParaRPr/>
          </a:p>
        </p:txBody>
      </p:sp>
      <p:sp>
        <p:nvSpPr>
          <p:cNvPr id="1157" name="Google Shape;1157;p21">
            <a:extLst xmlns:a="http://schemas.openxmlformats.org/drawingml/2006/main">
              <a:ext uri="{FF2B5EF4-FFF2-40B4-BE49-F238E27FC236}">
                <a16:creationId xmlns:a16="http://schemas.microsoft.com/office/drawing/2014/main" id="{15FD7B0C-BE6C-41E4-903B-DE96167C7364}"/>
              </a:ext>
            </a:extLst>
          </p:cNvPr>
          <p:cNvSpPr>
            <a:spLocks xmlns:a="http://schemas.openxmlformats.org/drawingml/2006/main" noGrp="1"/>
          </p:cNvSpPr>
          <p:nvPr/>
        </p:nvSpPr>
        <p:spPr>
          <a:xfrm xmlns:a="http://schemas.openxmlformats.org/drawingml/2006/main">
            <a:off x="10477500" y="3752850"/>
            <a:ext cx="781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75"/>
              <a:buFont typeface="Arial"/>
              <a:buNone/>
            </a:pPr>
            <a:r>
              <a:rPr sz="675" b="1">
                <a:solidFill>
                  <a:srgbClr val="666B70"/>
                </a:solidFill>
              </a:rPr>
              <a:t>STABLE</a:t>
            </a:r>
            <a:endParaRPr/>
          </a:p>
        </p:txBody>
      </p:sp>
      <p:sp>
        <p:nvSpPr>
          <p:cNvPr id="1158" name="Google Shape;1158;p21">
            <a:extLst xmlns:a="http://schemas.openxmlformats.org/drawingml/2006/main">
              <a:ext uri="{FF2B5EF4-FFF2-40B4-BE49-F238E27FC236}">
                <a16:creationId xmlns:a16="http://schemas.microsoft.com/office/drawing/2014/main" id="{A1970598-1C1C-4770-B89D-066BBA532B20}"/>
              </a:ext>
            </a:extLst>
          </p:cNvPr>
          <p:cNvSpPr>
            <a:spLocks xmlns:a="http://schemas.openxmlformats.org/drawingml/2006/main" noGrp="1"/>
          </p:cNvSpPr>
          <p:nvPr/>
        </p:nvSpPr>
        <p:spPr>
          <a:xfrm xmlns:a="http://schemas.openxmlformats.org/drawingml/2006/main">
            <a:off x="8467725" y="4095750"/>
            <a:ext cx="29527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9" name="Google Shape;1159;p21">
            <a:extLst xmlns:a="http://schemas.openxmlformats.org/drawingml/2006/main">
              <a:ext uri="{FF2B5EF4-FFF2-40B4-BE49-F238E27FC236}">
                <a16:creationId xmlns:a16="http://schemas.microsoft.com/office/drawing/2014/main" id="{358F7637-2B0E-44BE-A813-8A99B1B1E243}"/>
              </a:ext>
            </a:extLst>
          </p:cNvPr>
          <p:cNvSpPr>
            <a:spLocks xmlns:a="http://schemas.openxmlformats.org/drawingml/2006/main" noGrp="1"/>
          </p:cNvSpPr>
          <p:nvPr/>
        </p:nvSpPr>
        <p:spPr>
          <a:xfrm xmlns:a="http://schemas.openxmlformats.org/drawingml/2006/main">
            <a:off x="8467725" y="4133850"/>
            <a:ext cx="295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05</a:t>
            </a:r>
            <a:endParaRPr/>
          </a:p>
        </p:txBody>
      </p:sp>
      <p:sp>
        <p:nvSpPr>
          <p:cNvPr id="1160" name="Google Shape;1160;p21">
            <a:extLst xmlns:a="http://schemas.openxmlformats.org/drawingml/2006/main">
              <a:ext uri="{FF2B5EF4-FFF2-40B4-BE49-F238E27FC236}">
                <a16:creationId xmlns:a16="http://schemas.microsoft.com/office/drawing/2014/main" id="{796AB34D-2783-4256-BD55-768B80E98992}"/>
              </a:ext>
            </a:extLst>
          </p:cNvPr>
          <p:cNvSpPr>
            <a:spLocks xmlns:a="http://schemas.openxmlformats.org/drawingml/2006/main" noGrp="1"/>
          </p:cNvSpPr>
          <p:nvPr/>
        </p:nvSpPr>
        <p:spPr>
          <a:xfrm xmlns:a="http://schemas.openxmlformats.org/drawingml/2006/main">
            <a:off x="8867775" y="4076700"/>
            <a:ext cx="1438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03"/>
              <a:buFont typeface="Arial"/>
              <a:buNone/>
            </a:pPr>
            <a:r>
              <a:rPr sz="803" b="1">
                <a:solidFill>
                  <a:srgbClr val="1A1A2E"/>
                </a:solidFill>
              </a:rPr>
              <a:t>Production PRD</a:t>
            </a:r>
            <a:endParaRPr/>
          </a:p>
        </p:txBody>
      </p:sp>
      <p:sp>
        <p:nvSpPr>
          <p:cNvPr id="1161" name="Google Shape;1161;p21">
            <a:extLst xmlns:a="http://schemas.openxmlformats.org/drawingml/2006/main">
              <a:ext uri="{FF2B5EF4-FFF2-40B4-BE49-F238E27FC236}">
                <a16:creationId xmlns:a16="http://schemas.microsoft.com/office/drawing/2014/main" id="{F0AED56F-55D6-4748-AB62-C28F3FDF41F3}"/>
              </a:ext>
            </a:extLst>
          </p:cNvPr>
          <p:cNvSpPr>
            <a:spLocks xmlns:a="http://schemas.openxmlformats.org/drawingml/2006/main" noGrp="1"/>
          </p:cNvSpPr>
          <p:nvPr/>
        </p:nvSpPr>
        <p:spPr>
          <a:xfrm xmlns:a="http://schemas.openxmlformats.org/drawingml/2006/main">
            <a:off x="8867775" y="4248150"/>
            <a:ext cx="16002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60"/>
              <a:buFont typeface="Arial"/>
              <a:buNone/>
            </a:pPr>
            <a:r>
              <a:rPr sz="660">
                <a:solidFill>
                  <a:srgbClr val="666B70"/>
                </a:solidFill>
              </a:rPr>
              <a:t>ocoEGqFDyzzFYf3U</a:t>
            </a:r>
            <a:endParaRPr/>
          </a:p>
        </p:txBody>
      </p:sp>
      <p:sp>
        <p:nvSpPr>
          <p:cNvPr id="1162" name="Google Shape;1162;p21">
            <a:extLst xmlns:a="http://schemas.openxmlformats.org/drawingml/2006/main">
              <a:ext uri="{FF2B5EF4-FFF2-40B4-BE49-F238E27FC236}">
                <a16:creationId xmlns:a16="http://schemas.microsoft.com/office/drawing/2014/main" id="{0DFFC173-9457-4C6E-9B8B-1C2ECFDB265F}"/>
              </a:ext>
            </a:extLst>
          </p:cNvPr>
          <p:cNvSpPr>
            <a:spLocks xmlns:a="http://schemas.openxmlformats.org/drawingml/2006/main" noGrp="1"/>
          </p:cNvSpPr>
          <p:nvPr/>
        </p:nvSpPr>
        <p:spPr>
          <a:xfrm xmlns:a="http://schemas.openxmlformats.org/drawingml/2006/main">
            <a:off x="10477500" y="4124325"/>
            <a:ext cx="781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75"/>
              <a:buFont typeface="Arial"/>
              <a:buNone/>
            </a:pPr>
            <a:r>
              <a:rPr sz="675" b="1">
                <a:solidFill>
                  <a:srgbClr val="2F6F57"/>
                </a:solidFill>
              </a:rPr>
              <a:t>v0.3.8</a:t>
            </a:r>
            <a:endParaRPr/>
          </a:p>
        </p:txBody>
      </p:sp>
      <p:sp>
        <p:nvSpPr>
          <p:cNvPr id="1163" name="Google Shape;1163;p21">
            <a:extLst xmlns:a="http://schemas.openxmlformats.org/drawingml/2006/main">
              <a:ext uri="{FF2B5EF4-FFF2-40B4-BE49-F238E27FC236}">
                <a16:creationId xmlns:a16="http://schemas.microsoft.com/office/drawing/2014/main" id="{C453932C-4197-4466-AED5-AA370196C00F}"/>
              </a:ext>
            </a:extLst>
          </p:cNvPr>
          <p:cNvSpPr>
            <a:spLocks xmlns:a="http://schemas.openxmlformats.org/drawingml/2006/main" noGrp="1"/>
          </p:cNvSpPr>
          <p:nvPr/>
        </p:nvSpPr>
        <p:spPr>
          <a:xfrm xmlns:a="http://schemas.openxmlformats.org/drawingml/2006/main">
            <a:off x="8467725" y="4467225"/>
            <a:ext cx="29527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64" name="Google Shape;1164;p21">
            <a:extLst xmlns:a="http://schemas.openxmlformats.org/drawingml/2006/main">
              <a:ext uri="{FF2B5EF4-FFF2-40B4-BE49-F238E27FC236}">
                <a16:creationId xmlns:a16="http://schemas.microsoft.com/office/drawing/2014/main" id="{C19BC606-560F-4472-84BE-D88517CE6B7F}"/>
              </a:ext>
            </a:extLst>
          </p:cNvPr>
          <p:cNvSpPr>
            <a:spLocks xmlns:a="http://schemas.openxmlformats.org/drawingml/2006/main" noGrp="1"/>
          </p:cNvSpPr>
          <p:nvPr/>
        </p:nvSpPr>
        <p:spPr>
          <a:xfrm xmlns:a="http://schemas.openxmlformats.org/drawingml/2006/main">
            <a:off x="8467725" y="4505325"/>
            <a:ext cx="295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06</a:t>
            </a:r>
            <a:endParaRPr/>
          </a:p>
        </p:txBody>
      </p:sp>
      <p:sp>
        <p:nvSpPr>
          <p:cNvPr id="1165" name="Google Shape;1165;p21">
            <a:extLst xmlns:a="http://schemas.openxmlformats.org/drawingml/2006/main">
              <a:ext uri="{FF2B5EF4-FFF2-40B4-BE49-F238E27FC236}">
                <a16:creationId xmlns:a16="http://schemas.microsoft.com/office/drawing/2014/main" id="{F45D1FA7-A8C5-48E9-A7C6-7F8671837289}"/>
              </a:ext>
            </a:extLst>
          </p:cNvPr>
          <p:cNvSpPr>
            <a:spLocks xmlns:a="http://schemas.openxmlformats.org/drawingml/2006/main" noGrp="1"/>
          </p:cNvSpPr>
          <p:nvPr/>
        </p:nvSpPr>
        <p:spPr>
          <a:xfrm xmlns:a="http://schemas.openxmlformats.org/drawingml/2006/main">
            <a:off x="8867775" y="4448175"/>
            <a:ext cx="1438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03"/>
              <a:buFont typeface="Arial"/>
              <a:buNone/>
            </a:pPr>
            <a:r>
              <a:rPr sz="803" b="1">
                <a:solidFill>
                  <a:srgbClr val="1A1A2E"/>
                </a:solidFill>
              </a:rPr>
              <a:t>Story Breakdown</a:t>
            </a:r>
            <a:endParaRPr/>
          </a:p>
        </p:txBody>
      </p:sp>
      <p:sp>
        <p:nvSpPr>
          <p:cNvPr id="1166" name="Google Shape;1166;p21">
            <a:extLst xmlns:a="http://schemas.openxmlformats.org/drawingml/2006/main">
              <a:ext uri="{FF2B5EF4-FFF2-40B4-BE49-F238E27FC236}">
                <a16:creationId xmlns:a16="http://schemas.microsoft.com/office/drawing/2014/main" id="{938BF9B2-36CC-4570-A1FD-21BE2CBF2008}"/>
              </a:ext>
            </a:extLst>
          </p:cNvPr>
          <p:cNvSpPr>
            <a:spLocks xmlns:a="http://schemas.openxmlformats.org/drawingml/2006/main" noGrp="1"/>
          </p:cNvSpPr>
          <p:nvPr/>
        </p:nvSpPr>
        <p:spPr>
          <a:xfrm xmlns:a="http://schemas.openxmlformats.org/drawingml/2006/main">
            <a:off x="8867775" y="4619625"/>
            <a:ext cx="16002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60"/>
              <a:buFont typeface="Arial"/>
              <a:buNone/>
            </a:pPr>
            <a:r>
              <a:rPr sz="660">
                <a:solidFill>
                  <a:srgbClr val="666B70"/>
                </a:solidFill>
              </a:rPr>
              <a:t>kswPN0mT0u7rp4vq</a:t>
            </a:r>
            <a:endParaRPr/>
          </a:p>
        </p:txBody>
      </p:sp>
      <p:sp>
        <p:nvSpPr>
          <p:cNvPr id="1167" name="Google Shape;1167;p21">
            <a:extLst xmlns:a="http://schemas.openxmlformats.org/drawingml/2006/main">
              <a:ext uri="{FF2B5EF4-FFF2-40B4-BE49-F238E27FC236}">
                <a16:creationId xmlns:a16="http://schemas.microsoft.com/office/drawing/2014/main" id="{473446F5-D24F-461F-961F-8141BBDF783C}"/>
              </a:ext>
            </a:extLst>
          </p:cNvPr>
          <p:cNvSpPr>
            <a:spLocks xmlns:a="http://schemas.openxmlformats.org/drawingml/2006/main" noGrp="1"/>
          </p:cNvSpPr>
          <p:nvPr/>
        </p:nvSpPr>
        <p:spPr>
          <a:xfrm xmlns:a="http://schemas.openxmlformats.org/drawingml/2006/main">
            <a:off x="10477500" y="4495800"/>
            <a:ext cx="781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75"/>
              <a:buFont typeface="Arial"/>
              <a:buNone/>
            </a:pPr>
            <a:r>
              <a:rPr sz="675" b="1">
                <a:solidFill>
                  <a:srgbClr val="2F6F57"/>
                </a:solidFill>
              </a:rPr>
              <a:t>v0.3.8</a:t>
            </a:r>
            <a:endParaRPr/>
          </a:p>
        </p:txBody>
      </p:sp>
      <p:sp>
        <p:nvSpPr>
          <p:cNvPr id="1168" name="Google Shape;1168;p21">
            <a:extLst xmlns:a="http://schemas.openxmlformats.org/drawingml/2006/main">
              <a:ext uri="{FF2B5EF4-FFF2-40B4-BE49-F238E27FC236}">
                <a16:creationId xmlns:a16="http://schemas.microsoft.com/office/drawing/2014/main" id="{FF18FD2B-015E-4E52-B2F0-D73A6EF6DEDB}"/>
              </a:ext>
            </a:extLst>
          </p:cNvPr>
          <p:cNvSpPr>
            <a:spLocks xmlns:a="http://schemas.openxmlformats.org/drawingml/2006/main" noGrp="1"/>
          </p:cNvSpPr>
          <p:nvPr/>
        </p:nvSpPr>
        <p:spPr>
          <a:xfrm xmlns:a="http://schemas.openxmlformats.org/drawingml/2006/main">
            <a:off x="8467725" y="4838700"/>
            <a:ext cx="295275" cy="276225"/>
          </a:xfrm>
          <a:prstGeom xmlns:a="http://schemas.openxmlformats.org/drawingml/2006/main" prst="roundRect">
            <a:avLst>
              <a:gd name="adj" fmla="val 27586"/>
            </a:avLst>
          </a:prstGeom>
          <a:solidFill xmlns:a="http://schemas.openxmlformats.org/drawingml/2006/main">
            <a:srgbClr val="F0EBE5"/>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69" name="Google Shape;1169;p21">
            <a:extLst xmlns:a="http://schemas.openxmlformats.org/drawingml/2006/main">
              <a:ext uri="{FF2B5EF4-FFF2-40B4-BE49-F238E27FC236}">
                <a16:creationId xmlns:a16="http://schemas.microsoft.com/office/drawing/2014/main" id="{A3D641CC-FA61-4489-83CD-D0C09581F16F}"/>
              </a:ext>
            </a:extLst>
          </p:cNvPr>
          <p:cNvSpPr>
            <a:spLocks xmlns:a="http://schemas.openxmlformats.org/drawingml/2006/main" noGrp="1"/>
          </p:cNvSpPr>
          <p:nvPr/>
        </p:nvSpPr>
        <p:spPr>
          <a:xfrm xmlns:a="http://schemas.openxmlformats.org/drawingml/2006/main">
            <a:off x="8467725" y="4876800"/>
            <a:ext cx="295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07</a:t>
            </a:r>
            <a:endParaRPr/>
          </a:p>
        </p:txBody>
      </p:sp>
      <p:sp>
        <p:nvSpPr>
          <p:cNvPr id="1170" name="Google Shape;1170;p21">
            <a:extLst xmlns:a="http://schemas.openxmlformats.org/drawingml/2006/main">
              <a:ext uri="{FF2B5EF4-FFF2-40B4-BE49-F238E27FC236}">
                <a16:creationId xmlns:a16="http://schemas.microsoft.com/office/drawing/2014/main" id="{C7F9DFCE-410E-4119-BC77-1D5653516088}"/>
              </a:ext>
            </a:extLst>
          </p:cNvPr>
          <p:cNvSpPr>
            <a:spLocks xmlns:a="http://schemas.openxmlformats.org/drawingml/2006/main" noGrp="1"/>
          </p:cNvSpPr>
          <p:nvPr/>
        </p:nvSpPr>
        <p:spPr>
          <a:xfrm xmlns:a="http://schemas.openxmlformats.org/drawingml/2006/main">
            <a:off x="8867775" y="4819650"/>
            <a:ext cx="1438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03"/>
              <a:buFont typeface="Arial"/>
              <a:buNone/>
            </a:pPr>
            <a:r>
              <a:rPr sz="803" b="1">
                <a:solidFill>
                  <a:srgbClr val="1A1A2E"/>
                </a:solidFill>
              </a:rPr>
              <a:t>Validator + Export</a:t>
            </a:r>
            <a:endParaRPr/>
          </a:p>
        </p:txBody>
      </p:sp>
      <p:sp>
        <p:nvSpPr>
          <p:cNvPr id="1171" name="Google Shape;1171;p21">
            <a:extLst xmlns:a="http://schemas.openxmlformats.org/drawingml/2006/main">
              <a:ext uri="{FF2B5EF4-FFF2-40B4-BE49-F238E27FC236}">
                <a16:creationId xmlns:a16="http://schemas.microsoft.com/office/drawing/2014/main" id="{8585936F-72C2-469F-83FF-2819091030C9}"/>
              </a:ext>
            </a:extLst>
          </p:cNvPr>
          <p:cNvSpPr>
            <a:spLocks xmlns:a="http://schemas.openxmlformats.org/drawingml/2006/main" noGrp="1"/>
          </p:cNvSpPr>
          <p:nvPr/>
        </p:nvSpPr>
        <p:spPr>
          <a:xfrm xmlns:a="http://schemas.openxmlformats.org/drawingml/2006/main">
            <a:off x="8867775" y="4991100"/>
            <a:ext cx="16002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60"/>
              <a:buFont typeface="Arial"/>
              <a:buNone/>
            </a:pPr>
            <a:r>
              <a:rPr sz="660">
                <a:solidFill>
                  <a:srgbClr val="666B70"/>
                </a:solidFill>
              </a:rPr>
              <a:t>PCV1gEpUt8ZxOVyw</a:t>
            </a:r>
            <a:endParaRPr/>
          </a:p>
        </p:txBody>
      </p:sp>
      <p:sp>
        <p:nvSpPr>
          <p:cNvPr id="1172" name="Google Shape;1172;p21">
            <a:extLst xmlns:a="http://schemas.openxmlformats.org/drawingml/2006/main">
              <a:ext uri="{FF2B5EF4-FFF2-40B4-BE49-F238E27FC236}">
                <a16:creationId xmlns:a16="http://schemas.microsoft.com/office/drawing/2014/main" id="{D4C1FF7B-565C-465F-AC83-E9FAC18316DD}"/>
              </a:ext>
            </a:extLst>
          </p:cNvPr>
          <p:cNvSpPr>
            <a:spLocks xmlns:a="http://schemas.openxmlformats.org/drawingml/2006/main" noGrp="1"/>
          </p:cNvSpPr>
          <p:nvPr/>
        </p:nvSpPr>
        <p:spPr>
          <a:xfrm xmlns:a="http://schemas.openxmlformats.org/drawingml/2006/main">
            <a:off x="10477500" y="4867275"/>
            <a:ext cx="781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75"/>
              <a:buFont typeface="Arial"/>
              <a:buNone/>
            </a:pPr>
            <a:r>
              <a:rPr sz="675" b="1">
                <a:solidFill>
                  <a:srgbClr val="666B70"/>
                </a:solidFill>
              </a:rPr>
              <a:t>STABLE</a:t>
            </a:r>
            <a:endParaRPr/>
          </a:p>
        </p:txBody>
      </p:sp>
      <p:sp>
        <p:nvSpPr>
          <p:cNvPr id="1173" name="Google Shape;1173;p21">
            <a:extLst xmlns:a="http://schemas.openxmlformats.org/drawingml/2006/main">
              <a:ext uri="{FF2B5EF4-FFF2-40B4-BE49-F238E27FC236}">
                <a16:creationId xmlns:a16="http://schemas.microsoft.com/office/drawing/2014/main" id="{26C2AE51-8E73-45C1-AE35-0778F33CA1D0}"/>
              </a:ext>
            </a:extLst>
          </p:cNvPr>
          <p:cNvSpPr>
            <a:spLocks xmlns:a="http://schemas.openxmlformats.org/drawingml/2006/main" noGrp="1"/>
          </p:cNvSpPr>
          <p:nvPr/>
        </p:nvSpPr>
        <p:spPr>
          <a:xfrm xmlns:a="http://schemas.openxmlformats.org/drawingml/2006/main">
            <a:off x="8467725" y="5210175"/>
            <a:ext cx="295275" cy="276225"/>
          </a:xfrm>
          <a:prstGeom xmlns:a="http://schemas.openxmlformats.org/drawingml/2006/main" prst="roundRect">
            <a:avLst>
              <a:gd name="adj" fmla="val 275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74" name="Google Shape;1174;p21">
            <a:extLst xmlns:a="http://schemas.openxmlformats.org/drawingml/2006/main">
              <a:ext uri="{FF2B5EF4-FFF2-40B4-BE49-F238E27FC236}">
                <a16:creationId xmlns:a16="http://schemas.microsoft.com/office/drawing/2014/main" id="{CF439951-6011-49AE-BEAE-46ADF46CC34F}"/>
              </a:ext>
            </a:extLst>
          </p:cNvPr>
          <p:cNvSpPr>
            <a:spLocks xmlns:a="http://schemas.openxmlformats.org/drawingml/2006/main" noGrp="1"/>
          </p:cNvSpPr>
          <p:nvPr/>
        </p:nvSpPr>
        <p:spPr>
          <a:xfrm xmlns:a="http://schemas.openxmlformats.org/drawingml/2006/main">
            <a:off x="8467725" y="5248275"/>
            <a:ext cx="295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08</a:t>
            </a:r>
            <a:endParaRPr/>
          </a:p>
        </p:txBody>
      </p:sp>
      <p:sp>
        <p:nvSpPr>
          <p:cNvPr id="1175" name="Google Shape;1175;p21">
            <a:extLst xmlns:a="http://schemas.openxmlformats.org/drawingml/2006/main">
              <a:ext uri="{FF2B5EF4-FFF2-40B4-BE49-F238E27FC236}">
                <a16:creationId xmlns:a16="http://schemas.microsoft.com/office/drawing/2014/main" id="{B3373D12-28C7-4727-A325-2C8AC97D6A59}"/>
              </a:ext>
            </a:extLst>
          </p:cNvPr>
          <p:cNvSpPr>
            <a:spLocks xmlns:a="http://schemas.openxmlformats.org/drawingml/2006/main" noGrp="1"/>
          </p:cNvSpPr>
          <p:nvPr/>
        </p:nvSpPr>
        <p:spPr>
          <a:xfrm xmlns:a="http://schemas.openxmlformats.org/drawingml/2006/main">
            <a:off x="8867775" y="5191125"/>
            <a:ext cx="14382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03"/>
              <a:buFont typeface="Arial"/>
              <a:buNone/>
            </a:pPr>
            <a:r>
              <a:rPr sz="803" b="1">
                <a:solidFill>
                  <a:srgbClr val="1A1A2E"/>
                </a:solidFill>
              </a:rPr>
              <a:t>Story Sizing</a:t>
            </a:r>
            <a:endParaRPr/>
          </a:p>
        </p:txBody>
      </p:sp>
      <p:sp>
        <p:nvSpPr>
          <p:cNvPr id="1176" name="Google Shape;1176;p21">
            <a:extLst xmlns:a="http://schemas.openxmlformats.org/drawingml/2006/main">
              <a:ext uri="{FF2B5EF4-FFF2-40B4-BE49-F238E27FC236}">
                <a16:creationId xmlns:a16="http://schemas.microsoft.com/office/drawing/2014/main" id="{0C679752-42CB-4633-8408-FFCE4863FB78}"/>
              </a:ext>
            </a:extLst>
          </p:cNvPr>
          <p:cNvSpPr>
            <a:spLocks xmlns:a="http://schemas.openxmlformats.org/drawingml/2006/main" noGrp="1"/>
          </p:cNvSpPr>
          <p:nvPr/>
        </p:nvSpPr>
        <p:spPr>
          <a:xfrm xmlns:a="http://schemas.openxmlformats.org/drawingml/2006/main">
            <a:off x="8867775" y="5362575"/>
            <a:ext cx="16002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60"/>
              <a:buFont typeface="Arial"/>
              <a:buNone/>
            </a:pPr>
            <a:r>
              <a:rPr sz="660">
                <a:solidFill>
                  <a:srgbClr val="666B70"/>
                </a:solidFill>
              </a:rPr>
              <a:t>cFuv8QCLpLhtX6A6</a:t>
            </a:r>
            <a:endParaRPr/>
          </a:p>
        </p:txBody>
      </p:sp>
      <p:sp>
        <p:nvSpPr>
          <p:cNvPr id="1177" name="Google Shape;1177;p21">
            <a:extLst xmlns:a="http://schemas.openxmlformats.org/drawingml/2006/main">
              <a:ext uri="{FF2B5EF4-FFF2-40B4-BE49-F238E27FC236}">
                <a16:creationId xmlns:a16="http://schemas.microsoft.com/office/drawing/2014/main" id="{E01B043A-B778-4A02-B553-FBA0BC5AE9D1}"/>
              </a:ext>
            </a:extLst>
          </p:cNvPr>
          <p:cNvSpPr>
            <a:spLocks xmlns:a="http://schemas.openxmlformats.org/drawingml/2006/main" noGrp="1"/>
          </p:cNvSpPr>
          <p:nvPr/>
        </p:nvSpPr>
        <p:spPr>
          <a:xfrm xmlns:a="http://schemas.openxmlformats.org/drawingml/2006/main">
            <a:off x="10477500" y="5238750"/>
            <a:ext cx="781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75"/>
              <a:buFont typeface="Arial"/>
              <a:buNone/>
            </a:pPr>
            <a:r>
              <a:rPr sz="675" b="1">
                <a:solidFill>
                  <a:srgbClr val="2F6F57"/>
                </a:solidFill>
              </a:rPr>
              <a:t>v0.3.8</a:t>
            </a:r>
            <a:endParaRPr/>
          </a:p>
        </p:txBody>
      </p:sp>
      <p:sp>
        <p:nvSpPr>
          <p:cNvPr id="1178" name="Google Shape;1178;p21">
            <a:extLst xmlns:a="http://schemas.openxmlformats.org/drawingml/2006/main">
              <a:ext uri="{FF2B5EF4-FFF2-40B4-BE49-F238E27FC236}">
                <a16:creationId xmlns:a16="http://schemas.microsoft.com/office/drawing/2014/main" id="{F57670DE-78D5-46A4-A670-C8C7352C2A5C}"/>
              </a:ext>
            </a:extLst>
          </p:cNvPr>
          <p:cNvSpPr>
            <a:spLocks xmlns:a="http://schemas.openxmlformats.org/drawingml/2006/main" noGrp="1"/>
          </p:cNvSpPr>
          <p:nvPr/>
        </p:nvSpPr>
        <p:spPr>
          <a:xfrm xmlns:a="http://schemas.openxmlformats.org/drawingml/2006/main">
            <a:off x="8420100" y="5638800"/>
            <a:ext cx="2952750" cy="238125"/>
          </a:xfrm>
          <a:prstGeom xmlns:a="http://schemas.openxmlformats.org/drawingml/2006/main" prst="roundRect">
            <a:avLst>
              <a:gd name="adj" fmla="val 32000"/>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79" name="Google Shape;1179;p21">
            <a:extLst xmlns:a="http://schemas.openxmlformats.org/drawingml/2006/main">
              <a:ext uri="{FF2B5EF4-FFF2-40B4-BE49-F238E27FC236}">
                <a16:creationId xmlns:a16="http://schemas.microsoft.com/office/drawing/2014/main" id="{C6EFBA7D-AEEC-44BC-8DE2-E15E202E2948}"/>
              </a:ext>
            </a:extLst>
          </p:cNvPr>
          <p:cNvSpPr>
            <a:spLocks xmlns:a="http://schemas.openxmlformats.org/drawingml/2006/main" noGrp="1"/>
          </p:cNvSpPr>
          <p:nvPr/>
        </p:nvSpPr>
        <p:spPr>
          <a:xfrm xmlns:a="http://schemas.openxmlformats.org/drawingml/2006/main">
            <a:off x="8486775" y="5676900"/>
            <a:ext cx="28194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28"/>
              <a:buFont typeface="Arial"/>
              <a:buNone/>
            </a:pPr>
            <a:r>
              <a:rPr sz="728" b="1">
                <a:solidFill>
                  <a:srgbClr val="2F6F57"/>
                </a:solidFill>
              </a:rPr>
              <a:t>Execution 11901 · RUN-S2-11902-16e7090e</a:t>
            </a:r>
            <a:endParaRPr/>
          </a:p>
        </p:txBody>
      </p:sp>
      <p:sp>
        <p:nvSpPr>
          <p:cNvPr id="1180" name="Google Shape;1180;p21">
            <a:extLst xmlns:a="http://schemas.openxmlformats.org/drawingml/2006/main">
              <a:ext uri="{FF2B5EF4-FFF2-40B4-BE49-F238E27FC236}">
                <a16:creationId xmlns:a16="http://schemas.microsoft.com/office/drawing/2014/main" id="{BAB5E1A7-34DD-4C8B-AF63-99245580AE4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81" name="Google Shape;1181;p21">
            <a:extLst xmlns:a="http://schemas.openxmlformats.org/drawingml/2006/main">
              <a:ext uri="{FF2B5EF4-FFF2-40B4-BE49-F238E27FC236}">
                <a16:creationId xmlns:a16="http://schemas.microsoft.com/office/drawing/2014/main" id="{459B0D5C-4F32-4293-AC9B-D41066BB8BB2}"/>
              </a:ext>
            </a:extLst>
          </p:cNvPr>
          <p:cNvSpPr>
            <a:spLocks xmlns:a="http://schemas.openxmlformats.org/drawingml/2006/main" noGrp="1"/>
          </p:cNvSpPr>
          <p:nvPr/>
        </p:nvSpPr>
        <p:spPr>
          <a:xfrm xmlns:a="http://schemas.openxmlformats.org/drawingml/2006/main">
            <a:off x="781050" y="6381750"/>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A2</a:t>
            </a:r>
            <a:endParaRPr/>
          </a:p>
        </p:txBody>
      </p:sp>
      <p:sp>
        <p:nvSpPr>
          <p:cNvPr id="1182" name="Google Shape;1182;p21">
            <a:extLst xmlns:a="http://schemas.openxmlformats.org/drawingml/2006/main">
              <a:ext uri="{FF2B5EF4-FFF2-40B4-BE49-F238E27FC236}">
                <a16:creationId xmlns:a16="http://schemas.microsoft.com/office/drawing/2014/main" id="{C972EE0C-A9C8-479D-BD0D-218F48D57F3C}"/>
              </a:ext>
            </a:extLst>
          </p:cNvPr>
          <p:cNvSpPr>
            <a:spLocks xmlns:a="http://schemas.openxmlformats.org/drawingml/2006/main" noGrp="1"/>
          </p:cNvSpPr>
          <p:nvPr/>
        </p:nvSpPr>
        <p:spPr>
          <a:xfrm xmlns:a="http://schemas.openxmlformats.org/drawingml/2006/main">
            <a:off x="2705100" y="6343650"/>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00"/>
              <a:buFont typeface="Arial"/>
              <a:buNone/>
            </a:pPr>
            <a:r>
              <a:rPr sz="1200" b="1">
                <a:solidFill>
                  <a:srgbClr val="FFFFFF"/>
                </a:solidFill>
              </a:rPr>
              <a:t>Complete candidate exports preserve reproducibility; the accepted runtime preserves proven controls.</a:t>
            </a:r>
            <a:endParaRPr/>
          </a:p>
        </p:txBody>
      </p:sp>
    </p:spTree>
    <p:extLst>
      <p:ext uri="{BB962C8B-B14F-4D97-AF65-F5344CB8AC3E}">
        <p14:creationId xmlns:p14="http://schemas.microsoft.com/office/powerpoint/2010/main" val="1477695166"/>
      </p:ext>
    </p:extLst>
  </p:cSld>
</p:sld>
</file>

<file path=ppt/slides/slide22.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188" name="Google Shape;1188;p22">
            <a:extLst xmlns:a="http://schemas.openxmlformats.org/drawingml/2006/main">
              <a:ext uri="{FF2B5EF4-FFF2-40B4-BE49-F238E27FC236}">
                <a16:creationId xmlns:a16="http://schemas.microsoft.com/office/drawing/2014/main" id="{F780E9A2-3A3F-43B6-ABA4-75E1984A7DC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89" name="Google Shape;1189;p22">
            <a:extLst xmlns:a="http://schemas.openxmlformats.org/drawingml/2006/main">
              <a:ext uri="{FF2B5EF4-FFF2-40B4-BE49-F238E27FC236}">
                <a16:creationId xmlns:a16="http://schemas.microsoft.com/office/drawing/2014/main" id="{0CC25748-49B2-432D-B25E-CD99BECCFCA7}"/>
              </a:ext>
            </a:extLst>
          </p:cNvPr>
          <p:cNvSpPr>
            <a:spLocks xmlns:a="http://schemas.openxmlformats.org/drawingml/2006/main" noGrp="1"/>
          </p:cNvSpPr>
          <p:nvPr/>
        </p:nvSpPr>
        <p:spPr>
          <a:xfrm xmlns:a="http://schemas.openxmlformats.org/drawingml/2006/main">
            <a:off x="514350" y="685800"/>
            <a:ext cx="66675" cy="8001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90" name="Google Shape;1190;p22">
            <a:extLst xmlns:a="http://schemas.openxmlformats.org/drawingml/2006/main">
              <a:ext uri="{FF2B5EF4-FFF2-40B4-BE49-F238E27FC236}">
                <a16:creationId xmlns:a16="http://schemas.microsoft.com/office/drawing/2014/main" id="{795FF95B-D54C-41C0-BD27-D6CB46DB8C03}"/>
              </a:ext>
            </a:extLst>
          </p:cNvPr>
          <p:cNvSpPr>
            <a:spLocks xmlns:a="http://schemas.openxmlformats.org/drawingml/2006/main" noGrp="1"/>
          </p:cNvSpPr>
          <p:nvPr/>
        </p:nvSpPr>
        <p:spPr>
          <a:xfrm xmlns:a="http://schemas.openxmlformats.org/drawingml/2006/main">
            <a:off x="781050" y="495300"/>
            <a:ext cx="6667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A3  ·  TECHNICAL CALL GRAPH</a:t>
            </a:r>
            <a:endParaRPr/>
          </a:p>
        </p:txBody>
      </p:sp>
      <p:sp>
        <p:nvSpPr>
          <p:cNvPr id="1191" name="Google Shape;1191;p22">
            <a:extLst xmlns:a="http://schemas.openxmlformats.org/drawingml/2006/main">
              <a:ext uri="{FF2B5EF4-FFF2-40B4-BE49-F238E27FC236}">
                <a16:creationId xmlns:a16="http://schemas.microsoft.com/office/drawing/2014/main" id="{5BD7DEB6-0BA8-4142-A860-9F246AC1F6B1}"/>
              </a:ext>
            </a:extLst>
          </p:cNvPr>
          <p:cNvSpPr>
            <a:spLocks xmlns:a="http://schemas.openxmlformats.org/drawingml/2006/main" noGrp="1"/>
          </p:cNvSpPr>
          <p:nvPr/>
        </p:nvSpPr>
        <p:spPr>
          <a:xfrm xmlns:a="http://schemas.openxmlformats.org/drawingml/2006/main">
            <a:off x="781050" y="828675"/>
            <a:ext cx="106299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One governed sequence connects all eight logical stages</a:t>
            </a:r>
            <a:endParaRPr/>
          </a:p>
        </p:txBody>
      </p:sp>
      <p:sp>
        <p:nvSpPr>
          <p:cNvPr id="1192" name="Google Shape;1192;p22">
            <a:extLst xmlns:a="http://schemas.openxmlformats.org/drawingml/2006/main">
              <a:ext uri="{FF2B5EF4-FFF2-40B4-BE49-F238E27FC236}">
                <a16:creationId xmlns:a16="http://schemas.microsoft.com/office/drawing/2014/main" id="{32AAA9F0-E1A8-4037-A5FD-6D9EADAFED9D}"/>
              </a:ext>
            </a:extLst>
          </p:cNvPr>
          <p:cNvSpPr>
            <a:spLocks xmlns:a="http://schemas.openxmlformats.org/drawingml/2006/main" noGrp="1"/>
          </p:cNvSpPr>
          <p:nvPr/>
        </p:nvSpPr>
        <p:spPr>
          <a:xfrm xmlns:a="http://schemas.openxmlformats.org/drawingml/2006/main">
            <a:off x="781050" y="1438275"/>
            <a:ext cx="106299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163"/>
              <a:buFont typeface="Arial"/>
              <a:buNone/>
            </a:pPr>
            <a:r>
              <a:rPr sz="1163">
                <a:solidFill>
                  <a:srgbClr val="666B70"/>
                </a:solidFill>
              </a:rPr>
              <a:t>Six stages are direct child calls; Requirement Extraction and Gap Analysis remain retained logical contracts within the analysis path.</a:t>
            </a:r>
            <a:endParaRPr/>
          </a:p>
        </p:txBody>
      </p:sp>
      <p:sp>
        <p:nvSpPr>
          <p:cNvPr id="1193" name="Google Shape;1193;p22">
            <a:extLst xmlns:a="http://schemas.openxmlformats.org/drawingml/2006/main">
              <a:ext uri="{FF2B5EF4-FFF2-40B4-BE49-F238E27FC236}">
                <a16:creationId xmlns:a16="http://schemas.microsoft.com/office/drawing/2014/main" id="{D1CA02C7-97D2-46E6-AF95-37324D3BA8D8}"/>
              </a:ext>
            </a:extLst>
          </p:cNvPr>
          <p:cNvSpPr>
            <a:spLocks xmlns:a="http://schemas.openxmlformats.org/drawingml/2006/main" noGrp="1"/>
          </p:cNvSpPr>
          <p:nvPr/>
        </p:nvSpPr>
        <p:spPr>
          <a:xfrm xmlns:a="http://schemas.openxmlformats.org/drawingml/2006/main">
            <a:off x="781050" y="1971675"/>
            <a:ext cx="1562100" cy="609600"/>
          </a:xfrm>
          <a:prstGeom xmlns:a="http://schemas.openxmlformats.org/drawingml/2006/main" prst="roundRect">
            <a:avLst>
              <a:gd name="adj" fmla="val 12500"/>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94" name="Google Shape;1194;p22">
            <a:extLst xmlns:a="http://schemas.openxmlformats.org/drawingml/2006/main">
              <a:ext uri="{FF2B5EF4-FFF2-40B4-BE49-F238E27FC236}">
                <a16:creationId xmlns:a16="http://schemas.microsoft.com/office/drawing/2014/main" id="{13CF9CAF-1A89-48B6-8F6B-659602687B9B}"/>
              </a:ext>
            </a:extLst>
          </p:cNvPr>
          <p:cNvSpPr>
            <a:spLocks xmlns:a="http://schemas.openxmlformats.org/drawingml/2006/main" noGrp="1"/>
          </p:cNvSpPr>
          <p:nvPr/>
        </p:nvSpPr>
        <p:spPr>
          <a:xfrm xmlns:a="http://schemas.openxmlformats.org/drawingml/2006/main">
            <a:off x="933450" y="2076450"/>
            <a:ext cx="125730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88"/>
              <a:buFont typeface="Arial"/>
              <a:buNone/>
            </a:pPr>
            <a:r>
              <a:rPr sz="788" b="1">
                <a:solidFill>
                  <a:srgbClr val="3B6EBF"/>
                </a:solidFill>
              </a:rPr>
              <a:t>MANUAL TRIGGER</a:t>
            </a:r>
            <a:endParaRPr/>
          </a:p>
        </p:txBody>
      </p:sp>
      <p:sp>
        <p:nvSpPr>
          <p:cNvPr id="1195" name="Google Shape;1195;p22">
            <a:extLst xmlns:a="http://schemas.openxmlformats.org/drawingml/2006/main">
              <a:ext uri="{FF2B5EF4-FFF2-40B4-BE49-F238E27FC236}">
                <a16:creationId xmlns:a16="http://schemas.microsoft.com/office/drawing/2014/main" id="{CD1E6AE9-73FE-448C-9431-FBD527D666CB}"/>
              </a:ext>
            </a:extLst>
          </p:cNvPr>
          <p:cNvSpPr>
            <a:spLocks xmlns:a="http://schemas.openxmlformats.org/drawingml/2006/main" noGrp="1"/>
          </p:cNvSpPr>
          <p:nvPr/>
        </p:nvSpPr>
        <p:spPr>
          <a:xfrm xmlns:a="http://schemas.openxmlformats.org/drawingml/2006/main">
            <a:off x="838200" y="2286000"/>
            <a:ext cx="14478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13"/>
              <a:buFont typeface="Arial"/>
              <a:buNone/>
            </a:pPr>
            <a:r>
              <a:rPr sz="713">
                <a:solidFill>
                  <a:srgbClr val="1A1A2E"/>
                </a:solidFill>
              </a:rPr>
              <a:t>Approved source package</a:t>
            </a:r>
            <a:endParaRPr/>
          </a:p>
        </p:txBody>
      </p:sp>
      <p:sp>
        <p:nvSpPr>
          <p:cNvPr id="1196" name="Google Shape;1196;p22">
            <a:extLst xmlns:a="http://schemas.openxmlformats.org/drawingml/2006/main">
              <a:ext uri="{FF2B5EF4-FFF2-40B4-BE49-F238E27FC236}">
                <a16:creationId xmlns:a16="http://schemas.microsoft.com/office/drawing/2014/main" id="{4A8B749B-AD2F-4198-B27B-3C05584C2E87}"/>
              </a:ext>
            </a:extLst>
          </p:cNvPr>
          <p:cNvSpPr>
            <a:spLocks xmlns:a="http://schemas.openxmlformats.org/drawingml/2006/main" noGrp="1"/>
          </p:cNvSpPr>
          <p:nvPr/>
        </p:nvSpPr>
        <p:spPr>
          <a:xfrm xmlns:a="http://schemas.openxmlformats.org/drawingml/2006/main">
            <a:off x="2486025" y="2143125"/>
            <a:ext cx="285750" cy="209550"/>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97" name="Google Shape;1197;p22">
            <a:extLst xmlns:a="http://schemas.openxmlformats.org/drawingml/2006/main">
              <a:ext uri="{FF2B5EF4-FFF2-40B4-BE49-F238E27FC236}">
                <a16:creationId xmlns:a16="http://schemas.microsoft.com/office/drawing/2014/main" id="{57C72D37-A94C-47F8-AAB3-5E5D577D15C6}"/>
              </a:ext>
            </a:extLst>
          </p:cNvPr>
          <p:cNvSpPr>
            <a:spLocks xmlns:a="http://schemas.openxmlformats.org/drawingml/2006/main" noGrp="1"/>
          </p:cNvSpPr>
          <p:nvPr/>
        </p:nvSpPr>
        <p:spPr>
          <a:xfrm xmlns:a="http://schemas.openxmlformats.org/drawingml/2006/main">
            <a:off x="2876550" y="1885950"/>
            <a:ext cx="6191250" cy="781050"/>
          </a:xfrm>
          <a:prstGeom xmlns:a="http://schemas.openxmlformats.org/drawingml/2006/main" prst="roundRect">
            <a:avLst>
              <a:gd name="adj" fmla="val 9756"/>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98" name="Google Shape;1198;p22">
            <a:extLst xmlns:a="http://schemas.openxmlformats.org/drawingml/2006/main">
              <a:ext uri="{FF2B5EF4-FFF2-40B4-BE49-F238E27FC236}">
                <a16:creationId xmlns:a16="http://schemas.microsoft.com/office/drawing/2014/main" id="{2D2511D3-8EE7-409B-A6B9-00DFF5A7490B}"/>
              </a:ext>
            </a:extLst>
          </p:cNvPr>
          <p:cNvSpPr>
            <a:spLocks xmlns:a="http://schemas.openxmlformats.org/drawingml/2006/main" noGrp="1"/>
          </p:cNvSpPr>
          <p:nvPr/>
        </p:nvSpPr>
        <p:spPr>
          <a:xfrm xmlns:a="http://schemas.openxmlformats.org/drawingml/2006/main">
            <a:off x="3124200" y="2009775"/>
            <a:ext cx="57150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50"/>
              <a:buFont typeface="Arial"/>
              <a:buNone/>
            </a:pPr>
            <a:r>
              <a:rPr sz="1350" b="1">
                <a:solidFill>
                  <a:srgbClr val="1A1A2E"/>
                </a:solidFill>
              </a:rPr>
              <a:t>PRD Genie — Main Orchestrator — v0.3.8 Candidate</a:t>
            </a:r>
            <a:endParaRPr/>
          </a:p>
        </p:txBody>
      </p:sp>
      <p:sp>
        <p:nvSpPr>
          <p:cNvPr id="1199" name="Google Shape;1199;p22">
            <a:extLst xmlns:a="http://schemas.openxmlformats.org/drawingml/2006/main">
              <a:ext uri="{FF2B5EF4-FFF2-40B4-BE49-F238E27FC236}">
                <a16:creationId xmlns:a16="http://schemas.microsoft.com/office/drawing/2014/main" id="{A1F01A36-7AD9-41B3-BBE2-008F6811B32A}"/>
              </a:ext>
            </a:extLst>
          </p:cNvPr>
          <p:cNvSpPr>
            <a:spLocks xmlns:a="http://schemas.openxmlformats.org/drawingml/2006/main" noGrp="1"/>
          </p:cNvSpPr>
          <p:nvPr/>
        </p:nvSpPr>
        <p:spPr>
          <a:xfrm xmlns:a="http://schemas.openxmlformats.org/drawingml/2006/main">
            <a:off x="3124200" y="2314575"/>
            <a:ext cx="571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a:solidFill>
                  <a:srgbClr val="666B70"/>
                </a:solidFill>
              </a:rPr>
              <a:t>YCgHHBa8xUvSOYGI  ·  creates run ID  ·  invokes children by workflow ID  ·  preserves handoff lineage</a:t>
            </a:r>
            <a:endParaRPr/>
          </a:p>
        </p:txBody>
      </p:sp>
      <p:sp>
        <p:nvSpPr>
          <p:cNvPr id="1200" name="Google Shape;1200;p22">
            <a:extLst xmlns:a="http://schemas.openxmlformats.org/drawingml/2006/main">
              <a:ext uri="{FF2B5EF4-FFF2-40B4-BE49-F238E27FC236}">
                <a16:creationId xmlns:a16="http://schemas.microsoft.com/office/drawing/2014/main" id="{87478081-11E5-4F27-978B-603CD1FCDADA}"/>
              </a:ext>
            </a:extLst>
          </p:cNvPr>
          <p:cNvSpPr>
            <a:spLocks xmlns:a="http://schemas.openxmlformats.org/drawingml/2006/main" noGrp="1"/>
          </p:cNvSpPr>
          <p:nvPr/>
        </p:nvSpPr>
        <p:spPr>
          <a:xfrm xmlns:a="http://schemas.openxmlformats.org/drawingml/2006/main">
            <a:off x="9534525" y="1971675"/>
            <a:ext cx="1876425" cy="609600"/>
          </a:xfrm>
          <a:prstGeom xmlns:a="http://schemas.openxmlformats.org/drawingml/2006/main" prst="roundRect">
            <a:avLst>
              <a:gd name="adj" fmla="val 12500"/>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01" name="Google Shape;1201;p22">
            <a:extLst xmlns:a="http://schemas.openxmlformats.org/drawingml/2006/main">
              <a:ext uri="{FF2B5EF4-FFF2-40B4-BE49-F238E27FC236}">
                <a16:creationId xmlns:a16="http://schemas.microsoft.com/office/drawing/2014/main" id="{21ABB276-1BE1-42C2-9011-4BB76AFBA921}"/>
              </a:ext>
            </a:extLst>
          </p:cNvPr>
          <p:cNvSpPr>
            <a:spLocks xmlns:a="http://schemas.openxmlformats.org/drawingml/2006/main" noGrp="1"/>
          </p:cNvSpPr>
          <p:nvPr/>
        </p:nvSpPr>
        <p:spPr>
          <a:xfrm xmlns:a="http://schemas.openxmlformats.org/drawingml/2006/main">
            <a:off x="9696450" y="2076450"/>
            <a:ext cx="15525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GOOGLE DRIVE</a:t>
            </a:r>
            <a:endParaRPr/>
          </a:p>
        </p:txBody>
      </p:sp>
      <p:sp>
        <p:nvSpPr>
          <p:cNvPr id="1202" name="Google Shape;1202;p22">
            <a:extLst xmlns:a="http://schemas.openxmlformats.org/drawingml/2006/main">
              <a:ext uri="{FF2B5EF4-FFF2-40B4-BE49-F238E27FC236}">
                <a16:creationId xmlns:a16="http://schemas.microsoft.com/office/drawing/2014/main" id="{1A4CF20E-77CA-4064-AE56-8C6ADA5A0049}"/>
              </a:ext>
            </a:extLst>
          </p:cNvPr>
          <p:cNvSpPr>
            <a:spLocks xmlns:a="http://schemas.openxmlformats.org/drawingml/2006/main" noGrp="1"/>
          </p:cNvSpPr>
          <p:nvPr/>
        </p:nvSpPr>
        <p:spPr>
          <a:xfrm xmlns:a="http://schemas.openxmlformats.org/drawingml/2006/main">
            <a:off x="9696450" y="2286000"/>
            <a:ext cx="15525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88"/>
              <a:buFont typeface="Arial"/>
              <a:buNone/>
            </a:pPr>
            <a:r>
              <a:rPr sz="788">
                <a:solidFill>
                  <a:srgbClr val="1A1A2E"/>
                </a:solidFill>
              </a:rPr>
              <a:t>7 validated artifacts</a:t>
            </a:r>
            <a:endParaRPr/>
          </a:p>
        </p:txBody>
      </p:sp>
      <p:sp>
        <p:nvSpPr>
          <p:cNvPr id="1203" name="Google Shape;1203;p22">
            <a:extLst xmlns:a="http://schemas.openxmlformats.org/drawingml/2006/main">
              <a:ext uri="{FF2B5EF4-FFF2-40B4-BE49-F238E27FC236}">
                <a16:creationId xmlns:a16="http://schemas.microsoft.com/office/drawing/2014/main" id="{64AA6C24-1E07-45C8-8116-5B6547E601AB}"/>
              </a:ext>
            </a:extLst>
          </p:cNvPr>
          <p:cNvSpPr>
            <a:spLocks xmlns:a="http://schemas.openxmlformats.org/drawingml/2006/main" noGrp="1"/>
          </p:cNvSpPr>
          <p:nvPr/>
        </p:nvSpPr>
        <p:spPr>
          <a:xfrm xmlns:a="http://schemas.openxmlformats.org/drawingml/2006/main">
            <a:off x="9172575" y="2143125"/>
            <a:ext cx="266700" cy="209550"/>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04" name="Google Shape;1204;p22">
            <a:extLst xmlns:a="http://schemas.openxmlformats.org/drawingml/2006/main">
              <a:ext uri="{FF2B5EF4-FFF2-40B4-BE49-F238E27FC236}">
                <a16:creationId xmlns:a16="http://schemas.microsoft.com/office/drawing/2014/main" id="{08512D1F-40F1-48FD-9702-5E884DB42D99}"/>
              </a:ext>
            </a:extLst>
          </p:cNvPr>
          <p:cNvSpPr>
            <a:spLocks xmlns:a="http://schemas.openxmlformats.org/drawingml/2006/main" noGrp="1"/>
          </p:cNvSpPr>
          <p:nvPr/>
        </p:nvSpPr>
        <p:spPr>
          <a:xfrm xmlns:a="http://schemas.openxmlformats.org/drawingml/2006/main">
            <a:off x="5876925" y="2686050"/>
            <a:ext cx="200025" cy="257175"/>
          </a:xfrm>
          <a:prstGeom xmlns:a="http://schemas.openxmlformats.org/drawingml/2006/main" prst="down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05" name="Google Shape;1205;p22">
            <a:extLst xmlns:a="http://schemas.openxmlformats.org/drawingml/2006/main">
              <a:ext uri="{FF2B5EF4-FFF2-40B4-BE49-F238E27FC236}">
                <a16:creationId xmlns:a16="http://schemas.microsoft.com/office/drawing/2014/main" id="{EACC5A86-94E3-4748-9B0D-901275CBB903}"/>
              </a:ext>
            </a:extLst>
          </p:cNvPr>
          <p:cNvSpPr>
            <a:spLocks xmlns:a="http://schemas.openxmlformats.org/drawingml/2006/main" noGrp="1"/>
          </p:cNvSpPr>
          <p:nvPr/>
        </p:nvSpPr>
        <p:spPr>
          <a:xfrm xmlns:a="http://schemas.openxmlformats.org/drawingml/2006/main">
            <a:off x="781050" y="2943225"/>
            <a:ext cx="5905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825"/>
              <a:buFont typeface="Arial"/>
              <a:buNone/>
            </a:pPr>
            <a:r>
              <a:rPr sz="825" b="1">
                <a:solidFill>
                  <a:srgbClr val="B85042"/>
                </a:solidFill>
              </a:rPr>
              <a:t>CONTINUOUS LOGICAL FLOW · ACCEPTED EXECUTION 11901</a:t>
            </a:r>
            <a:endParaRPr/>
          </a:p>
        </p:txBody>
      </p:sp>
      <p:sp>
        <p:nvSpPr>
          <p:cNvPr id="1206" name="Google Shape;1206;p22">
            <a:extLst xmlns:a="http://schemas.openxmlformats.org/drawingml/2006/main">
              <a:ext uri="{FF2B5EF4-FFF2-40B4-BE49-F238E27FC236}">
                <a16:creationId xmlns:a16="http://schemas.microsoft.com/office/drawing/2014/main" id="{8E48EEAA-4D73-4A66-82D5-4A9FBCF288B0}"/>
              </a:ext>
            </a:extLst>
          </p:cNvPr>
          <p:cNvSpPr>
            <a:spLocks xmlns:a="http://schemas.openxmlformats.org/drawingml/2006/main" noGrp="1"/>
          </p:cNvSpPr>
          <p:nvPr/>
        </p:nvSpPr>
        <p:spPr>
          <a:xfrm xmlns:a="http://schemas.openxmlformats.org/drawingml/2006/main">
            <a:off x="781050" y="3295650"/>
            <a:ext cx="1171575" cy="1104900"/>
          </a:xfrm>
          <a:prstGeom xmlns:a="http://schemas.openxmlformats.org/drawingml/2006/main" prst="roundRect">
            <a:avLst>
              <a:gd name="adj" fmla="val 689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07" name="Google Shape;1207;p22">
            <a:extLst xmlns:a="http://schemas.openxmlformats.org/drawingml/2006/main">
              <a:ext uri="{FF2B5EF4-FFF2-40B4-BE49-F238E27FC236}">
                <a16:creationId xmlns:a16="http://schemas.microsoft.com/office/drawing/2014/main" id="{53334099-8EB2-4A50-B9F9-F809D0B150C9}"/>
              </a:ext>
            </a:extLst>
          </p:cNvPr>
          <p:cNvSpPr>
            <a:spLocks xmlns:a="http://schemas.openxmlformats.org/drawingml/2006/main" noGrp="1"/>
          </p:cNvSpPr>
          <p:nvPr/>
        </p:nvSpPr>
        <p:spPr>
          <a:xfrm xmlns:a="http://schemas.openxmlformats.org/drawingml/2006/main">
            <a:off x="781050" y="3295650"/>
            <a:ext cx="1171575" cy="7620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08" name="Google Shape;1208;p22">
            <a:extLst xmlns:a="http://schemas.openxmlformats.org/drawingml/2006/main">
              <a:ext uri="{FF2B5EF4-FFF2-40B4-BE49-F238E27FC236}">
                <a16:creationId xmlns:a16="http://schemas.microsoft.com/office/drawing/2014/main" id="{4C74886F-C802-44E3-9F8A-0C9D11DBA3A9}"/>
              </a:ext>
            </a:extLst>
          </p:cNvPr>
          <p:cNvSpPr>
            <a:spLocks xmlns:a="http://schemas.openxmlformats.org/drawingml/2006/main" noGrp="1"/>
          </p:cNvSpPr>
          <p:nvPr/>
        </p:nvSpPr>
        <p:spPr>
          <a:xfrm xmlns:a="http://schemas.openxmlformats.org/drawingml/2006/main">
            <a:off x="1204913" y="3419475"/>
            <a:ext cx="323850" cy="228600"/>
          </a:xfrm>
          <a:prstGeom xmlns:a="http://schemas.openxmlformats.org/drawingml/2006/main" prst="roundRect">
            <a:avLst>
              <a:gd name="adj" fmla="val 3333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09" name="Google Shape;1209;p22">
            <a:extLst xmlns:a="http://schemas.openxmlformats.org/drawingml/2006/main">
              <a:ext uri="{FF2B5EF4-FFF2-40B4-BE49-F238E27FC236}">
                <a16:creationId xmlns:a16="http://schemas.microsoft.com/office/drawing/2014/main" id="{473379B5-1539-40E7-AD9D-1A7207AE2502}"/>
              </a:ext>
            </a:extLst>
          </p:cNvPr>
          <p:cNvSpPr>
            <a:spLocks xmlns:a="http://schemas.openxmlformats.org/drawingml/2006/main" noGrp="1"/>
          </p:cNvSpPr>
          <p:nvPr/>
        </p:nvSpPr>
        <p:spPr>
          <a:xfrm xmlns:a="http://schemas.openxmlformats.org/drawingml/2006/main">
            <a:off x="1204913" y="3438525"/>
            <a:ext cx="3238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60"/>
              <a:buFont typeface="Arial"/>
              <a:buNone/>
            </a:pPr>
            <a:r>
              <a:rPr sz="660" b="1">
                <a:solidFill>
                  <a:srgbClr val="3B6EBF"/>
                </a:solidFill>
              </a:rPr>
              <a:t>01</a:t>
            </a:r>
            <a:endParaRPr/>
          </a:p>
        </p:txBody>
      </p:sp>
      <p:sp>
        <p:nvSpPr>
          <p:cNvPr id="1210" name="Google Shape;1210;p22">
            <a:extLst xmlns:a="http://schemas.openxmlformats.org/drawingml/2006/main">
              <a:ext uri="{FF2B5EF4-FFF2-40B4-BE49-F238E27FC236}">
                <a16:creationId xmlns:a16="http://schemas.microsoft.com/office/drawing/2014/main" id="{1EBBBE7A-06E6-472A-BCAF-4A2252ACE684}"/>
              </a:ext>
            </a:extLst>
          </p:cNvPr>
          <p:cNvSpPr>
            <a:spLocks xmlns:a="http://schemas.openxmlformats.org/drawingml/2006/main" noGrp="1"/>
          </p:cNvSpPr>
          <p:nvPr/>
        </p:nvSpPr>
        <p:spPr>
          <a:xfrm xmlns:a="http://schemas.openxmlformats.org/drawingml/2006/main">
            <a:off x="857250" y="3695700"/>
            <a:ext cx="101917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Drive +</a:t>
            </a:r>
            <a:endParaRPr/>
          </a:p>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Clarification</a:t>
            </a:r>
            <a:endParaRPr/>
          </a:p>
        </p:txBody>
      </p:sp>
      <p:sp>
        <p:nvSpPr>
          <p:cNvPr id="1211" name="Google Shape;1211;p22">
            <a:extLst xmlns:a="http://schemas.openxmlformats.org/drawingml/2006/main">
              <a:ext uri="{FF2B5EF4-FFF2-40B4-BE49-F238E27FC236}">
                <a16:creationId xmlns:a16="http://schemas.microsoft.com/office/drawing/2014/main" id="{754831BC-E639-4281-9634-A386DA7E0FE1}"/>
              </a:ext>
            </a:extLst>
          </p:cNvPr>
          <p:cNvSpPr>
            <a:spLocks xmlns:a="http://schemas.openxmlformats.org/drawingml/2006/main" noGrp="1"/>
          </p:cNvSpPr>
          <p:nvPr/>
        </p:nvSpPr>
        <p:spPr>
          <a:xfrm xmlns:a="http://schemas.openxmlformats.org/drawingml/2006/main">
            <a:off x="857250" y="4010025"/>
            <a:ext cx="1019175"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40"/>
              <a:buFont typeface="Arial"/>
              <a:buNone/>
            </a:pPr>
            <a:r>
              <a:rPr sz="540">
                <a:solidFill>
                  <a:srgbClr val="666B70"/>
                </a:solidFill>
              </a:rPr>
              <a:t>m4WqDP4xJLhwyBnC</a:t>
            </a:r>
            <a:endParaRPr/>
          </a:p>
        </p:txBody>
      </p:sp>
      <p:sp>
        <p:nvSpPr>
          <p:cNvPr id="1212" name="Google Shape;1212;p22">
            <a:extLst xmlns:a="http://schemas.openxmlformats.org/drawingml/2006/main">
              <a:ext uri="{FF2B5EF4-FFF2-40B4-BE49-F238E27FC236}">
                <a16:creationId xmlns:a16="http://schemas.microsoft.com/office/drawing/2014/main" id="{85661705-9464-49D6-8FAE-F68DB78D05DF}"/>
              </a:ext>
            </a:extLst>
          </p:cNvPr>
          <p:cNvSpPr>
            <a:spLocks xmlns:a="http://schemas.openxmlformats.org/drawingml/2006/main" noGrp="1"/>
          </p:cNvSpPr>
          <p:nvPr/>
        </p:nvSpPr>
        <p:spPr>
          <a:xfrm xmlns:a="http://schemas.openxmlformats.org/drawingml/2006/main">
            <a:off x="857250" y="4210050"/>
            <a:ext cx="1019175"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1">
                <a:solidFill>
                  <a:srgbClr val="3B6EBF"/>
                </a:solidFill>
              </a:rPr>
              <a:t>DIRECT · STABLE</a:t>
            </a:r>
            <a:endParaRPr/>
          </a:p>
        </p:txBody>
      </p:sp>
      <p:sp>
        <p:nvSpPr>
          <p:cNvPr id="1213" name="Google Shape;1213;p22">
            <a:extLst xmlns:a="http://schemas.openxmlformats.org/drawingml/2006/main">
              <a:ext uri="{FF2B5EF4-FFF2-40B4-BE49-F238E27FC236}">
                <a16:creationId xmlns:a16="http://schemas.microsoft.com/office/drawing/2014/main" id="{66B9D29B-8073-4E9A-A661-B80C75D417A4}"/>
              </a:ext>
            </a:extLst>
          </p:cNvPr>
          <p:cNvSpPr>
            <a:spLocks xmlns:a="http://schemas.openxmlformats.org/drawingml/2006/main" noGrp="1"/>
          </p:cNvSpPr>
          <p:nvPr/>
        </p:nvSpPr>
        <p:spPr>
          <a:xfrm xmlns:a="http://schemas.openxmlformats.org/drawingml/2006/main">
            <a:off x="1981200" y="3705225"/>
            <a:ext cx="104775" cy="161925"/>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14" name="Google Shape;1214;p22">
            <a:extLst xmlns:a="http://schemas.openxmlformats.org/drawingml/2006/main">
              <a:ext uri="{FF2B5EF4-FFF2-40B4-BE49-F238E27FC236}">
                <a16:creationId xmlns:a16="http://schemas.microsoft.com/office/drawing/2014/main" id="{9403C0A1-ED9F-4C02-8FE6-83EDBD2A20CB}"/>
              </a:ext>
            </a:extLst>
          </p:cNvPr>
          <p:cNvSpPr>
            <a:spLocks xmlns:a="http://schemas.openxmlformats.org/drawingml/2006/main" noGrp="1"/>
          </p:cNvSpPr>
          <p:nvPr/>
        </p:nvSpPr>
        <p:spPr>
          <a:xfrm xmlns:a="http://schemas.openxmlformats.org/drawingml/2006/main">
            <a:off x="2114550" y="3295650"/>
            <a:ext cx="1171575"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15" name="Google Shape;1215;p22">
            <a:extLst xmlns:a="http://schemas.openxmlformats.org/drawingml/2006/main">
              <a:ext uri="{FF2B5EF4-FFF2-40B4-BE49-F238E27FC236}">
                <a16:creationId xmlns:a16="http://schemas.microsoft.com/office/drawing/2014/main" id="{55CB515E-BBDB-4A20-B3DB-E68505044887}"/>
              </a:ext>
            </a:extLst>
          </p:cNvPr>
          <p:cNvSpPr>
            <a:spLocks xmlns:a="http://schemas.openxmlformats.org/drawingml/2006/main" noGrp="1"/>
          </p:cNvSpPr>
          <p:nvPr/>
        </p:nvSpPr>
        <p:spPr>
          <a:xfrm xmlns:a="http://schemas.openxmlformats.org/drawingml/2006/main">
            <a:off x="2114550" y="3295650"/>
            <a:ext cx="1171575" cy="76200"/>
          </a:xfrm>
          <a:prstGeom xmlns:a="http://schemas.openxmlformats.org/drawingml/2006/main" prst="rect">
            <a:avLst/>
          </a:prstGeom>
          <a:solidFill xmlns:a="http://schemas.openxmlformats.org/drawingml/2006/main">
            <a:srgbClr val="666B70"/>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16" name="Google Shape;1216;p22">
            <a:extLst xmlns:a="http://schemas.openxmlformats.org/drawingml/2006/main">
              <a:ext uri="{FF2B5EF4-FFF2-40B4-BE49-F238E27FC236}">
                <a16:creationId xmlns:a16="http://schemas.microsoft.com/office/drawing/2014/main" id="{2313D783-392D-4C57-AB06-194CB09681D3}"/>
              </a:ext>
            </a:extLst>
          </p:cNvPr>
          <p:cNvSpPr>
            <a:spLocks xmlns:a="http://schemas.openxmlformats.org/drawingml/2006/main" noGrp="1"/>
          </p:cNvSpPr>
          <p:nvPr/>
        </p:nvSpPr>
        <p:spPr>
          <a:xfrm xmlns:a="http://schemas.openxmlformats.org/drawingml/2006/main">
            <a:off x="2538413" y="3419475"/>
            <a:ext cx="323850" cy="228600"/>
          </a:xfrm>
          <a:prstGeom xmlns:a="http://schemas.openxmlformats.org/drawingml/2006/main" prst="roundRect">
            <a:avLst>
              <a:gd name="adj" fmla="val 3333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17" name="Google Shape;1217;p22">
            <a:extLst xmlns:a="http://schemas.openxmlformats.org/drawingml/2006/main">
              <a:ext uri="{FF2B5EF4-FFF2-40B4-BE49-F238E27FC236}">
                <a16:creationId xmlns:a16="http://schemas.microsoft.com/office/drawing/2014/main" id="{879D42EB-4FC8-4682-8962-AB7A0989832F}"/>
              </a:ext>
            </a:extLst>
          </p:cNvPr>
          <p:cNvSpPr>
            <a:spLocks xmlns:a="http://schemas.openxmlformats.org/drawingml/2006/main" noGrp="1"/>
          </p:cNvSpPr>
          <p:nvPr/>
        </p:nvSpPr>
        <p:spPr>
          <a:xfrm xmlns:a="http://schemas.openxmlformats.org/drawingml/2006/main">
            <a:off x="2538413" y="3438525"/>
            <a:ext cx="3238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60"/>
              <a:buFont typeface="Arial"/>
              <a:buNone/>
            </a:pPr>
            <a:r>
              <a:rPr sz="660" b="1">
                <a:solidFill>
                  <a:srgbClr val="3B6EBF"/>
                </a:solidFill>
              </a:rPr>
              <a:t>02</a:t>
            </a:r>
            <a:endParaRPr/>
          </a:p>
        </p:txBody>
      </p:sp>
      <p:sp>
        <p:nvSpPr>
          <p:cNvPr id="1218" name="Google Shape;1218;p22">
            <a:extLst xmlns:a="http://schemas.openxmlformats.org/drawingml/2006/main">
              <a:ext uri="{FF2B5EF4-FFF2-40B4-BE49-F238E27FC236}">
                <a16:creationId xmlns:a16="http://schemas.microsoft.com/office/drawing/2014/main" id="{36DFDBC5-9AA6-44AC-AD55-2C8691CB55A2}"/>
              </a:ext>
            </a:extLst>
          </p:cNvPr>
          <p:cNvSpPr>
            <a:spLocks xmlns:a="http://schemas.openxmlformats.org/drawingml/2006/main" noGrp="1"/>
          </p:cNvSpPr>
          <p:nvPr/>
        </p:nvSpPr>
        <p:spPr>
          <a:xfrm xmlns:a="http://schemas.openxmlformats.org/drawingml/2006/main">
            <a:off x="2190750" y="3695700"/>
            <a:ext cx="101917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Requirement</a:t>
            </a:r>
            <a:endParaRPr/>
          </a:p>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Extractor</a:t>
            </a:r>
            <a:endParaRPr/>
          </a:p>
        </p:txBody>
      </p:sp>
      <p:sp>
        <p:nvSpPr>
          <p:cNvPr id="1219" name="Google Shape;1219;p22">
            <a:extLst xmlns:a="http://schemas.openxmlformats.org/drawingml/2006/main">
              <a:ext uri="{FF2B5EF4-FFF2-40B4-BE49-F238E27FC236}">
                <a16:creationId xmlns:a16="http://schemas.microsoft.com/office/drawing/2014/main" id="{799DB0D5-5D32-47D3-9F7D-E93953282264}"/>
              </a:ext>
            </a:extLst>
          </p:cNvPr>
          <p:cNvSpPr>
            <a:spLocks xmlns:a="http://schemas.openxmlformats.org/drawingml/2006/main" noGrp="1"/>
          </p:cNvSpPr>
          <p:nvPr/>
        </p:nvSpPr>
        <p:spPr>
          <a:xfrm xmlns:a="http://schemas.openxmlformats.org/drawingml/2006/main">
            <a:off x="2190750" y="4010025"/>
            <a:ext cx="1019175"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40"/>
              <a:buFont typeface="Arial"/>
              <a:buNone/>
            </a:pPr>
            <a:r>
              <a:rPr sz="540">
                <a:solidFill>
                  <a:srgbClr val="666B70"/>
                </a:solidFill>
              </a:rPr>
              <a:t>retained analysis path</a:t>
            </a:r>
            <a:endParaRPr/>
          </a:p>
        </p:txBody>
      </p:sp>
      <p:sp>
        <p:nvSpPr>
          <p:cNvPr id="1220" name="Google Shape;1220;p22">
            <a:extLst xmlns:a="http://schemas.openxmlformats.org/drawingml/2006/main">
              <a:ext uri="{FF2B5EF4-FFF2-40B4-BE49-F238E27FC236}">
                <a16:creationId xmlns:a16="http://schemas.microsoft.com/office/drawing/2014/main" id="{E2B5B36D-1870-4D10-918B-E4651882736C}"/>
              </a:ext>
            </a:extLst>
          </p:cNvPr>
          <p:cNvSpPr>
            <a:spLocks xmlns:a="http://schemas.openxmlformats.org/drawingml/2006/main" noGrp="1"/>
          </p:cNvSpPr>
          <p:nvPr/>
        </p:nvSpPr>
        <p:spPr>
          <a:xfrm xmlns:a="http://schemas.openxmlformats.org/drawingml/2006/main">
            <a:off x="2190750" y="4210050"/>
            <a:ext cx="1019175"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78"/>
              <a:buFont typeface="Arial"/>
              <a:buNone/>
            </a:pPr>
            <a:r>
              <a:rPr sz="578" b="1">
                <a:solidFill>
                  <a:srgbClr val="666B70"/>
                </a:solidFill>
              </a:rPr>
              <a:t>INTERNAL STEP</a:t>
            </a:r>
            <a:endParaRPr/>
          </a:p>
        </p:txBody>
      </p:sp>
      <p:sp>
        <p:nvSpPr>
          <p:cNvPr id="1221" name="Google Shape;1221;p22">
            <a:extLst xmlns:a="http://schemas.openxmlformats.org/drawingml/2006/main">
              <a:ext uri="{FF2B5EF4-FFF2-40B4-BE49-F238E27FC236}">
                <a16:creationId xmlns:a16="http://schemas.microsoft.com/office/drawing/2014/main" id="{7AC37F23-4EC8-49B2-A629-077953C73EF4}"/>
              </a:ext>
            </a:extLst>
          </p:cNvPr>
          <p:cNvSpPr>
            <a:spLocks xmlns:a="http://schemas.openxmlformats.org/drawingml/2006/main" noGrp="1"/>
          </p:cNvSpPr>
          <p:nvPr/>
        </p:nvSpPr>
        <p:spPr>
          <a:xfrm xmlns:a="http://schemas.openxmlformats.org/drawingml/2006/main">
            <a:off x="3314700" y="3705225"/>
            <a:ext cx="104775" cy="161925"/>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2" name="Google Shape;1222;p22">
            <a:extLst xmlns:a="http://schemas.openxmlformats.org/drawingml/2006/main">
              <a:ext uri="{FF2B5EF4-FFF2-40B4-BE49-F238E27FC236}">
                <a16:creationId xmlns:a16="http://schemas.microsoft.com/office/drawing/2014/main" id="{0676847A-8D9B-4F04-867A-42B23DE2A7E3}"/>
              </a:ext>
            </a:extLst>
          </p:cNvPr>
          <p:cNvSpPr>
            <a:spLocks xmlns:a="http://schemas.openxmlformats.org/drawingml/2006/main" noGrp="1"/>
          </p:cNvSpPr>
          <p:nvPr/>
        </p:nvSpPr>
        <p:spPr>
          <a:xfrm xmlns:a="http://schemas.openxmlformats.org/drawingml/2006/main">
            <a:off x="3448050" y="3295650"/>
            <a:ext cx="1171575"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3" name="Google Shape;1223;p22">
            <a:extLst xmlns:a="http://schemas.openxmlformats.org/drawingml/2006/main">
              <a:ext uri="{FF2B5EF4-FFF2-40B4-BE49-F238E27FC236}">
                <a16:creationId xmlns:a16="http://schemas.microsoft.com/office/drawing/2014/main" id="{6B0D631E-D163-40D0-A620-57D26423BB80}"/>
              </a:ext>
            </a:extLst>
          </p:cNvPr>
          <p:cNvSpPr>
            <a:spLocks xmlns:a="http://schemas.openxmlformats.org/drawingml/2006/main" noGrp="1"/>
          </p:cNvSpPr>
          <p:nvPr/>
        </p:nvSpPr>
        <p:spPr>
          <a:xfrm xmlns:a="http://schemas.openxmlformats.org/drawingml/2006/main">
            <a:off x="3448050" y="3295650"/>
            <a:ext cx="1171575" cy="76200"/>
          </a:xfrm>
          <a:prstGeom xmlns:a="http://schemas.openxmlformats.org/drawingml/2006/main" prst="rect">
            <a:avLst/>
          </a:prstGeom>
          <a:solidFill xmlns:a="http://schemas.openxmlformats.org/drawingml/2006/main">
            <a:srgbClr val="666B70"/>
          </a:solidFill>
          <a:ln xmlns:a="http://schemas.openxmlformats.org/drawingml/2006/main" w="9525" cmpd="sng">
            <a:solidFill>
              <a:srgbClr val="666B7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4" name="Google Shape;1224;p22">
            <a:extLst xmlns:a="http://schemas.openxmlformats.org/drawingml/2006/main">
              <a:ext uri="{FF2B5EF4-FFF2-40B4-BE49-F238E27FC236}">
                <a16:creationId xmlns:a16="http://schemas.microsoft.com/office/drawing/2014/main" id="{FB397EE3-3D75-4D93-96D6-363D2DBC31EE}"/>
              </a:ext>
            </a:extLst>
          </p:cNvPr>
          <p:cNvSpPr>
            <a:spLocks xmlns:a="http://schemas.openxmlformats.org/drawingml/2006/main" noGrp="1"/>
          </p:cNvSpPr>
          <p:nvPr/>
        </p:nvSpPr>
        <p:spPr>
          <a:xfrm xmlns:a="http://schemas.openxmlformats.org/drawingml/2006/main">
            <a:off x="3871913" y="3419475"/>
            <a:ext cx="323850" cy="228600"/>
          </a:xfrm>
          <a:prstGeom xmlns:a="http://schemas.openxmlformats.org/drawingml/2006/main" prst="roundRect">
            <a:avLst>
              <a:gd name="adj" fmla="val 3333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5" name="Google Shape;1225;p22">
            <a:extLst xmlns:a="http://schemas.openxmlformats.org/drawingml/2006/main">
              <a:ext uri="{FF2B5EF4-FFF2-40B4-BE49-F238E27FC236}">
                <a16:creationId xmlns:a16="http://schemas.microsoft.com/office/drawing/2014/main" id="{99CC98B4-1165-42BF-A0EE-24C804D84792}"/>
              </a:ext>
            </a:extLst>
          </p:cNvPr>
          <p:cNvSpPr>
            <a:spLocks xmlns:a="http://schemas.openxmlformats.org/drawingml/2006/main" noGrp="1"/>
          </p:cNvSpPr>
          <p:nvPr/>
        </p:nvSpPr>
        <p:spPr>
          <a:xfrm xmlns:a="http://schemas.openxmlformats.org/drawingml/2006/main">
            <a:off x="3871913" y="3438525"/>
            <a:ext cx="3238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60"/>
              <a:buFont typeface="Arial"/>
              <a:buNone/>
            </a:pPr>
            <a:r>
              <a:rPr sz="660" b="1">
                <a:solidFill>
                  <a:srgbClr val="3B6EBF"/>
                </a:solidFill>
              </a:rPr>
              <a:t>03</a:t>
            </a:r>
            <a:endParaRPr/>
          </a:p>
        </p:txBody>
      </p:sp>
      <p:sp>
        <p:nvSpPr>
          <p:cNvPr id="1226" name="Google Shape;1226;p22">
            <a:extLst xmlns:a="http://schemas.openxmlformats.org/drawingml/2006/main">
              <a:ext uri="{FF2B5EF4-FFF2-40B4-BE49-F238E27FC236}">
                <a16:creationId xmlns:a16="http://schemas.microsoft.com/office/drawing/2014/main" id="{6C70EE1D-2E8A-475E-9834-1F8E1A466259}"/>
              </a:ext>
            </a:extLst>
          </p:cNvPr>
          <p:cNvSpPr>
            <a:spLocks xmlns:a="http://schemas.openxmlformats.org/drawingml/2006/main" noGrp="1"/>
          </p:cNvSpPr>
          <p:nvPr/>
        </p:nvSpPr>
        <p:spPr>
          <a:xfrm xmlns:a="http://schemas.openxmlformats.org/drawingml/2006/main">
            <a:off x="3524250" y="3695700"/>
            <a:ext cx="101917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Gap</a:t>
            </a:r>
            <a:endParaRPr/>
          </a:p>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Analyzer</a:t>
            </a:r>
            <a:endParaRPr/>
          </a:p>
        </p:txBody>
      </p:sp>
      <p:sp>
        <p:nvSpPr>
          <p:cNvPr id="1227" name="Google Shape;1227;p22">
            <a:extLst xmlns:a="http://schemas.openxmlformats.org/drawingml/2006/main">
              <a:ext uri="{FF2B5EF4-FFF2-40B4-BE49-F238E27FC236}">
                <a16:creationId xmlns:a16="http://schemas.microsoft.com/office/drawing/2014/main" id="{7228B85E-DD1C-4370-B31D-BABB638E8F7A}"/>
              </a:ext>
            </a:extLst>
          </p:cNvPr>
          <p:cNvSpPr>
            <a:spLocks xmlns:a="http://schemas.openxmlformats.org/drawingml/2006/main" noGrp="1"/>
          </p:cNvSpPr>
          <p:nvPr/>
        </p:nvSpPr>
        <p:spPr>
          <a:xfrm xmlns:a="http://schemas.openxmlformats.org/drawingml/2006/main">
            <a:off x="3524250" y="4010025"/>
            <a:ext cx="1019175"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40"/>
              <a:buFont typeface="Arial"/>
              <a:buNone/>
            </a:pPr>
            <a:r>
              <a:rPr sz="540">
                <a:solidFill>
                  <a:srgbClr val="666B70"/>
                </a:solidFill>
              </a:rPr>
              <a:t>retained analysis path</a:t>
            </a:r>
            <a:endParaRPr/>
          </a:p>
        </p:txBody>
      </p:sp>
      <p:sp>
        <p:nvSpPr>
          <p:cNvPr id="1228" name="Google Shape;1228;p22">
            <a:extLst xmlns:a="http://schemas.openxmlformats.org/drawingml/2006/main">
              <a:ext uri="{FF2B5EF4-FFF2-40B4-BE49-F238E27FC236}">
                <a16:creationId xmlns:a16="http://schemas.microsoft.com/office/drawing/2014/main" id="{F9B370B9-F237-493F-A7B3-7C87511662E7}"/>
              </a:ext>
            </a:extLst>
          </p:cNvPr>
          <p:cNvSpPr>
            <a:spLocks xmlns:a="http://schemas.openxmlformats.org/drawingml/2006/main" noGrp="1"/>
          </p:cNvSpPr>
          <p:nvPr/>
        </p:nvSpPr>
        <p:spPr>
          <a:xfrm xmlns:a="http://schemas.openxmlformats.org/drawingml/2006/main">
            <a:off x="3524250" y="4210050"/>
            <a:ext cx="1019175"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78"/>
              <a:buFont typeface="Arial"/>
              <a:buNone/>
            </a:pPr>
            <a:r>
              <a:rPr sz="578" b="1">
                <a:solidFill>
                  <a:srgbClr val="666B70"/>
                </a:solidFill>
              </a:rPr>
              <a:t>INTERNAL STEP</a:t>
            </a:r>
            <a:endParaRPr/>
          </a:p>
        </p:txBody>
      </p:sp>
      <p:sp>
        <p:nvSpPr>
          <p:cNvPr id="1229" name="Google Shape;1229;p22">
            <a:extLst xmlns:a="http://schemas.openxmlformats.org/drawingml/2006/main">
              <a:ext uri="{FF2B5EF4-FFF2-40B4-BE49-F238E27FC236}">
                <a16:creationId xmlns:a16="http://schemas.microsoft.com/office/drawing/2014/main" id="{3AAA3743-1A82-4406-A309-5510F96B62BA}"/>
              </a:ext>
            </a:extLst>
          </p:cNvPr>
          <p:cNvSpPr>
            <a:spLocks xmlns:a="http://schemas.openxmlformats.org/drawingml/2006/main" noGrp="1"/>
          </p:cNvSpPr>
          <p:nvPr/>
        </p:nvSpPr>
        <p:spPr>
          <a:xfrm xmlns:a="http://schemas.openxmlformats.org/drawingml/2006/main">
            <a:off x="4648200" y="3705225"/>
            <a:ext cx="104775" cy="161925"/>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30" name="Google Shape;1230;p22">
            <a:extLst xmlns:a="http://schemas.openxmlformats.org/drawingml/2006/main">
              <a:ext uri="{FF2B5EF4-FFF2-40B4-BE49-F238E27FC236}">
                <a16:creationId xmlns:a16="http://schemas.microsoft.com/office/drawing/2014/main" id="{CE0984EE-2E3C-4D0B-B284-D104434407B8}"/>
              </a:ext>
            </a:extLst>
          </p:cNvPr>
          <p:cNvSpPr>
            <a:spLocks xmlns:a="http://schemas.openxmlformats.org/drawingml/2006/main" noGrp="1"/>
          </p:cNvSpPr>
          <p:nvPr/>
        </p:nvSpPr>
        <p:spPr>
          <a:xfrm xmlns:a="http://schemas.openxmlformats.org/drawingml/2006/main">
            <a:off x="4781550" y="3295650"/>
            <a:ext cx="1171575" cy="1104900"/>
          </a:xfrm>
          <a:prstGeom xmlns:a="http://schemas.openxmlformats.org/drawingml/2006/main" prst="roundRect">
            <a:avLst>
              <a:gd name="adj" fmla="val 689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31" name="Google Shape;1231;p22">
            <a:extLst xmlns:a="http://schemas.openxmlformats.org/drawingml/2006/main">
              <a:ext uri="{FF2B5EF4-FFF2-40B4-BE49-F238E27FC236}">
                <a16:creationId xmlns:a16="http://schemas.microsoft.com/office/drawing/2014/main" id="{2F06E929-A98B-424E-9A24-2B6450FAF494}"/>
              </a:ext>
            </a:extLst>
          </p:cNvPr>
          <p:cNvSpPr>
            <a:spLocks xmlns:a="http://schemas.openxmlformats.org/drawingml/2006/main" noGrp="1"/>
          </p:cNvSpPr>
          <p:nvPr/>
        </p:nvSpPr>
        <p:spPr>
          <a:xfrm xmlns:a="http://schemas.openxmlformats.org/drawingml/2006/main">
            <a:off x="4781550" y="3295650"/>
            <a:ext cx="1171575" cy="7620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32" name="Google Shape;1232;p22">
            <a:extLst xmlns:a="http://schemas.openxmlformats.org/drawingml/2006/main">
              <a:ext uri="{FF2B5EF4-FFF2-40B4-BE49-F238E27FC236}">
                <a16:creationId xmlns:a16="http://schemas.microsoft.com/office/drawing/2014/main" id="{23CAAA32-7CEB-498F-80E8-BB69F3DD521F}"/>
              </a:ext>
            </a:extLst>
          </p:cNvPr>
          <p:cNvSpPr>
            <a:spLocks xmlns:a="http://schemas.openxmlformats.org/drawingml/2006/main" noGrp="1"/>
          </p:cNvSpPr>
          <p:nvPr/>
        </p:nvSpPr>
        <p:spPr>
          <a:xfrm xmlns:a="http://schemas.openxmlformats.org/drawingml/2006/main">
            <a:off x="5205413" y="3419475"/>
            <a:ext cx="323850" cy="228600"/>
          </a:xfrm>
          <a:prstGeom xmlns:a="http://schemas.openxmlformats.org/drawingml/2006/main" prst="roundRect">
            <a:avLst>
              <a:gd name="adj" fmla="val 3333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33" name="Google Shape;1233;p22">
            <a:extLst xmlns:a="http://schemas.openxmlformats.org/drawingml/2006/main">
              <a:ext uri="{FF2B5EF4-FFF2-40B4-BE49-F238E27FC236}">
                <a16:creationId xmlns:a16="http://schemas.microsoft.com/office/drawing/2014/main" id="{617ADD7A-C9BA-4D72-95F3-02334A73F917}"/>
              </a:ext>
            </a:extLst>
          </p:cNvPr>
          <p:cNvSpPr>
            <a:spLocks xmlns:a="http://schemas.openxmlformats.org/drawingml/2006/main" noGrp="1"/>
          </p:cNvSpPr>
          <p:nvPr/>
        </p:nvSpPr>
        <p:spPr>
          <a:xfrm xmlns:a="http://schemas.openxmlformats.org/drawingml/2006/main">
            <a:off x="5205413" y="3438525"/>
            <a:ext cx="3238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60"/>
              <a:buFont typeface="Arial"/>
              <a:buNone/>
            </a:pPr>
            <a:r>
              <a:rPr sz="660" b="1">
                <a:solidFill>
                  <a:srgbClr val="3B6EBF"/>
                </a:solidFill>
              </a:rPr>
              <a:t>04</a:t>
            </a:r>
            <a:endParaRPr/>
          </a:p>
        </p:txBody>
      </p:sp>
      <p:sp>
        <p:nvSpPr>
          <p:cNvPr id="1234" name="Google Shape;1234;p22">
            <a:extLst xmlns:a="http://schemas.openxmlformats.org/drawingml/2006/main">
              <a:ext uri="{FF2B5EF4-FFF2-40B4-BE49-F238E27FC236}">
                <a16:creationId xmlns:a16="http://schemas.microsoft.com/office/drawing/2014/main" id="{0EBA8B42-2B6C-478D-954B-E055B9B24477}"/>
              </a:ext>
            </a:extLst>
          </p:cNvPr>
          <p:cNvSpPr>
            <a:spLocks xmlns:a="http://schemas.openxmlformats.org/drawingml/2006/main" noGrp="1"/>
          </p:cNvSpPr>
          <p:nvPr/>
        </p:nvSpPr>
        <p:spPr>
          <a:xfrm xmlns:a="http://schemas.openxmlformats.org/drawingml/2006/main">
            <a:off x="4857750" y="3695700"/>
            <a:ext cx="101917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Human</a:t>
            </a:r>
            <a:endParaRPr/>
          </a:p>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Approval</a:t>
            </a:r>
            <a:endParaRPr/>
          </a:p>
        </p:txBody>
      </p:sp>
      <p:sp>
        <p:nvSpPr>
          <p:cNvPr id="1235" name="Google Shape;1235;p22">
            <a:extLst xmlns:a="http://schemas.openxmlformats.org/drawingml/2006/main">
              <a:ext uri="{FF2B5EF4-FFF2-40B4-BE49-F238E27FC236}">
                <a16:creationId xmlns:a16="http://schemas.microsoft.com/office/drawing/2014/main" id="{38EEAA06-24BC-420A-AF58-F04E3AE98B59}"/>
              </a:ext>
            </a:extLst>
          </p:cNvPr>
          <p:cNvSpPr>
            <a:spLocks xmlns:a="http://schemas.openxmlformats.org/drawingml/2006/main" noGrp="1"/>
          </p:cNvSpPr>
          <p:nvPr/>
        </p:nvSpPr>
        <p:spPr>
          <a:xfrm xmlns:a="http://schemas.openxmlformats.org/drawingml/2006/main">
            <a:off x="4857750" y="4010025"/>
            <a:ext cx="1019175"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40"/>
              <a:buFont typeface="Arial"/>
              <a:buNone/>
            </a:pPr>
            <a:r>
              <a:rPr sz="540">
                <a:solidFill>
                  <a:srgbClr val="666B70"/>
                </a:solidFill>
              </a:rPr>
              <a:t>pui6krDb6mF9emRH</a:t>
            </a:r>
            <a:endParaRPr/>
          </a:p>
        </p:txBody>
      </p:sp>
      <p:sp>
        <p:nvSpPr>
          <p:cNvPr id="1236" name="Google Shape;1236;p22">
            <a:extLst xmlns:a="http://schemas.openxmlformats.org/drawingml/2006/main">
              <a:ext uri="{FF2B5EF4-FFF2-40B4-BE49-F238E27FC236}">
                <a16:creationId xmlns:a16="http://schemas.microsoft.com/office/drawing/2014/main" id="{B6BB7039-AE70-4AB2-87E2-7CB625C8F10F}"/>
              </a:ext>
            </a:extLst>
          </p:cNvPr>
          <p:cNvSpPr>
            <a:spLocks xmlns:a="http://schemas.openxmlformats.org/drawingml/2006/main" noGrp="1"/>
          </p:cNvSpPr>
          <p:nvPr/>
        </p:nvSpPr>
        <p:spPr>
          <a:xfrm xmlns:a="http://schemas.openxmlformats.org/drawingml/2006/main">
            <a:off x="4857750" y="4210050"/>
            <a:ext cx="1019175"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1">
                <a:solidFill>
                  <a:srgbClr val="3B6EBF"/>
                </a:solidFill>
              </a:rPr>
              <a:t>DIRECT · STABLE</a:t>
            </a:r>
            <a:endParaRPr/>
          </a:p>
        </p:txBody>
      </p:sp>
      <p:sp>
        <p:nvSpPr>
          <p:cNvPr id="1237" name="Google Shape;1237;p22">
            <a:extLst xmlns:a="http://schemas.openxmlformats.org/drawingml/2006/main">
              <a:ext uri="{FF2B5EF4-FFF2-40B4-BE49-F238E27FC236}">
                <a16:creationId xmlns:a16="http://schemas.microsoft.com/office/drawing/2014/main" id="{CEEFFCF2-A92B-4920-A0B3-F344629F43FA}"/>
              </a:ext>
            </a:extLst>
          </p:cNvPr>
          <p:cNvSpPr>
            <a:spLocks xmlns:a="http://schemas.openxmlformats.org/drawingml/2006/main" noGrp="1"/>
          </p:cNvSpPr>
          <p:nvPr/>
        </p:nvSpPr>
        <p:spPr>
          <a:xfrm xmlns:a="http://schemas.openxmlformats.org/drawingml/2006/main">
            <a:off x="5981700" y="3705225"/>
            <a:ext cx="104775" cy="161925"/>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38" name="Google Shape;1238;p22">
            <a:extLst xmlns:a="http://schemas.openxmlformats.org/drawingml/2006/main">
              <a:ext uri="{FF2B5EF4-FFF2-40B4-BE49-F238E27FC236}">
                <a16:creationId xmlns:a16="http://schemas.microsoft.com/office/drawing/2014/main" id="{DA7E3142-95E0-4BB7-A70A-C8FA32CA680D}"/>
              </a:ext>
            </a:extLst>
          </p:cNvPr>
          <p:cNvSpPr>
            <a:spLocks xmlns:a="http://schemas.openxmlformats.org/drawingml/2006/main" noGrp="1"/>
          </p:cNvSpPr>
          <p:nvPr/>
        </p:nvSpPr>
        <p:spPr>
          <a:xfrm xmlns:a="http://schemas.openxmlformats.org/drawingml/2006/main">
            <a:off x="6115050" y="3295650"/>
            <a:ext cx="1171575" cy="1104900"/>
          </a:xfrm>
          <a:prstGeom xmlns:a="http://schemas.openxmlformats.org/drawingml/2006/main" prst="roundRect">
            <a:avLst>
              <a:gd name="adj" fmla="val 689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39" name="Google Shape;1239;p22">
            <a:extLst xmlns:a="http://schemas.openxmlformats.org/drawingml/2006/main">
              <a:ext uri="{FF2B5EF4-FFF2-40B4-BE49-F238E27FC236}">
                <a16:creationId xmlns:a16="http://schemas.microsoft.com/office/drawing/2014/main" id="{0B0B513D-FFBA-4CD5-B7D0-004C16CD6345}"/>
              </a:ext>
            </a:extLst>
          </p:cNvPr>
          <p:cNvSpPr>
            <a:spLocks xmlns:a="http://schemas.openxmlformats.org/drawingml/2006/main" noGrp="1"/>
          </p:cNvSpPr>
          <p:nvPr/>
        </p:nvSpPr>
        <p:spPr>
          <a:xfrm xmlns:a="http://schemas.openxmlformats.org/drawingml/2006/main">
            <a:off x="6115050" y="3295650"/>
            <a:ext cx="1171575" cy="7620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0" name="Google Shape;1240;p22">
            <a:extLst xmlns:a="http://schemas.openxmlformats.org/drawingml/2006/main">
              <a:ext uri="{FF2B5EF4-FFF2-40B4-BE49-F238E27FC236}">
                <a16:creationId xmlns:a16="http://schemas.microsoft.com/office/drawing/2014/main" id="{ADB59D0F-D471-4E78-8A7D-C5C4BA4F54A4}"/>
              </a:ext>
            </a:extLst>
          </p:cNvPr>
          <p:cNvSpPr>
            <a:spLocks xmlns:a="http://schemas.openxmlformats.org/drawingml/2006/main" noGrp="1"/>
          </p:cNvSpPr>
          <p:nvPr/>
        </p:nvSpPr>
        <p:spPr>
          <a:xfrm xmlns:a="http://schemas.openxmlformats.org/drawingml/2006/main">
            <a:off x="6538913" y="3419475"/>
            <a:ext cx="323850"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1" name="Google Shape;1241;p22">
            <a:extLst xmlns:a="http://schemas.openxmlformats.org/drawingml/2006/main">
              <a:ext uri="{FF2B5EF4-FFF2-40B4-BE49-F238E27FC236}">
                <a16:creationId xmlns:a16="http://schemas.microsoft.com/office/drawing/2014/main" id="{F75DB1FB-C44E-4F3B-A547-4244F5507DBD}"/>
              </a:ext>
            </a:extLst>
          </p:cNvPr>
          <p:cNvSpPr>
            <a:spLocks xmlns:a="http://schemas.openxmlformats.org/drawingml/2006/main" noGrp="1"/>
          </p:cNvSpPr>
          <p:nvPr/>
        </p:nvSpPr>
        <p:spPr>
          <a:xfrm xmlns:a="http://schemas.openxmlformats.org/drawingml/2006/main">
            <a:off x="6538913" y="3438525"/>
            <a:ext cx="3238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05</a:t>
            </a:r>
            <a:endParaRPr/>
          </a:p>
        </p:txBody>
      </p:sp>
      <p:sp>
        <p:nvSpPr>
          <p:cNvPr id="1242" name="Google Shape;1242;p22">
            <a:extLst xmlns:a="http://schemas.openxmlformats.org/drawingml/2006/main">
              <a:ext uri="{FF2B5EF4-FFF2-40B4-BE49-F238E27FC236}">
                <a16:creationId xmlns:a16="http://schemas.microsoft.com/office/drawing/2014/main" id="{44E4F399-C730-4909-88D8-EBD1F498D012}"/>
              </a:ext>
            </a:extLst>
          </p:cNvPr>
          <p:cNvSpPr>
            <a:spLocks xmlns:a="http://schemas.openxmlformats.org/drawingml/2006/main" noGrp="1"/>
          </p:cNvSpPr>
          <p:nvPr/>
        </p:nvSpPr>
        <p:spPr>
          <a:xfrm xmlns:a="http://schemas.openxmlformats.org/drawingml/2006/main">
            <a:off x="6191250" y="3695700"/>
            <a:ext cx="101917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Production</a:t>
            </a:r>
            <a:endParaRPr/>
          </a:p>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PRD</a:t>
            </a:r>
            <a:endParaRPr/>
          </a:p>
        </p:txBody>
      </p:sp>
      <p:sp>
        <p:nvSpPr>
          <p:cNvPr id="1243" name="Google Shape;1243;p22">
            <a:extLst xmlns:a="http://schemas.openxmlformats.org/drawingml/2006/main">
              <a:ext uri="{FF2B5EF4-FFF2-40B4-BE49-F238E27FC236}">
                <a16:creationId xmlns:a16="http://schemas.microsoft.com/office/drawing/2014/main" id="{17A9CF82-D6E7-4C62-8A67-E194470F3554}"/>
              </a:ext>
            </a:extLst>
          </p:cNvPr>
          <p:cNvSpPr>
            <a:spLocks xmlns:a="http://schemas.openxmlformats.org/drawingml/2006/main" noGrp="1"/>
          </p:cNvSpPr>
          <p:nvPr/>
        </p:nvSpPr>
        <p:spPr>
          <a:xfrm xmlns:a="http://schemas.openxmlformats.org/drawingml/2006/main">
            <a:off x="6191250" y="4010025"/>
            <a:ext cx="1019175"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40"/>
              <a:buFont typeface="Arial"/>
              <a:buNone/>
            </a:pPr>
            <a:r>
              <a:rPr sz="540">
                <a:solidFill>
                  <a:srgbClr val="666B70"/>
                </a:solidFill>
              </a:rPr>
              <a:t>ocoEGqFDyzzFYf3U</a:t>
            </a:r>
            <a:endParaRPr/>
          </a:p>
        </p:txBody>
      </p:sp>
      <p:sp>
        <p:nvSpPr>
          <p:cNvPr id="1244" name="Google Shape;1244;p22">
            <a:extLst xmlns:a="http://schemas.openxmlformats.org/drawingml/2006/main">
              <a:ext uri="{FF2B5EF4-FFF2-40B4-BE49-F238E27FC236}">
                <a16:creationId xmlns:a16="http://schemas.microsoft.com/office/drawing/2014/main" id="{095A3C06-BDBC-4188-A54D-5923120FD365}"/>
              </a:ext>
            </a:extLst>
          </p:cNvPr>
          <p:cNvSpPr>
            <a:spLocks xmlns:a="http://schemas.openxmlformats.org/drawingml/2006/main" noGrp="1"/>
          </p:cNvSpPr>
          <p:nvPr/>
        </p:nvSpPr>
        <p:spPr>
          <a:xfrm xmlns:a="http://schemas.openxmlformats.org/drawingml/2006/main">
            <a:off x="6191250" y="4210050"/>
            <a:ext cx="1019175"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578"/>
              <a:buFont typeface="Arial"/>
              <a:buNone/>
            </a:pPr>
            <a:r>
              <a:rPr sz="578" b="1">
                <a:solidFill>
                  <a:srgbClr val="2F6F57"/>
                </a:solidFill>
              </a:rPr>
              <a:t>DIRECT · v0.3.8</a:t>
            </a:r>
            <a:endParaRPr/>
          </a:p>
        </p:txBody>
      </p:sp>
      <p:sp>
        <p:nvSpPr>
          <p:cNvPr id="1245" name="Google Shape;1245;p22">
            <a:extLst xmlns:a="http://schemas.openxmlformats.org/drawingml/2006/main">
              <a:ext uri="{FF2B5EF4-FFF2-40B4-BE49-F238E27FC236}">
                <a16:creationId xmlns:a16="http://schemas.microsoft.com/office/drawing/2014/main" id="{32973485-6B90-440A-83CB-89F6D4EB2606}"/>
              </a:ext>
            </a:extLst>
          </p:cNvPr>
          <p:cNvSpPr>
            <a:spLocks xmlns:a="http://schemas.openxmlformats.org/drawingml/2006/main" noGrp="1"/>
          </p:cNvSpPr>
          <p:nvPr/>
        </p:nvSpPr>
        <p:spPr>
          <a:xfrm xmlns:a="http://schemas.openxmlformats.org/drawingml/2006/main">
            <a:off x="7315200" y="3705225"/>
            <a:ext cx="104775" cy="161925"/>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6" name="Google Shape;1246;p22">
            <a:extLst xmlns:a="http://schemas.openxmlformats.org/drawingml/2006/main">
              <a:ext uri="{FF2B5EF4-FFF2-40B4-BE49-F238E27FC236}">
                <a16:creationId xmlns:a16="http://schemas.microsoft.com/office/drawing/2014/main" id="{8EC11304-638D-4D3A-9093-7C1BAF11D2E1}"/>
              </a:ext>
            </a:extLst>
          </p:cNvPr>
          <p:cNvSpPr>
            <a:spLocks xmlns:a="http://schemas.openxmlformats.org/drawingml/2006/main" noGrp="1"/>
          </p:cNvSpPr>
          <p:nvPr/>
        </p:nvSpPr>
        <p:spPr>
          <a:xfrm xmlns:a="http://schemas.openxmlformats.org/drawingml/2006/main">
            <a:off x="7448550" y="3295650"/>
            <a:ext cx="1171575" cy="1104900"/>
          </a:xfrm>
          <a:prstGeom xmlns:a="http://schemas.openxmlformats.org/drawingml/2006/main" prst="roundRect">
            <a:avLst>
              <a:gd name="adj" fmla="val 689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7" name="Google Shape;1247;p22">
            <a:extLst xmlns:a="http://schemas.openxmlformats.org/drawingml/2006/main">
              <a:ext uri="{FF2B5EF4-FFF2-40B4-BE49-F238E27FC236}">
                <a16:creationId xmlns:a16="http://schemas.microsoft.com/office/drawing/2014/main" id="{ACBF0D98-12C8-4C9F-B4A6-C670274246F5}"/>
              </a:ext>
            </a:extLst>
          </p:cNvPr>
          <p:cNvSpPr>
            <a:spLocks xmlns:a="http://schemas.openxmlformats.org/drawingml/2006/main" noGrp="1"/>
          </p:cNvSpPr>
          <p:nvPr/>
        </p:nvSpPr>
        <p:spPr>
          <a:xfrm xmlns:a="http://schemas.openxmlformats.org/drawingml/2006/main">
            <a:off x="7448550" y="3295650"/>
            <a:ext cx="1171575" cy="7620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8" name="Google Shape;1248;p22">
            <a:extLst xmlns:a="http://schemas.openxmlformats.org/drawingml/2006/main">
              <a:ext uri="{FF2B5EF4-FFF2-40B4-BE49-F238E27FC236}">
                <a16:creationId xmlns:a16="http://schemas.microsoft.com/office/drawing/2014/main" id="{FF7F54FD-B3BA-4B11-AA5F-DE062CC5FBD1}"/>
              </a:ext>
            </a:extLst>
          </p:cNvPr>
          <p:cNvSpPr>
            <a:spLocks xmlns:a="http://schemas.openxmlformats.org/drawingml/2006/main" noGrp="1"/>
          </p:cNvSpPr>
          <p:nvPr/>
        </p:nvSpPr>
        <p:spPr>
          <a:xfrm xmlns:a="http://schemas.openxmlformats.org/drawingml/2006/main">
            <a:off x="7872413" y="3419475"/>
            <a:ext cx="323850"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9" name="Google Shape;1249;p22">
            <a:extLst xmlns:a="http://schemas.openxmlformats.org/drawingml/2006/main">
              <a:ext uri="{FF2B5EF4-FFF2-40B4-BE49-F238E27FC236}">
                <a16:creationId xmlns:a16="http://schemas.microsoft.com/office/drawing/2014/main" id="{6F9998FF-0781-47CE-B532-5C033C1DF15A}"/>
              </a:ext>
            </a:extLst>
          </p:cNvPr>
          <p:cNvSpPr>
            <a:spLocks xmlns:a="http://schemas.openxmlformats.org/drawingml/2006/main" noGrp="1"/>
          </p:cNvSpPr>
          <p:nvPr/>
        </p:nvSpPr>
        <p:spPr>
          <a:xfrm xmlns:a="http://schemas.openxmlformats.org/drawingml/2006/main">
            <a:off x="7872413" y="3438525"/>
            <a:ext cx="3238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06</a:t>
            </a:r>
            <a:endParaRPr/>
          </a:p>
        </p:txBody>
      </p:sp>
      <p:sp>
        <p:nvSpPr>
          <p:cNvPr id="1250" name="Google Shape;1250;p22">
            <a:extLst xmlns:a="http://schemas.openxmlformats.org/drawingml/2006/main">
              <a:ext uri="{FF2B5EF4-FFF2-40B4-BE49-F238E27FC236}">
                <a16:creationId xmlns:a16="http://schemas.microsoft.com/office/drawing/2014/main" id="{6B5904E2-F88B-4F0B-B691-0ECFE830DC8E}"/>
              </a:ext>
            </a:extLst>
          </p:cNvPr>
          <p:cNvSpPr>
            <a:spLocks xmlns:a="http://schemas.openxmlformats.org/drawingml/2006/main" noGrp="1"/>
          </p:cNvSpPr>
          <p:nvPr/>
        </p:nvSpPr>
        <p:spPr>
          <a:xfrm xmlns:a="http://schemas.openxmlformats.org/drawingml/2006/main">
            <a:off x="7524750" y="3695700"/>
            <a:ext cx="101917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Story</a:t>
            </a:r>
            <a:endParaRPr/>
          </a:p>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Breakdown</a:t>
            </a:r>
            <a:endParaRPr/>
          </a:p>
        </p:txBody>
      </p:sp>
      <p:sp>
        <p:nvSpPr>
          <p:cNvPr id="1251" name="Google Shape;1251;p22">
            <a:extLst xmlns:a="http://schemas.openxmlformats.org/drawingml/2006/main">
              <a:ext uri="{FF2B5EF4-FFF2-40B4-BE49-F238E27FC236}">
                <a16:creationId xmlns:a16="http://schemas.microsoft.com/office/drawing/2014/main" id="{3ECF8DBF-09AE-4C86-AA65-65893A5F9C31}"/>
              </a:ext>
            </a:extLst>
          </p:cNvPr>
          <p:cNvSpPr>
            <a:spLocks xmlns:a="http://schemas.openxmlformats.org/drawingml/2006/main" noGrp="1"/>
          </p:cNvSpPr>
          <p:nvPr/>
        </p:nvSpPr>
        <p:spPr>
          <a:xfrm xmlns:a="http://schemas.openxmlformats.org/drawingml/2006/main">
            <a:off x="7524750" y="4010025"/>
            <a:ext cx="1019175"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40"/>
              <a:buFont typeface="Arial"/>
              <a:buNone/>
            </a:pPr>
            <a:r>
              <a:rPr sz="540">
                <a:solidFill>
                  <a:srgbClr val="666B70"/>
                </a:solidFill>
              </a:rPr>
              <a:t>kswPN0mT0u7rp4vq</a:t>
            </a:r>
            <a:endParaRPr/>
          </a:p>
        </p:txBody>
      </p:sp>
      <p:sp>
        <p:nvSpPr>
          <p:cNvPr id="1252" name="Google Shape;1252;p22">
            <a:extLst xmlns:a="http://schemas.openxmlformats.org/drawingml/2006/main">
              <a:ext uri="{FF2B5EF4-FFF2-40B4-BE49-F238E27FC236}">
                <a16:creationId xmlns:a16="http://schemas.microsoft.com/office/drawing/2014/main" id="{522C0571-B7A7-4850-AF6D-9E2663AB2B7B}"/>
              </a:ext>
            </a:extLst>
          </p:cNvPr>
          <p:cNvSpPr>
            <a:spLocks xmlns:a="http://schemas.openxmlformats.org/drawingml/2006/main" noGrp="1"/>
          </p:cNvSpPr>
          <p:nvPr/>
        </p:nvSpPr>
        <p:spPr>
          <a:xfrm xmlns:a="http://schemas.openxmlformats.org/drawingml/2006/main">
            <a:off x="7524750" y="4210050"/>
            <a:ext cx="1019175"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578"/>
              <a:buFont typeface="Arial"/>
              <a:buNone/>
            </a:pPr>
            <a:r>
              <a:rPr sz="578" b="1">
                <a:solidFill>
                  <a:srgbClr val="2F6F57"/>
                </a:solidFill>
              </a:rPr>
              <a:t>DIRECT · v0.3.8</a:t>
            </a:r>
            <a:endParaRPr/>
          </a:p>
        </p:txBody>
      </p:sp>
      <p:sp>
        <p:nvSpPr>
          <p:cNvPr id="1253" name="Google Shape;1253;p22">
            <a:extLst xmlns:a="http://schemas.openxmlformats.org/drawingml/2006/main">
              <a:ext uri="{FF2B5EF4-FFF2-40B4-BE49-F238E27FC236}">
                <a16:creationId xmlns:a16="http://schemas.microsoft.com/office/drawing/2014/main" id="{92B44F41-B7D2-4A0C-9462-C615A5F08A09}"/>
              </a:ext>
            </a:extLst>
          </p:cNvPr>
          <p:cNvSpPr>
            <a:spLocks xmlns:a="http://schemas.openxmlformats.org/drawingml/2006/main" noGrp="1"/>
          </p:cNvSpPr>
          <p:nvPr/>
        </p:nvSpPr>
        <p:spPr>
          <a:xfrm xmlns:a="http://schemas.openxmlformats.org/drawingml/2006/main">
            <a:off x="8648700" y="3705225"/>
            <a:ext cx="104775" cy="161925"/>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54" name="Google Shape;1254;p22">
            <a:extLst xmlns:a="http://schemas.openxmlformats.org/drawingml/2006/main">
              <a:ext uri="{FF2B5EF4-FFF2-40B4-BE49-F238E27FC236}">
                <a16:creationId xmlns:a16="http://schemas.microsoft.com/office/drawing/2014/main" id="{CA9A8559-F045-46D3-B490-E6B90B7C5614}"/>
              </a:ext>
            </a:extLst>
          </p:cNvPr>
          <p:cNvSpPr>
            <a:spLocks xmlns:a="http://schemas.openxmlformats.org/drawingml/2006/main" noGrp="1"/>
          </p:cNvSpPr>
          <p:nvPr/>
        </p:nvSpPr>
        <p:spPr>
          <a:xfrm xmlns:a="http://schemas.openxmlformats.org/drawingml/2006/main">
            <a:off x="8782050" y="3295650"/>
            <a:ext cx="1171575" cy="1104900"/>
          </a:xfrm>
          <a:prstGeom xmlns:a="http://schemas.openxmlformats.org/drawingml/2006/main" prst="roundRect">
            <a:avLst>
              <a:gd name="adj" fmla="val 689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55" name="Google Shape;1255;p22">
            <a:extLst xmlns:a="http://schemas.openxmlformats.org/drawingml/2006/main">
              <a:ext uri="{FF2B5EF4-FFF2-40B4-BE49-F238E27FC236}">
                <a16:creationId xmlns:a16="http://schemas.microsoft.com/office/drawing/2014/main" id="{50A0E0A0-D269-4916-BEDA-3107ACD91E01}"/>
              </a:ext>
            </a:extLst>
          </p:cNvPr>
          <p:cNvSpPr>
            <a:spLocks xmlns:a="http://schemas.openxmlformats.org/drawingml/2006/main" noGrp="1"/>
          </p:cNvSpPr>
          <p:nvPr/>
        </p:nvSpPr>
        <p:spPr>
          <a:xfrm xmlns:a="http://schemas.openxmlformats.org/drawingml/2006/main">
            <a:off x="8782050" y="3295650"/>
            <a:ext cx="1171575" cy="7620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56" name="Google Shape;1256;p22">
            <a:extLst xmlns:a="http://schemas.openxmlformats.org/drawingml/2006/main">
              <a:ext uri="{FF2B5EF4-FFF2-40B4-BE49-F238E27FC236}">
                <a16:creationId xmlns:a16="http://schemas.microsoft.com/office/drawing/2014/main" id="{7FD8D02C-881A-4489-BF9F-030874C02634}"/>
              </a:ext>
            </a:extLst>
          </p:cNvPr>
          <p:cNvSpPr>
            <a:spLocks xmlns:a="http://schemas.openxmlformats.org/drawingml/2006/main" noGrp="1"/>
          </p:cNvSpPr>
          <p:nvPr/>
        </p:nvSpPr>
        <p:spPr>
          <a:xfrm xmlns:a="http://schemas.openxmlformats.org/drawingml/2006/main">
            <a:off x="9205913" y="3419475"/>
            <a:ext cx="323850" cy="228600"/>
          </a:xfrm>
          <a:prstGeom xmlns:a="http://schemas.openxmlformats.org/drawingml/2006/main" prst="roundRect">
            <a:avLst>
              <a:gd name="adj" fmla="val 3333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57" name="Google Shape;1257;p22">
            <a:extLst xmlns:a="http://schemas.openxmlformats.org/drawingml/2006/main">
              <a:ext uri="{FF2B5EF4-FFF2-40B4-BE49-F238E27FC236}">
                <a16:creationId xmlns:a16="http://schemas.microsoft.com/office/drawing/2014/main" id="{C4E22AE3-EA2E-470D-8AE7-3AA0A956F944}"/>
              </a:ext>
            </a:extLst>
          </p:cNvPr>
          <p:cNvSpPr>
            <a:spLocks xmlns:a="http://schemas.openxmlformats.org/drawingml/2006/main" noGrp="1"/>
          </p:cNvSpPr>
          <p:nvPr/>
        </p:nvSpPr>
        <p:spPr>
          <a:xfrm xmlns:a="http://schemas.openxmlformats.org/drawingml/2006/main">
            <a:off x="9205913" y="3438525"/>
            <a:ext cx="3238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60"/>
              <a:buFont typeface="Arial"/>
              <a:buNone/>
            </a:pPr>
            <a:r>
              <a:rPr sz="660" b="1">
                <a:solidFill>
                  <a:srgbClr val="3B6EBF"/>
                </a:solidFill>
              </a:rPr>
              <a:t>07</a:t>
            </a:r>
            <a:endParaRPr/>
          </a:p>
        </p:txBody>
      </p:sp>
      <p:sp>
        <p:nvSpPr>
          <p:cNvPr id="1258" name="Google Shape;1258;p22">
            <a:extLst xmlns:a="http://schemas.openxmlformats.org/drawingml/2006/main">
              <a:ext uri="{FF2B5EF4-FFF2-40B4-BE49-F238E27FC236}">
                <a16:creationId xmlns:a16="http://schemas.microsoft.com/office/drawing/2014/main" id="{843E1F9B-EDA2-4270-BCEC-0AB9DE09B98D}"/>
              </a:ext>
            </a:extLst>
          </p:cNvPr>
          <p:cNvSpPr>
            <a:spLocks xmlns:a="http://schemas.openxmlformats.org/drawingml/2006/main" noGrp="1"/>
          </p:cNvSpPr>
          <p:nvPr/>
        </p:nvSpPr>
        <p:spPr>
          <a:xfrm xmlns:a="http://schemas.openxmlformats.org/drawingml/2006/main">
            <a:off x="8858250" y="3695700"/>
            <a:ext cx="101917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Validator +</a:t>
            </a:r>
            <a:endParaRPr/>
          </a:p>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Export</a:t>
            </a:r>
            <a:endParaRPr/>
          </a:p>
        </p:txBody>
      </p:sp>
      <p:sp>
        <p:nvSpPr>
          <p:cNvPr id="1259" name="Google Shape;1259;p22">
            <a:extLst xmlns:a="http://schemas.openxmlformats.org/drawingml/2006/main">
              <a:ext uri="{FF2B5EF4-FFF2-40B4-BE49-F238E27FC236}">
                <a16:creationId xmlns:a16="http://schemas.microsoft.com/office/drawing/2014/main" id="{88B1BFD0-B3F7-4FD0-90AB-E5D44117424B}"/>
              </a:ext>
            </a:extLst>
          </p:cNvPr>
          <p:cNvSpPr>
            <a:spLocks xmlns:a="http://schemas.openxmlformats.org/drawingml/2006/main" noGrp="1"/>
          </p:cNvSpPr>
          <p:nvPr/>
        </p:nvSpPr>
        <p:spPr>
          <a:xfrm xmlns:a="http://schemas.openxmlformats.org/drawingml/2006/main">
            <a:off x="8858250" y="4010025"/>
            <a:ext cx="1019175"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40"/>
              <a:buFont typeface="Arial"/>
              <a:buNone/>
            </a:pPr>
            <a:r>
              <a:rPr sz="540">
                <a:solidFill>
                  <a:srgbClr val="666B70"/>
                </a:solidFill>
              </a:rPr>
              <a:t>PCV1gEpUt8ZxOVyw</a:t>
            </a:r>
            <a:endParaRPr/>
          </a:p>
        </p:txBody>
      </p:sp>
      <p:sp>
        <p:nvSpPr>
          <p:cNvPr id="1260" name="Google Shape;1260;p22">
            <a:extLst xmlns:a="http://schemas.openxmlformats.org/drawingml/2006/main">
              <a:ext uri="{FF2B5EF4-FFF2-40B4-BE49-F238E27FC236}">
                <a16:creationId xmlns:a16="http://schemas.microsoft.com/office/drawing/2014/main" id="{7E93BE45-B51C-4D03-96FC-340491740EB1}"/>
              </a:ext>
            </a:extLst>
          </p:cNvPr>
          <p:cNvSpPr>
            <a:spLocks xmlns:a="http://schemas.openxmlformats.org/drawingml/2006/main" noGrp="1"/>
          </p:cNvSpPr>
          <p:nvPr/>
        </p:nvSpPr>
        <p:spPr>
          <a:xfrm xmlns:a="http://schemas.openxmlformats.org/drawingml/2006/main">
            <a:off x="8858250" y="4210050"/>
            <a:ext cx="1019175"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1">
                <a:solidFill>
                  <a:srgbClr val="3B6EBF"/>
                </a:solidFill>
              </a:rPr>
              <a:t>DIRECT · STABLE</a:t>
            </a:r>
            <a:endParaRPr/>
          </a:p>
        </p:txBody>
      </p:sp>
      <p:sp>
        <p:nvSpPr>
          <p:cNvPr id="1261" name="Google Shape;1261;p22">
            <a:extLst xmlns:a="http://schemas.openxmlformats.org/drawingml/2006/main">
              <a:ext uri="{FF2B5EF4-FFF2-40B4-BE49-F238E27FC236}">
                <a16:creationId xmlns:a16="http://schemas.microsoft.com/office/drawing/2014/main" id="{DD6CEE3D-4CE2-424B-94EC-A6F9FB8C1F90}"/>
              </a:ext>
            </a:extLst>
          </p:cNvPr>
          <p:cNvSpPr>
            <a:spLocks xmlns:a="http://schemas.openxmlformats.org/drawingml/2006/main" noGrp="1"/>
          </p:cNvSpPr>
          <p:nvPr/>
        </p:nvSpPr>
        <p:spPr>
          <a:xfrm xmlns:a="http://schemas.openxmlformats.org/drawingml/2006/main">
            <a:off x="9982200" y="3705225"/>
            <a:ext cx="104775" cy="161925"/>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62" name="Google Shape;1262;p22">
            <a:extLst xmlns:a="http://schemas.openxmlformats.org/drawingml/2006/main">
              <a:ext uri="{FF2B5EF4-FFF2-40B4-BE49-F238E27FC236}">
                <a16:creationId xmlns:a16="http://schemas.microsoft.com/office/drawing/2014/main" id="{F86F1BD9-38C2-4387-9BF2-E9C91CF3CF1B}"/>
              </a:ext>
            </a:extLst>
          </p:cNvPr>
          <p:cNvSpPr>
            <a:spLocks xmlns:a="http://schemas.openxmlformats.org/drawingml/2006/main" noGrp="1"/>
          </p:cNvSpPr>
          <p:nvPr/>
        </p:nvSpPr>
        <p:spPr>
          <a:xfrm xmlns:a="http://schemas.openxmlformats.org/drawingml/2006/main">
            <a:off x="10115550" y="3295650"/>
            <a:ext cx="1295400" cy="1104900"/>
          </a:xfrm>
          <a:prstGeom xmlns:a="http://schemas.openxmlformats.org/drawingml/2006/main" prst="roundRect">
            <a:avLst>
              <a:gd name="adj" fmla="val 6897"/>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63" name="Google Shape;1263;p22">
            <a:extLst xmlns:a="http://schemas.openxmlformats.org/drawingml/2006/main">
              <a:ext uri="{FF2B5EF4-FFF2-40B4-BE49-F238E27FC236}">
                <a16:creationId xmlns:a16="http://schemas.microsoft.com/office/drawing/2014/main" id="{4BFE3EAB-D103-4705-97AB-E85042472B87}"/>
              </a:ext>
            </a:extLst>
          </p:cNvPr>
          <p:cNvSpPr>
            <a:spLocks xmlns:a="http://schemas.openxmlformats.org/drawingml/2006/main" noGrp="1"/>
          </p:cNvSpPr>
          <p:nvPr/>
        </p:nvSpPr>
        <p:spPr>
          <a:xfrm xmlns:a="http://schemas.openxmlformats.org/drawingml/2006/main">
            <a:off x="10115550" y="3295650"/>
            <a:ext cx="1295400" cy="76200"/>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64" name="Google Shape;1264;p22">
            <a:extLst xmlns:a="http://schemas.openxmlformats.org/drawingml/2006/main">
              <a:ext uri="{FF2B5EF4-FFF2-40B4-BE49-F238E27FC236}">
                <a16:creationId xmlns:a16="http://schemas.microsoft.com/office/drawing/2014/main" id="{A5E2B67B-30E8-4623-87DB-76E44F608F30}"/>
              </a:ext>
            </a:extLst>
          </p:cNvPr>
          <p:cNvSpPr>
            <a:spLocks xmlns:a="http://schemas.openxmlformats.org/drawingml/2006/main" noGrp="1"/>
          </p:cNvSpPr>
          <p:nvPr/>
        </p:nvSpPr>
        <p:spPr>
          <a:xfrm xmlns:a="http://schemas.openxmlformats.org/drawingml/2006/main">
            <a:off x="10601325" y="3419475"/>
            <a:ext cx="323850" cy="228600"/>
          </a:xfrm>
          <a:prstGeom xmlns:a="http://schemas.openxmlformats.org/drawingml/2006/main" prst="roundRect">
            <a:avLst>
              <a:gd name="adj" fmla="val 33333"/>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65" name="Google Shape;1265;p22">
            <a:extLst xmlns:a="http://schemas.openxmlformats.org/drawingml/2006/main">
              <a:ext uri="{FF2B5EF4-FFF2-40B4-BE49-F238E27FC236}">
                <a16:creationId xmlns:a16="http://schemas.microsoft.com/office/drawing/2014/main" id="{B327BB18-0F19-48C7-AC69-83AC1539C8AB}"/>
              </a:ext>
            </a:extLst>
          </p:cNvPr>
          <p:cNvSpPr>
            <a:spLocks xmlns:a="http://schemas.openxmlformats.org/drawingml/2006/main" noGrp="1"/>
          </p:cNvSpPr>
          <p:nvPr/>
        </p:nvSpPr>
        <p:spPr>
          <a:xfrm xmlns:a="http://schemas.openxmlformats.org/drawingml/2006/main">
            <a:off x="10601325" y="3438525"/>
            <a:ext cx="32385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660"/>
              <a:buFont typeface="Arial"/>
              <a:buNone/>
            </a:pPr>
            <a:r>
              <a:rPr sz="660" b="1">
                <a:solidFill>
                  <a:srgbClr val="7546C8"/>
                </a:solidFill>
              </a:rPr>
              <a:t>08</a:t>
            </a:r>
            <a:endParaRPr/>
          </a:p>
        </p:txBody>
      </p:sp>
      <p:sp>
        <p:nvSpPr>
          <p:cNvPr id="1266" name="Google Shape;1266;p22">
            <a:extLst xmlns:a="http://schemas.openxmlformats.org/drawingml/2006/main">
              <a:ext uri="{FF2B5EF4-FFF2-40B4-BE49-F238E27FC236}">
                <a16:creationId xmlns:a16="http://schemas.microsoft.com/office/drawing/2014/main" id="{34195BCC-3EB1-484E-BBDC-C1E294F62722}"/>
              </a:ext>
            </a:extLst>
          </p:cNvPr>
          <p:cNvSpPr>
            <a:spLocks xmlns:a="http://schemas.openxmlformats.org/drawingml/2006/main" noGrp="1"/>
          </p:cNvSpPr>
          <p:nvPr/>
        </p:nvSpPr>
        <p:spPr>
          <a:xfrm xmlns:a="http://schemas.openxmlformats.org/drawingml/2006/main">
            <a:off x="10191750" y="3695700"/>
            <a:ext cx="1143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Story</a:t>
            </a:r>
            <a:endParaRPr/>
          </a:p>
          <a:p xmlns:a="http://schemas.openxmlformats.org/drawingml/2006/main">
            <a:pPr marL="0" marR="0" lvl="0" indent="0" algn="l">
              <a:spcBef>
                <a:spcPts val="0"/>
              </a:spcBef>
              <a:spcAft>
                <a:spcPts val="0"/>
              </a:spcAft>
              <a:buClr>
                <a:srgbClr val="1A1A2E"/>
              </a:buClr>
              <a:buSzPts val="720"/>
              <a:buFont typeface="Arial"/>
              <a:buNone/>
            </a:pPr>
            <a:r>
              <a:rPr sz="720" b="1">
                <a:solidFill>
                  <a:srgbClr val="1A1A2E"/>
                </a:solidFill>
              </a:rPr>
              <a:t>Sizing</a:t>
            </a:r>
            <a:endParaRPr/>
          </a:p>
        </p:txBody>
      </p:sp>
      <p:sp>
        <p:nvSpPr>
          <p:cNvPr id="1267" name="Google Shape;1267;p22">
            <a:extLst xmlns:a="http://schemas.openxmlformats.org/drawingml/2006/main">
              <a:ext uri="{FF2B5EF4-FFF2-40B4-BE49-F238E27FC236}">
                <a16:creationId xmlns:a16="http://schemas.microsoft.com/office/drawing/2014/main" id="{FA749E75-FA96-4555-BC94-0B1BF70B0649}"/>
              </a:ext>
            </a:extLst>
          </p:cNvPr>
          <p:cNvSpPr>
            <a:spLocks xmlns:a="http://schemas.openxmlformats.org/drawingml/2006/main" noGrp="1"/>
          </p:cNvSpPr>
          <p:nvPr/>
        </p:nvSpPr>
        <p:spPr>
          <a:xfrm xmlns:a="http://schemas.openxmlformats.org/drawingml/2006/main">
            <a:off x="10191750" y="4010025"/>
            <a:ext cx="1143000"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40"/>
              <a:buFont typeface="Arial"/>
              <a:buNone/>
            </a:pPr>
            <a:r>
              <a:rPr sz="540">
                <a:solidFill>
                  <a:srgbClr val="666B70"/>
                </a:solidFill>
              </a:rPr>
              <a:t>cFuv8QCLpLhtX6A6</a:t>
            </a:r>
            <a:endParaRPr/>
          </a:p>
        </p:txBody>
      </p:sp>
      <p:sp>
        <p:nvSpPr>
          <p:cNvPr id="1268" name="Google Shape;1268;p22">
            <a:extLst xmlns:a="http://schemas.openxmlformats.org/drawingml/2006/main">
              <a:ext uri="{FF2B5EF4-FFF2-40B4-BE49-F238E27FC236}">
                <a16:creationId xmlns:a16="http://schemas.microsoft.com/office/drawing/2014/main" id="{5778E905-A41C-476D-A3B3-34B0A3428EDF}"/>
              </a:ext>
            </a:extLst>
          </p:cNvPr>
          <p:cNvSpPr>
            <a:spLocks xmlns:a="http://schemas.openxmlformats.org/drawingml/2006/main" noGrp="1"/>
          </p:cNvSpPr>
          <p:nvPr/>
        </p:nvSpPr>
        <p:spPr>
          <a:xfrm xmlns:a="http://schemas.openxmlformats.org/drawingml/2006/main">
            <a:off x="10191750" y="4210050"/>
            <a:ext cx="1143000"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578"/>
              <a:buFont typeface="Arial"/>
              <a:buNone/>
            </a:pPr>
            <a:r>
              <a:rPr sz="578" b="1">
                <a:solidFill>
                  <a:srgbClr val="7546C8"/>
                </a:solidFill>
              </a:rPr>
              <a:t>DIRECT · ADVISORY</a:t>
            </a:r>
            <a:endParaRPr/>
          </a:p>
        </p:txBody>
      </p:sp>
      <p:sp>
        <p:nvSpPr>
          <p:cNvPr id="1269" name="Google Shape;1269;p22">
            <a:extLst xmlns:a="http://schemas.openxmlformats.org/drawingml/2006/main">
              <a:ext uri="{FF2B5EF4-FFF2-40B4-BE49-F238E27FC236}">
                <a16:creationId xmlns:a16="http://schemas.microsoft.com/office/drawing/2014/main" id="{93D785DF-E7B6-4D76-9C4A-D932A5F6FC53}"/>
              </a:ext>
            </a:extLst>
          </p:cNvPr>
          <p:cNvSpPr>
            <a:spLocks xmlns:a="http://schemas.openxmlformats.org/drawingml/2006/main" noGrp="1"/>
          </p:cNvSpPr>
          <p:nvPr/>
        </p:nvSpPr>
        <p:spPr>
          <a:xfrm xmlns:a="http://schemas.openxmlformats.org/drawingml/2006/main">
            <a:off x="781050" y="4552950"/>
            <a:ext cx="3324225"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0" name="Google Shape;1270;p22">
            <a:extLst xmlns:a="http://schemas.openxmlformats.org/drawingml/2006/main">
              <a:ext uri="{FF2B5EF4-FFF2-40B4-BE49-F238E27FC236}">
                <a16:creationId xmlns:a16="http://schemas.microsoft.com/office/drawing/2014/main" id="{55A7B600-FC0E-428A-84D1-37E28EA08A98}"/>
              </a:ext>
            </a:extLst>
          </p:cNvPr>
          <p:cNvSpPr>
            <a:spLocks xmlns:a="http://schemas.openxmlformats.org/drawingml/2006/main" noGrp="1"/>
          </p:cNvSpPr>
          <p:nvPr/>
        </p:nvSpPr>
        <p:spPr>
          <a:xfrm xmlns:a="http://schemas.openxmlformats.org/drawingml/2006/main">
            <a:off x="962025" y="4638675"/>
            <a:ext cx="29622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98"/>
              <a:buFont typeface="Arial"/>
              <a:buNone/>
            </a:pPr>
            <a:r>
              <a:rPr sz="698" b="1">
                <a:solidFill>
                  <a:srgbClr val="3B6EBF"/>
                </a:solidFill>
              </a:rPr>
              <a:t>HOW THE PARENT RUNS THE PIPELINE</a:t>
            </a:r>
            <a:endParaRPr/>
          </a:p>
        </p:txBody>
      </p:sp>
      <p:sp>
        <p:nvSpPr>
          <p:cNvPr id="1271" name="Google Shape;1271;p22">
            <a:extLst xmlns:a="http://schemas.openxmlformats.org/drawingml/2006/main">
              <a:ext uri="{FF2B5EF4-FFF2-40B4-BE49-F238E27FC236}">
                <a16:creationId xmlns:a16="http://schemas.microsoft.com/office/drawing/2014/main" id="{E281490C-8306-46FF-A849-00D76931A26A}"/>
              </a:ext>
            </a:extLst>
          </p:cNvPr>
          <p:cNvSpPr>
            <a:spLocks xmlns:a="http://schemas.openxmlformats.org/drawingml/2006/main" noGrp="1"/>
          </p:cNvSpPr>
          <p:nvPr/>
        </p:nvSpPr>
        <p:spPr>
          <a:xfrm xmlns:a="http://schemas.openxmlformats.org/drawingml/2006/main">
            <a:off x="962025" y="4886325"/>
            <a:ext cx="276225" cy="142875"/>
          </a:xfrm>
          <a:prstGeom xmlns:a="http://schemas.openxmlformats.org/drawingml/2006/main" prst="roundRect">
            <a:avLst>
              <a:gd name="adj" fmla="val 50000"/>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2" name="Google Shape;1272;p22">
            <a:extLst xmlns:a="http://schemas.openxmlformats.org/drawingml/2006/main">
              <a:ext uri="{FF2B5EF4-FFF2-40B4-BE49-F238E27FC236}">
                <a16:creationId xmlns:a16="http://schemas.microsoft.com/office/drawing/2014/main" id="{AA16F440-1AA2-4E70-89B2-BAFFAB9A8E2D}"/>
              </a:ext>
            </a:extLst>
          </p:cNvPr>
          <p:cNvSpPr>
            <a:spLocks xmlns:a="http://schemas.openxmlformats.org/drawingml/2006/main" noGrp="1"/>
          </p:cNvSpPr>
          <p:nvPr/>
        </p:nvSpPr>
        <p:spPr>
          <a:xfrm xmlns:a="http://schemas.openxmlformats.org/drawingml/2006/main">
            <a:off x="962025" y="4876800"/>
            <a:ext cx="276225"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38"/>
              <a:buFont typeface="Arial"/>
              <a:buNone/>
            </a:pPr>
            <a:r>
              <a:rPr sz="638" b="1">
                <a:solidFill>
                  <a:srgbClr val="3B6EBF"/>
                </a:solidFill>
              </a:rPr>
              <a:t>6</a:t>
            </a:r>
            <a:endParaRPr/>
          </a:p>
        </p:txBody>
      </p:sp>
      <p:sp>
        <p:nvSpPr>
          <p:cNvPr id="1273" name="Google Shape;1273;p22">
            <a:extLst xmlns:a="http://schemas.openxmlformats.org/drawingml/2006/main">
              <a:ext uri="{FF2B5EF4-FFF2-40B4-BE49-F238E27FC236}">
                <a16:creationId xmlns:a16="http://schemas.microsoft.com/office/drawing/2014/main" id="{742C36B0-07A0-4A80-AAE6-D979DDB9F77A}"/>
              </a:ext>
            </a:extLst>
          </p:cNvPr>
          <p:cNvSpPr>
            <a:spLocks xmlns:a="http://schemas.openxmlformats.org/drawingml/2006/main" noGrp="1"/>
          </p:cNvSpPr>
          <p:nvPr/>
        </p:nvSpPr>
        <p:spPr>
          <a:xfrm xmlns:a="http://schemas.openxmlformats.org/drawingml/2006/main">
            <a:off x="1343025" y="4867275"/>
            <a:ext cx="2476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45"/>
              <a:buFont typeface="Arial"/>
              <a:buNone/>
            </a:pPr>
            <a:r>
              <a:rPr sz="645">
                <a:solidFill>
                  <a:srgbClr val="1A1A2E"/>
                </a:solidFill>
              </a:rPr>
              <a:t>direct workflows · 01, 04, 05, 06, 07, 08</a:t>
            </a:r>
            <a:endParaRPr/>
          </a:p>
        </p:txBody>
      </p:sp>
      <p:sp>
        <p:nvSpPr>
          <p:cNvPr id="1274" name="Google Shape;1274;p22">
            <a:extLst xmlns:a="http://schemas.openxmlformats.org/drawingml/2006/main">
              <a:ext uri="{FF2B5EF4-FFF2-40B4-BE49-F238E27FC236}">
                <a16:creationId xmlns:a16="http://schemas.microsoft.com/office/drawing/2014/main" id="{A57610FE-26F6-47D1-9A62-E23FF25139AF}"/>
              </a:ext>
            </a:extLst>
          </p:cNvPr>
          <p:cNvSpPr>
            <a:spLocks xmlns:a="http://schemas.openxmlformats.org/drawingml/2006/main" noGrp="1"/>
          </p:cNvSpPr>
          <p:nvPr/>
        </p:nvSpPr>
        <p:spPr>
          <a:xfrm xmlns:a="http://schemas.openxmlformats.org/drawingml/2006/main">
            <a:off x="962025" y="5057775"/>
            <a:ext cx="276225" cy="142875"/>
          </a:xfrm>
          <a:prstGeom xmlns:a="http://schemas.openxmlformats.org/drawingml/2006/main" prst="roundRect">
            <a:avLst>
              <a:gd name="adj" fmla="val 50000"/>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5" name="Google Shape;1275;p22">
            <a:extLst xmlns:a="http://schemas.openxmlformats.org/drawingml/2006/main">
              <a:ext uri="{FF2B5EF4-FFF2-40B4-BE49-F238E27FC236}">
                <a16:creationId xmlns:a16="http://schemas.microsoft.com/office/drawing/2014/main" id="{E8240364-F019-42A5-A9A1-A9E59DA2A499}"/>
              </a:ext>
            </a:extLst>
          </p:cNvPr>
          <p:cNvSpPr>
            <a:spLocks xmlns:a="http://schemas.openxmlformats.org/drawingml/2006/main" noGrp="1"/>
          </p:cNvSpPr>
          <p:nvPr/>
        </p:nvSpPr>
        <p:spPr>
          <a:xfrm xmlns:a="http://schemas.openxmlformats.org/drawingml/2006/main">
            <a:off x="962025" y="5048250"/>
            <a:ext cx="276225"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38"/>
              <a:buFont typeface="Arial"/>
              <a:buNone/>
            </a:pPr>
            <a:r>
              <a:rPr sz="638" b="1">
                <a:solidFill>
                  <a:srgbClr val="3B6EBF"/>
                </a:solidFill>
              </a:rPr>
              <a:t>2</a:t>
            </a:r>
            <a:endParaRPr/>
          </a:p>
        </p:txBody>
      </p:sp>
      <p:sp>
        <p:nvSpPr>
          <p:cNvPr id="1276" name="Google Shape;1276;p22">
            <a:extLst xmlns:a="http://schemas.openxmlformats.org/drawingml/2006/main">
              <a:ext uri="{FF2B5EF4-FFF2-40B4-BE49-F238E27FC236}">
                <a16:creationId xmlns:a16="http://schemas.microsoft.com/office/drawing/2014/main" id="{2FCAA1F5-FF5B-4565-A0E8-484126B6CDFD}"/>
              </a:ext>
            </a:extLst>
          </p:cNvPr>
          <p:cNvSpPr>
            <a:spLocks xmlns:a="http://schemas.openxmlformats.org/drawingml/2006/main" noGrp="1"/>
          </p:cNvSpPr>
          <p:nvPr/>
        </p:nvSpPr>
        <p:spPr>
          <a:xfrm xmlns:a="http://schemas.openxmlformats.org/drawingml/2006/main">
            <a:off x="1343025" y="5038725"/>
            <a:ext cx="2476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45"/>
              <a:buFont typeface="Arial"/>
              <a:buNone/>
            </a:pPr>
            <a:r>
              <a:rPr sz="645">
                <a:solidFill>
                  <a:srgbClr val="1A1A2E"/>
                </a:solidFill>
              </a:rPr>
              <a:t>internal analysis steps · 02, 03</a:t>
            </a:r>
            <a:endParaRPr/>
          </a:p>
        </p:txBody>
      </p:sp>
      <p:sp>
        <p:nvSpPr>
          <p:cNvPr id="1277" name="Google Shape;1277;p22">
            <a:extLst xmlns:a="http://schemas.openxmlformats.org/drawingml/2006/main">
              <a:ext uri="{FF2B5EF4-FFF2-40B4-BE49-F238E27FC236}">
                <a16:creationId xmlns:a16="http://schemas.microsoft.com/office/drawing/2014/main" id="{3A1445D8-3B16-4CA8-8AD0-2923F361AE74}"/>
              </a:ext>
            </a:extLst>
          </p:cNvPr>
          <p:cNvSpPr>
            <a:spLocks xmlns:a="http://schemas.openxmlformats.org/drawingml/2006/main" noGrp="1"/>
          </p:cNvSpPr>
          <p:nvPr/>
        </p:nvSpPr>
        <p:spPr>
          <a:xfrm xmlns:a="http://schemas.openxmlformats.org/drawingml/2006/main">
            <a:off x="962025" y="5229225"/>
            <a:ext cx="276225" cy="142875"/>
          </a:xfrm>
          <a:prstGeom xmlns:a="http://schemas.openxmlformats.org/drawingml/2006/main" prst="roundRect">
            <a:avLst>
              <a:gd name="adj" fmla="val 50000"/>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8" name="Google Shape;1278;p22">
            <a:extLst xmlns:a="http://schemas.openxmlformats.org/drawingml/2006/main">
              <a:ext uri="{FF2B5EF4-FFF2-40B4-BE49-F238E27FC236}">
                <a16:creationId xmlns:a16="http://schemas.microsoft.com/office/drawing/2014/main" id="{E03526C9-F288-424C-BDE4-3661C7E6F911}"/>
              </a:ext>
            </a:extLst>
          </p:cNvPr>
          <p:cNvSpPr>
            <a:spLocks xmlns:a="http://schemas.openxmlformats.org/drawingml/2006/main" noGrp="1"/>
          </p:cNvSpPr>
          <p:nvPr/>
        </p:nvSpPr>
        <p:spPr>
          <a:xfrm xmlns:a="http://schemas.openxmlformats.org/drawingml/2006/main">
            <a:off x="962025" y="5219700"/>
            <a:ext cx="276225"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38"/>
              <a:buFont typeface="Arial"/>
              <a:buNone/>
            </a:pPr>
            <a:r>
              <a:rPr sz="638" b="1">
                <a:solidFill>
                  <a:srgbClr val="3B6EBF"/>
                </a:solidFill>
              </a:rPr>
              <a:t>1</a:t>
            </a:r>
            <a:endParaRPr/>
          </a:p>
        </p:txBody>
      </p:sp>
      <p:sp>
        <p:nvSpPr>
          <p:cNvPr id="1279" name="Google Shape;1279;p22">
            <a:extLst xmlns:a="http://schemas.openxmlformats.org/drawingml/2006/main">
              <a:ext uri="{FF2B5EF4-FFF2-40B4-BE49-F238E27FC236}">
                <a16:creationId xmlns:a16="http://schemas.microsoft.com/office/drawing/2014/main" id="{588B29BE-6380-43E3-9DC6-13D9FE8C50DA}"/>
              </a:ext>
            </a:extLst>
          </p:cNvPr>
          <p:cNvSpPr>
            <a:spLocks xmlns:a="http://schemas.openxmlformats.org/drawingml/2006/main" noGrp="1"/>
          </p:cNvSpPr>
          <p:nvPr/>
        </p:nvSpPr>
        <p:spPr>
          <a:xfrm xmlns:a="http://schemas.openxmlformats.org/drawingml/2006/main">
            <a:off x="1343025" y="5210175"/>
            <a:ext cx="2476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45"/>
              <a:buFont typeface="Arial"/>
              <a:buNone/>
            </a:pPr>
            <a:r>
              <a:rPr sz="645">
                <a:solidFill>
                  <a:srgbClr val="1A1A2E"/>
                </a:solidFill>
              </a:rPr>
              <a:t>non-blocking sizing after export · 08</a:t>
            </a:r>
            <a:endParaRPr/>
          </a:p>
        </p:txBody>
      </p:sp>
      <p:sp>
        <p:nvSpPr>
          <p:cNvPr id="1280" name="Google Shape;1280;p22">
            <a:extLst xmlns:a="http://schemas.openxmlformats.org/drawingml/2006/main">
              <a:ext uri="{FF2B5EF4-FFF2-40B4-BE49-F238E27FC236}">
                <a16:creationId xmlns:a16="http://schemas.microsoft.com/office/drawing/2014/main" id="{6FE54C71-99F1-44D8-9712-42B7AF8EDB63}"/>
              </a:ext>
            </a:extLst>
          </p:cNvPr>
          <p:cNvSpPr>
            <a:spLocks xmlns:a="http://schemas.openxmlformats.org/drawingml/2006/main" noGrp="1"/>
          </p:cNvSpPr>
          <p:nvPr/>
        </p:nvSpPr>
        <p:spPr>
          <a:xfrm xmlns:a="http://schemas.openxmlformats.org/drawingml/2006/main">
            <a:off x="4343400" y="4552950"/>
            <a:ext cx="3419475"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1" name="Google Shape;1281;p22">
            <a:extLst xmlns:a="http://schemas.openxmlformats.org/drawingml/2006/main">
              <a:ext uri="{FF2B5EF4-FFF2-40B4-BE49-F238E27FC236}">
                <a16:creationId xmlns:a16="http://schemas.microsoft.com/office/drawing/2014/main" id="{30649AC0-17C2-423D-9100-1EE0D3DB0A34}"/>
              </a:ext>
            </a:extLst>
          </p:cNvPr>
          <p:cNvSpPr>
            <a:spLocks xmlns:a="http://schemas.openxmlformats.org/drawingml/2006/main" noGrp="1"/>
          </p:cNvSpPr>
          <p:nvPr/>
        </p:nvSpPr>
        <p:spPr>
          <a:xfrm xmlns:a="http://schemas.openxmlformats.org/drawingml/2006/main">
            <a:off x="4552950" y="4638675"/>
            <a:ext cx="3000375"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735"/>
              <a:buFont typeface="Arial"/>
              <a:buNone/>
            </a:pPr>
            <a:r>
              <a:rPr sz="735" b="1">
                <a:solidFill>
                  <a:srgbClr val="B85042"/>
                </a:solidFill>
              </a:rPr>
              <a:t>GOVERNED HANDOFF CONTRACT</a:t>
            </a:r>
            <a:endParaRPr/>
          </a:p>
        </p:txBody>
      </p:sp>
      <p:sp>
        <p:nvSpPr>
          <p:cNvPr id="1282" name="Google Shape;1282;p22">
            <a:extLst xmlns:a="http://schemas.openxmlformats.org/drawingml/2006/main">
              <a:ext uri="{FF2B5EF4-FFF2-40B4-BE49-F238E27FC236}">
                <a16:creationId xmlns:a16="http://schemas.microsoft.com/office/drawing/2014/main" id="{2C2F99B9-62EF-4F5A-B0C8-2E906CC9A554}"/>
              </a:ext>
            </a:extLst>
          </p:cNvPr>
          <p:cNvSpPr>
            <a:spLocks xmlns:a="http://schemas.openxmlformats.org/drawingml/2006/main" noGrp="1"/>
          </p:cNvSpPr>
          <p:nvPr/>
        </p:nvSpPr>
        <p:spPr>
          <a:xfrm xmlns:a="http://schemas.openxmlformats.org/drawingml/2006/main">
            <a:off x="4457700" y="4924425"/>
            <a:ext cx="876300" cy="361950"/>
          </a:xfrm>
          <a:prstGeom xmlns:a="http://schemas.openxmlformats.org/drawingml/2006/main" prst="roundRect">
            <a:avLst>
              <a:gd name="adj" fmla="val 21053"/>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3" name="Google Shape;1283;p22">
            <a:extLst xmlns:a="http://schemas.openxmlformats.org/drawingml/2006/main">
              <a:ext uri="{FF2B5EF4-FFF2-40B4-BE49-F238E27FC236}">
                <a16:creationId xmlns:a16="http://schemas.microsoft.com/office/drawing/2014/main" id="{EC5D3468-501C-421D-90BD-CBF87051292F}"/>
              </a:ext>
            </a:extLst>
          </p:cNvPr>
          <p:cNvSpPr>
            <a:spLocks xmlns:a="http://schemas.openxmlformats.org/drawingml/2006/main" noGrp="1"/>
          </p:cNvSpPr>
          <p:nvPr/>
        </p:nvSpPr>
        <p:spPr>
          <a:xfrm xmlns:a="http://schemas.openxmlformats.org/drawingml/2006/main">
            <a:off x="4495800" y="5010150"/>
            <a:ext cx="800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15"/>
              <a:buFont typeface="Arial"/>
              <a:buNone/>
            </a:pPr>
            <a:r>
              <a:rPr sz="615" b="1">
                <a:solidFill>
                  <a:srgbClr val="1A1A2E"/>
                </a:solidFill>
              </a:rPr>
              <a:t>Run + trace IDs</a:t>
            </a:r>
            <a:endParaRPr/>
          </a:p>
        </p:txBody>
      </p:sp>
      <p:sp>
        <p:nvSpPr>
          <p:cNvPr id="1284" name="Google Shape;1284;p22">
            <a:extLst xmlns:a="http://schemas.openxmlformats.org/drawingml/2006/main">
              <a:ext uri="{FF2B5EF4-FFF2-40B4-BE49-F238E27FC236}">
                <a16:creationId xmlns:a16="http://schemas.microsoft.com/office/drawing/2014/main" id="{5E793AC3-2ED6-498D-A6E1-359E6A44BF2D}"/>
              </a:ext>
            </a:extLst>
          </p:cNvPr>
          <p:cNvSpPr>
            <a:spLocks xmlns:a="http://schemas.openxmlformats.org/drawingml/2006/main" noGrp="1"/>
          </p:cNvSpPr>
          <p:nvPr/>
        </p:nvSpPr>
        <p:spPr>
          <a:xfrm xmlns:a="http://schemas.openxmlformats.org/drawingml/2006/main">
            <a:off x="5410200" y="4924425"/>
            <a:ext cx="1000125" cy="361950"/>
          </a:xfrm>
          <a:prstGeom xmlns:a="http://schemas.openxmlformats.org/drawingml/2006/main" prst="roundRect">
            <a:avLst>
              <a:gd name="adj" fmla="val 21053"/>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5" name="Google Shape;1285;p22">
            <a:extLst xmlns:a="http://schemas.openxmlformats.org/drawingml/2006/main">
              <a:ext uri="{FF2B5EF4-FFF2-40B4-BE49-F238E27FC236}">
                <a16:creationId xmlns:a16="http://schemas.microsoft.com/office/drawing/2014/main" id="{779FF2A0-1F23-4002-9C00-855E36B35F5A}"/>
              </a:ext>
            </a:extLst>
          </p:cNvPr>
          <p:cNvSpPr>
            <a:spLocks xmlns:a="http://schemas.openxmlformats.org/drawingml/2006/main" noGrp="1"/>
          </p:cNvSpPr>
          <p:nvPr/>
        </p:nvSpPr>
        <p:spPr>
          <a:xfrm xmlns:a="http://schemas.openxmlformats.org/drawingml/2006/main">
            <a:off x="5448300" y="5010150"/>
            <a:ext cx="9239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15"/>
              <a:buFont typeface="Arial"/>
              <a:buNone/>
            </a:pPr>
            <a:r>
              <a:rPr sz="615" b="1">
                <a:solidFill>
                  <a:srgbClr val="1A1A2E"/>
                </a:solidFill>
              </a:rPr>
              <a:t>Approved citations</a:t>
            </a:r>
            <a:endParaRPr/>
          </a:p>
        </p:txBody>
      </p:sp>
      <p:sp>
        <p:nvSpPr>
          <p:cNvPr id="1286" name="Google Shape;1286;p22">
            <a:extLst xmlns:a="http://schemas.openxmlformats.org/drawingml/2006/main">
              <a:ext uri="{FF2B5EF4-FFF2-40B4-BE49-F238E27FC236}">
                <a16:creationId xmlns:a16="http://schemas.microsoft.com/office/drawing/2014/main" id="{EABAD210-82ED-41FF-8782-21D253EEDDFB}"/>
              </a:ext>
            </a:extLst>
          </p:cNvPr>
          <p:cNvSpPr>
            <a:spLocks xmlns:a="http://schemas.openxmlformats.org/drawingml/2006/main" noGrp="1"/>
          </p:cNvSpPr>
          <p:nvPr/>
        </p:nvSpPr>
        <p:spPr>
          <a:xfrm xmlns:a="http://schemas.openxmlformats.org/drawingml/2006/main">
            <a:off x="6486525" y="4924425"/>
            <a:ext cx="1181100" cy="361950"/>
          </a:xfrm>
          <a:prstGeom xmlns:a="http://schemas.openxmlformats.org/drawingml/2006/main" prst="roundRect">
            <a:avLst>
              <a:gd name="adj" fmla="val 21053"/>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7" name="Google Shape;1287;p22">
            <a:extLst xmlns:a="http://schemas.openxmlformats.org/drawingml/2006/main">
              <a:ext uri="{FF2B5EF4-FFF2-40B4-BE49-F238E27FC236}">
                <a16:creationId xmlns:a16="http://schemas.microsoft.com/office/drawing/2014/main" id="{8D141E69-4326-4454-A500-5F1AF99B234C}"/>
              </a:ext>
            </a:extLst>
          </p:cNvPr>
          <p:cNvSpPr>
            <a:spLocks xmlns:a="http://schemas.openxmlformats.org/drawingml/2006/main" noGrp="1"/>
          </p:cNvSpPr>
          <p:nvPr/>
        </p:nvSpPr>
        <p:spPr>
          <a:xfrm xmlns:a="http://schemas.openxmlformats.org/drawingml/2006/main">
            <a:off x="6524625" y="5010150"/>
            <a:ext cx="11049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15"/>
              <a:buFont typeface="Arial"/>
              <a:buNone/>
            </a:pPr>
            <a:r>
              <a:rPr sz="615" b="1">
                <a:solidFill>
                  <a:srgbClr val="1A1A2E"/>
                </a:solidFill>
              </a:rPr>
              <a:t>Decision + artifact IDs</a:t>
            </a:r>
            <a:endParaRPr/>
          </a:p>
        </p:txBody>
      </p:sp>
      <p:sp>
        <p:nvSpPr>
          <p:cNvPr id="1288" name="Google Shape;1288;p22">
            <a:extLst xmlns:a="http://schemas.openxmlformats.org/drawingml/2006/main">
              <a:ext uri="{FF2B5EF4-FFF2-40B4-BE49-F238E27FC236}">
                <a16:creationId xmlns:a16="http://schemas.microsoft.com/office/drawing/2014/main" id="{00039F30-4339-4677-93D0-A88847EBF890}"/>
              </a:ext>
            </a:extLst>
          </p:cNvPr>
          <p:cNvSpPr>
            <a:spLocks xmlns:a="http://schemas.openxmlformats.org/drawingml/2006/main" noGrp="1"/>
          </p:cNvSpPr>
          <p:nvPr/>
        </p:nvSpPr>
        <p:spPr>
          <a:xfrm xmlns:a="http://schemas.openxmlformats.org/drawingml/2006/main">
            <a:off x="8001000" y="4552950"/>
            <a:ext cx="340995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9" name="Google Shape;1289;p22">
            <a:extLst xmlns:a="http://schemas.openxmlformats.org/drawingml/2006/main">
              <a:ext uri="{FF2B5EF4-FFF2-40B4-BE49-F238E27FC236}">
                <a16:creationId xmlns:a16="http://schemas.microsoft.com/office/drawing/2014/main" id="{4D58C7ED-DB7D-4E3C-9D6C-239831B1E47F}"/>
              </a:ext>
            </a:extLst>
          </p:cNvPr>
          <p:cNvSpPr>
            <a:spLocks xmlns:a="http://schemas.openxmlformats.org/drawingml/2006/main" noGrp="1"/>
          </p:cNvSpPr>
          <p:nvPr/>
        </p:nvSpPr>
        <p:spPr>
          <a:xfrm xmlns:a="http://schemas.openxmlformats.org/drawingml/2006/main">
            <a:off x="8201025" y="4638675"/>
            <a:ext cx="3009900" cy="180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35"/>
              <a:buFont typeface="Arial"/>
              <a:buNone/>
            </a:pPr>
            <a:r>
              <a:rPr sz="735" b="1">
                <a:solidFill>
                  <a:srgbClr val="2F6F57"/>
                </a:solidFill>
              </a:rPr>
              <a:t>CROSS-CUTTING CONTROL PLANES</a:t>
            </a:r>
            <a:endParaRPr/>
          </a:p>
        </p:txBody>
      </p:sp>
      <p:sp>
        <p:nvSpPr>
          <p:cNvPr id="1290" name="Google Shape;1290;p22">
            <a:extLst xmlns:a="http://schemas.openxmlformats.org/drawingml/2006/main">
              <a:ext uri="{FF2B5EF4-FFF2-40B4-BE49-F238E27FC236}">
                <a16:creationId xmlns:a16="http://schemas.microsoft.com/office/drawing/2014/main" id="{908692D9-F7E7-4872-A0E7-93D3D7D59AFF}"/>
              </a:ext>
            </a:extLst>
          </p:cNvPr>
          <p:cNvSpPr>
            <a:spLocks xmlns:a="http://schemas.openxmlformats.org/drawingml/2006/main" noGrp="1"/>
          </p:cNvSpPr>
          <p:nvPr/>
        </p:nvSpPr>
        <p:spPr>
          <a:xfrm xmlns:a="http://schemas.openxmlformats.org/drawingml/2006/main">
            <a:off x="8191500" y="4895850"/>
            <a:ext cx="1352550" cy="419100"/>
          </a:xfrm>
          <a:prstGeom xmlns:a="http://schemas.openxmlformats.org/drawingml/2006/main" prst="roundRect">
            <a:avLst>
              <a:gd name="adj" fmla="val 18182"/>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1" name="Google Shape;1291;p22">
            <a:extLst xmlns:a="http://schemas.openxmlformats.org/drawingml/2006/main">
              <a:ext uri="{FF2B5EF4-FFF2-40B4-BE49-F238E27FC236}">
                <a16:creationId xmlns:a16="http://schemas.microsoft.com/office/drawing/2014/main" id="{504E06C1-F4BE-4430-A03A-4A9B2B7AFC86}"/>
              </a:ext>
            </a:extLst>
          </p:cNvPr>
          <p:cNvSpPr>
            <a:spLocks xmlns:a="http://schemas.openxmlformats.org/drawingml/2006/main" noGrp="1"/>
          </p:cNvSpPr>
          <p:nvPr/>
        </p:nvSpPr>
        <p:spPr>
          <a:xfrm xmlns:a="http://schemas.openxmlformats.org/drawingml/2006/main">
            <a:off x="8286750" y="4924425"/>
            <a:ext cx="11620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698"/>
              <a:buFont typeface="Arial"/>
              <a:buNone/>
            </a:pPr>
            <a:r>
              <a:rPr sz="698" b="1">
                <a:solidFill>
                  <a:srgbClr val="7546C8"/>
                </a:solidFill>
              </a:rPr>
              <a:t>LANGFUSE</a:t>
            </a:r>
            <a:endParaRPr/>
          </a:p>
        </p:txBody>
      </p:sp>
      <p:sp>
        <p:nvSpPr>
          <p:cNvPr id="1292" name="Google Shape;1292;p22">
            <a:extLst xmlns:a="http://schemas.openxmlformats.org/drawingml/2006/main">
              <a:ext uri="{FF2B5EF4-FFF2-40B4-BE49-F238E27FC236}">
                <a16:creationId xmlns:a16="http://schemas.microsoft.com/office/drawing/2014/main" id="{C5A7E65F-B0C0-4804-9573-000FD3A0060B}"/>
              </a:ext>
            </a:extLst>
          </p:cNvPr>
          <p:cNvSpPr>
            <a:spLocks xmlns:a="http://schemas.openxmlformats.org/drawingml/2006/main" noGrp="1"/>
          </p:cNvSpPr>
          <p:nvPr/>
        </p:nvSpPr>
        <p:spPr>
          <a:xfrm xmlns:a="http://schemas.openxmlformats.org/drawingml/2006/main">
            <a:off x="8286750" y="5095875"/>
            <a:ext cx="11620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30"/>
              <a:buFont typeface="Arial"/>
              <a:buNone/>
            </a:pPr>
            <a:r>
              <a:rPr sz="630">
                <a:solidFill>
                  <a:srgbClr val="666B70"/>
                </a:solidFill>
              </a:rPr>
              <a:t>traces · evaluators · cost</a:t>
            </a:r>
            <a:endParaRPr/>
          </a:p>
        </p:txBody>
      </p:sp>
      <p:sp>
        <p:nvSpPr>
          <p:cNvPr id="1293" name="Google Shape;1293;p22">
            <a:extLst xmlns:a="http://schemas.openxmlformats.org/drawingml/2006/main">
              <a:ext uri="{FF2B5EF4-FFF2-40B4-BE49-F238E27FC236}">
                <a16:creationId xmlns:a16="http://schemas.microsoft.com/office/drawing/2014/main" id="{812CEEFF-6897-4113-A0E3-5779F780116A}"/>
              </a:ext>
            </a:extLst>
          </p:cNvPr>
          <p:cNvSpPr>
            <a:spLocks xmlns:a="http://schemas.openxmlformats.org/drawingml/2006/main" noGrp="1"/>
          </p:cNvSpPr>
          <p:nvPr/>
        </p:nvSpPr>
        <p:spPr>
          <a:xfrm xmlns:a="http://schemas.openxmlformats.org/drawingml/2006/main">
            <a:off x="9686925" y="4895850"/>
            <a:ext cx="1352550" cy="419100"/>
          </a:xfrm>
          <a:prstGeom xmlns:a="http://schemas.openxmlformats.org/drawingml/2006/main" prst="roundRect">
            <a:avLst>
              <a:gd name="adj" fmla="val 18182"/>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4" name="Google Shape;1294;p22">
            <a:extLst xmlns:a="http://schemas.openxmlformats.org/drawingml/2006/main">
              <a:ext uri="{FF2B5EF4-FFF2-40B4-BE49-F238E27FC236}">
                <a16:creationId xmlns:a16="http://schemas.microsoft.com/office/drawing/2014/main" id="{D0D50C6A-1723-49AA-A18C-C6CE0E9C5DA5}"/>
              </a:ext>
            </a:extLst>
          </p:cNvPr>
          <p:cNvSpPr>
            <a:spLocks xmlns:a="http://schemas.openxmlformats.org/drawingml/2006/main" noGrp="1"/>
          </p:cNvSpPr>
          <p:nvPr/>
        </p:nvSpPr>
        <p:spPr>
          <a:xfrm xmlns:a="http://schemas.openxmlformats.org/drawingml/2006/main">
            <a:off x="9782175" y="4924425"/>
            <a:ext cx="11620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8"/>
              <a:buFont typeface="Arial"/>
              <a:buNone/>
            </a:pPr>
            <a:r>
              <a:rPr sz="698" b="1">
                <a:solidFill>
                  <a:srgbClr val="2F6F57"/>
                </a:solidFill>
              </a:rPr>
              <a:t>GOVERNANCE</a:t>
            </a:r>
            <a:endParaRPr/>
          </a:p>
        </p:txBody>
      </p:sp>
      <p:sp>
        <p:nvSpPr>
          <p:cNvPr id="1295" name="Google Shape;1295;p22">
            <a:extLst xmlns:a="http://schemas.openxmlformats.org/drawingml/2006/main">
              <a:ext uri="{FF2B5EF4-FFF2-40B4-BE49-F238E27FC236}">
                <a16:creationId xmlns:a16="http://schemas.microsoft.com/office/drawing/2014/main" id="{D0CCDEBF-B611-405B-9858-AB02A941BA7A}"/>
              </a:ext>
            </a:extLst>
          </p:cNvPr>
          <p:cNvSpPr>
            <a:spLocks xmlns:a="http://schemas.openxmlformats.org/drawingml/2006/main" noGrp="1"/>
          </p:cNvSpPr>
          <p:nvPr/>
        </p:nvSpPr>
        <p:spPr>
          <a:xfrm xmlns:a="http://schemas.openxmlformats.org/drawingml/2006/main">
            <a:off x="9782175" y="5095875"/>
            <a:ext cx="11620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30"/>
              <a:buFont typeface="Arial"/>
              <a:buNone/>
            </a:pPr>
            <a:r>
              <a:rPr sz="630">
                <a:solidFill>
                  <a:srgbClr val="666B70"/>
                </a:solidFill>
              </a:rPr>
              <a:t>citations · approval · gate</a:t>
            </a:r>
            <a:endParaRPr/>
          </a:p>
        </p:txBody>
      </p:sp>
      <p:sp>
        <p:nvSpPr>
          <p:cNvPr id="1296" name="Google Shape;1296;p22">
            <a:extLst xmlns:a="http://schemas.openxmlformats.org/drawingml/2006/main">
              <a:ext uri="{FF2B5EF4-FFF2-40B4-BE49-F238E27FC236}">
                <a16:creationId xmlns:a16="http://schemas.microsoft.com/office/drawing/2014/main" id="{0881936B-6A6F-4823-A065-FDF093787E35}"/>
              </a:ext>
            </a:extLst>
          </p:cNvPr>
          <p:cNvSpPr>
            <a:spLocks xmlns:a="http://schemas.openxmlformats.org/drawingml/2006/main" noGrp="1"/>
          </p:cNvSpPr>
          <p:nvPr/>
        </p:nvSpPr>
        <p:spPr>
          <a:xfrm xmlns:a="http://schemas.openxmlformats.org/drawingml/2006/main">
            <a:off x="781050" y="5638800"/>
            <a:ext cx="10629900" cy="323850"/>
          </a:xfrm>
          <a:prstGeom xmlns:a="http://schemas.openxmlformats.org/drawingml/2006/main" prst="roundRect">
            <a:avLst>
              <a:gd name="adj" fmla="val 23529"/>
            </a:avLst>
          </a:prstGeom>
          <a:solidFill xmlns:a="http://schemas.openxmlformats.org/drawingml/2006/main">
            <a:srgbClr val="F0EBE5"/>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7" name="Google Shape;1297;p22">
            <a:extLst xmlns:a="http://schemas.openxmlformats.org/drawingml/2006/main">
              <a:ext uri="{FF2B5EF4-FFF2-40B4-BE49-F238E27FC236}">
                <a16:creationId xmlns:a16="http://schemas.microsoft.com/office/drawing/2014/main" id="{76D35D24-6F74-413F-9FE5-6117E89DF1B7}"/>
              </a:ext>
            </a:extLst>
          </p:cNvPr>
          <p:cNvSpPr>
            <a:spLocks xmlns:a="http://schemas.openxmlformats.org/drawingml/2006/main" noGrp="1"/>
          </p:cNvSpPr>
          <p:nvPr/>
        </p:nvSpPr>
        <p:spPr>
          <a:xfrm xmlns:a="http://schemas.openxmlformats.org/drawingml/2006/main">
            <a:off x="1000125" y="5705475"/>
            <a:ext cx="2857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88"/>
              <a:buFont typeface="Arial"/>
              <a:buNone/>
            </a:pPr>
            <a:r>
              <a:rPr sz="788" b="1">
                <a:solidFill>
                  <a:srgbClr val="3B6EBF"/>
                </a:solidFill>
              </a:rPr>
              <a:t>TINTED BOX · direct parent call</a:t>
            </a:r>
            <a:endParaRPr/>
          </a:p>
        </p:txBody>
      </p:sp>
      <p:sp>
        <p:nvSpPr>
          <p:cNvPr id="1298" name="Google Shape;1298;p22">
            <a:extLst xmlns:a="http://schemas.openxmlformats.org/drawingml/2006/main">
              <a:ext uri="{FF2B5EF4-FFF2-40B4-BE49-F238E27FC236}">
                <a16:creationId xmlns:a16="http://schemas.microsoft.com/office/drawing/2014/main" id="{A78E6E77-6C39-4E3D-8874-02409C34C4F4}"/>
              </a:ext>
            </a:extLst>
          </p:cNvPr>
          <p:cNvSpPr>
            <a:spLocks xmlns:a="http://schemas.openxmlformats.org/drawingml/2006/main" noGrp="1"/>
          </p:cNvSpPr>
          <p:nvPr/>
        </p:nvSpPr>
        <p:spPr>
          <a:xfrm xmlns:a="http://schemas.openxmlformats.org/drawingml/2006/main">
            <a:off x="4095750" y="5705475"/>
            <a:ext cx="31432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WHITE BOX · internal analysis step</a:t>
            </a:r>
            <a:endParaRPr/>
          </a:p>
        </p:txBody>
      </p:sp>
      <p:sp>
        <p:nvSpPr>
          <p:cNvPr id="1299" name="Google Shape;1299;p22">
            <a:extLst xmlns:a="http://schemas.openxmlformats.org/drawingml/2006/main">
              <a:ext uri="{FF2B5EF4-FFF2-40B4-BE49-F238E27FC236}">
                <a16:creationId xmlns:a16="http://schemas.microsoft.com/office/drawing/2014/main" id="{6D7C8FE8-85D8-4354-A6C2-D3EFB9A724B5}"/>
              </a:ext>
            </a:extLst>
          </p:cNvPr>
          <p:cNvSpPr>
            <a:spLocks xmlns:a="http://schemas.openxmlformats.org/drawingml/2006/main" noGrp="1"/>
          </p:cNvSpPr>
          <p:nvPr/>
        </p:nvSpPr>
        <p:spPr>
          <a:xfrm xmlns:a="http://schemas.openxmlformats.org/drawingml/2006/main">
            <a:off x="7762875" y="5705475"/>
            <a:ext cx="33813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788"/>
              <a:buFont typeface="Arial"/>
              <a:buNone/>
            </a:pPr>
            <a:r>
              <a:rPr sz="788" b="1">
                <a:solidFill>
                  <a:srgbClr val="7546C8"/>
                </a:solidFill>
              </a:rPr>
              <a:t>PURPLE · non-blocking direct sizing</a:t>
            </a:r>
            <a:endParaRPr/>
          </a:p>
        </p:txBody>
      </p:sp>
      <p:sp>
        <p:nvSpPr>
          <p:cNvPr id="1300" name="Google Shape;1300;p22">
            <a:extLst xmlns:a="http://schemas.openxmlformats.org/drawingml/2006/main">
              <a:ext uri="{FF2B5EF4-FFF2-40B4-BE49-F238E27FC236}">
                <a16:creationId xmlns:a16="http://schemas.microsoft.com/office/drawing/2014/main" id="{09B746D4-D593-4912-ADDC-9C57A120612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01" name="Google Shape;1301;p22">
            <a:extLst xmlns:a="http://schemas.openxmlformats.org/drawingml/2006/main">
              <a:ext uri="{FF2B5EF4-FFF2-40B4-BE49-F238E27FC236}">
                <a16:creationId xmlns:a16="http://schemas.microsoft.com/office/drawing/2014/main" id="{46401DD2-E030-4C85-8BC0-03F7BF57767C}"/>
              </a:ext>
            </a:extLst>
          </p:cNvPr>
          <p:cNvSpPr>
            <a:spLocks xmlns:a="http://schemas.openxmlformats.org/drawingml/2006/main" noGrp="1"/>
          </p:cNvSpPr>
          <p:nvPr/>
        </p:nvSpPr>
        <p:spPr>
          <a:xfrm xmlns:a="http://schemas.openxmlformats.org/drawingml/2006/main">
            <a:off x="781050" y="6381750"/>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A3</a:t>
            </a:r>
            <a:endParaRPr/>
          </a:p>
        </p:txBody>
      </p:sp>
      <p:sp>
        <p:nvSpPr>
          <p:cNvPr id="1302" name="Google Shape;1302;p22">
            <a:extLst xmlns:a="http://schemas.openxmlformats.org/drawingml/2006/main">
              <a:ext uri="{FF2B5EF4-FFF2-40B4-BE49-F238E27FC236}">
                <a16:creationId xmlns:a16="http://schemas.microsoft.com/office/drawing/2014/main" id="{258D9865-7511-4696-BBFD-6D92D5A2AF31}"/>
              </a:ext>
            </a:extLst>
          </p:cNvPr>
          <p:cNvSpPr>
            <a:spLocks xmlns:a="http://schemas.openxmlformats.org/drawingml/2006/main" noGrp="1"/>
          </p:cNvSpPr>
          <p:nvPr/>
        </p:nvSpPr>
        <p:spPr>
          <a:xfrm xmlns:a="http://schemas.openxmlformats.org/drawingml/2006/main">
            <a:off x="2705100" y="6343650"/>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200"/>
              <a:buFont typeface="Arial"/>
              <a:buNone/>
            </a:pPr>
            <a:r>
              <a:rPr sz="1200" b="1">
                <a:solidFill>
                  <a:srgbClr val="FFFFFF"/>
                </a:solidFill>
              </a:rPr>
              <a:t>The call graph separates orchestration, logical agent contracts, evidence handoffs, and release controls.</a:t>
            </a:r>
            <a:endParaRPr/>
          </a:p>
        </p:txBody>
      </p:sp>
    </p:spTree>
    <p:extLst>
      <p:ext uri="{BB962C8B-B14F-4D97-AF65-F5344CB8AC3E}">
        <p14:creationId xmlns:p14="http://schemas.microsoft.com/office/powerpoint/2010/main" val="676145328"/>
      </p:ext>
    </p:extLst>
  </p:cSld>
</p:sld>
</file>

<file path=ppt/slides/slide23.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308" name="Google Shape;1308;p23">
            <a:extLst xmlns:a="http://schemas.openxmlformats.org/drawingml/2006/main">
              <a:ext uri="{FF2B5EF4-FFF2-40B4-BE49-F238E27FC236}">
                <a16:creationId xmlns:a16="http://schemas.microsoft.com/office/drawing/2014/main" id="{C3DC86C3-D27F-4DB6-9862-3DC20042C9D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09" name="Google Shape;1309;p23">
            <a:extLst xmlns:a="http://schemas.openxmlformats.org/drawingml/2006/main">
              <a:ext uri="{FF2B5EF4-FFF2-40B4-BE49-F238E27FC236}">
                <a16:creationId xmlns:a16="http://schemas.microsoft.com/office/drawing/2014/main" id="{5A9B39F0-C950-4B4B-800F-FB334AC21B7D}"/>
              </a:ext>
            </a:extLst>
          </p:cNvPr>
          <p:cNvSpPr>
            <a:spLocks xmlns:a="http://schemas.openxmlformats.org/drawingml/2006/main" noGrp="1"/>
          </p:cNvSpPr>
          <p:nvPr/>
        </p:nvSpPr>
        <p:spPr>
          <a:xfrm xmlns:a="http://schemas.openxmlformats.org/drawingml/2006/main">
            <a:off x="514350" y="685800"/>
            <a:ext cx="66675" cy="8001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10" name="Google Shape;1310;p23">
            <a:extLst xmlns:a="http://schemas.openxmlformats.org/drawingml/2006/main">
              <a:ext uri="{FF2B5EF4-FFF2-40B4-BE49-F238E27FC236}">
                <a16:creationId xmlns:a16="http://schemas.microsoft.com/office/drawing/2014/main" id="{A83BB55A-7E33-480C-95A4-CC69BCE56FBB}"/>
              </a:ext>
            </a:extLst>
          </p:cNvPr>
          <p:cNvSpPr>
            <a:spLocks xmlns:a="http://schemas.openxmlformats.org/drawingml/2006/main" noGrp="1"/>
          </p:cNvSpPr>
          <p:nvPr/>
        </p:nvSpPr>
        <p:spPr>
          <a:xfrm xmlns:a="http://schemas.openxmlformats.org/drawingml/2006/main">
            <a:off x="781050" y="495300"/>
            <a:ext cx="7620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A4  ·  PROMPT RULES &amp; HALLUCINATION GUARDRAILS</a:t>
            </a:r>
            <a:endParaRPr/>
          </a:p>
        </p:txBody>
      </p:sp>
      <p:sp>
        <p:nvSpPr>
          <p:cNvPr id="1311" name="Google Shape;1311;p23">
            <a:extLst xmlns:a="http://schemas.openxmlformats.org/drawingml/2006/main">
              <a:ext uri="{FF2B5EF4-FFF2-40B4-BE49-F238E27FC236}">
                <a16:creationId xmlns:a16="http://schemas.microsoft.com/office/drawing/2014/main" id="{6451DBCB-7745-4AE6-A1B2-475545C1F65D}"/>
              </a:ext>
            </a:extLst>
          </p:cNvPr>
          <p:cNvSpPr>
            <a:spLocks xmlns:a="http://schemas.openxmlformats.org/drawingml/2006/main" noGrp="1"/>
          </p:cNvSpPr>
          <p:nvPr/>
        </p:nvSpPr>
        <p:spPr>
          <a:xfrm xmlns:a="http://schemas.openxmlformats.org/drawingml/2006/main">
            <a:off x="781050" y="828675"/>
            <a:ext cx="106299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Prompts constrain generation; independent gates control release</a:t>
            </a:r>
            <a:endParaRPr/>
          </a:p>
        </p:txBody>
      </p:sp>
      <p:sp>
        <p:nvSpPr>
          <p:cNvPr id="1312" name="Google Shape;1312;p23">
            <a:extLst xmlns:a="http://schemas.openxmlformats.org/drawingml/2006/main">
              <a:ext uri="{FF2B5EF4-FFF2-40B4-BE49-F238E27FC236}">
                <a16:creationId xmlns:a16="http://schemas.microsoft.com/office/drawing/2014/main" id="{79F31641-CB12-45DB-9C5F-90B101AE2433}"/>
              </a:ext>
            </a:extLst>
          </p:cNvPr>
          <p:cNvSpPr>
            <a:spLocks xmlns:a="http://schemas.openxmlformats.org/drawingml/2006/main" noGrp="1"/>
          </p:cNvSpPr>
          <p:nvPr/>
        </p:nvSpPr>
        <p:spPr>
          <a:xfrm xmlns:a="http://schemas.openxmlformats.org/drawingml/2006/main">
            <a:off x="781050" y="1438275"/>
            <a:ext cx="10629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200"/>
              <a:buFont typeface="Arial"/>
              <a:buNone/>
            </a:pPr>
            <a:r>
              <a:rPr sz="1200">
                <a:solidFill>
                  <a:srgbClr val="666B70"/>
                </a:solidFill>
              </a:rPr>
              <a:t>The model may propose content, but it cannot authorize unsupported requirements or bypass evidence, approval, and reconciliation controls.</a:t>
            </a:r>
            <a:endParaRPr/>
          </a:p>
        </p:txBody>
      </p:sp>
      <p:sp>
        <p:nvSpPr>
          <p:cNvPr id="1313" name="Google Shape;1313;p23">
            <a:extLst xmlns:a="http://schemas.openxmlformats.org/drawingml/2006/main">
              <a:ext uri="{FF2B5EF4-FFF2-40B4-BE49-F238E27FC236}">
                <a16:creationId xmlns:a16="http://schemas.microsoft.com/office/drawing/2014/main" id="{2F29DA99-5114-4294-93E3-9B2CE5A5BA4D}"/>
              </a:ext>
            </a:extLst>
          </p:cNvPr>
          <p:cNvSpPr>
            <a:spLocks xmlns:a="http://schemas.openxmlformats.org/drawingml/2006/main" noGrp="1"/>
          </p:cNvSpPr>
          <p:nvPr/>
        </p:nvSpPr>
        <p:spPr>
          <a:xfrm xmlns:a="http://schemas.openxmlformats.org/drawingml/2006/main">
            <a:off x="781050" y="1971675"/>
            <a:ext cx="44577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00"/>
              <a:buFont typeface="Arial"/>
              <a:buNone/>
            </a:pPr>
            <a:r>
              <a:rPr sz="900" b="1">
                <a:solidFill>
                  <a:srgbClr val="3B6EBF"/>
                </a:solidFill>
              </a:rPr>
              <a:t>AGENT PROMPT CONTRACT</a:t>
            </a:r>
            <a:endParaRPr/>
          </a:p>
        </p:txBody>
      </p:sp>
      <p:sp>
        <p:nvSpPr>
          <p:cNvPr id="1314" name="Google Shape;1314;p23">
            <a:extLst xmlns:a="http://schemas.openxmlformats.org/drawingml/2006/main">
              <a:ext uri="{FF2B5EF4-FFF2-40B4-BE49-F238E27FC236}">
                <a16:creationId xmlns:a16="http://schemas.microsoft.com/office/drawing/2014/main" id="{73059420-B085-4DC0-A7E8-2824BFA24E89}"/>
              </a:ext>
            </a:extLst>
          </p:cNvPr>
          <p:cNvSpPr>
            <a:spLocks xmlns:a="http://schemas.openxmlformats.org/drawingml/2006/main" noGrp="1"/>
          </p:cNvSpPr>
          <p:nvPr/>
        </p:nvSpPr>
        <p:spPr>
          <a:xfrm xmlns:a="http://schemas.openxmlformats.org/drawingml/2006/main">
            <a:off x="6858000" y="1971675"/>
            <a:ext cx="45529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00"/>
              <a:buFont typeface="Arial"/>
              <a:buNone/>
            </a:pPr>
            <a:r>
              <a:rPr sz="900" b="1">
                <a:solidFill>
                  <a:srgbClr val="2F6F57"/>
                </a:solidFill>
              </a:rPr>
              <a:t>INDEPENDENT ENFORCEMENT</a:t>
            </a:r>
            <a:endParaRPr/>
          </a:p>
        </p:txBody>
      </p:sp>
      <p:sp>
        <p:nvSpPr>
          <p:cNvPr id="1315" name="Google Shape;1315;p23">
            <a:extLst xmlns:a="http://schemas.openxmlformats.org/drawingml/2006/main">
              <a:ext uri="{FF2B5EF4-FFF2-40B4-BE49-F238E27FC236}">
                <a16:creationId xmlns:a16="http://schemas.microsoft.com/office/drawing/2014/main" id="{911CAB00-7B96-4BD2-8219-6BCF4FFF523E}"/>
              </a:ext>
            </a:extLst>
          </p:cNvPr>
          <p:cNvSpPr>
            <a:spLocks xmlns:a="http://schemas.openxmlformats.org/drawingml/2006/main" noGrp="1"/>
          </p:cNvSpPr>
          <p:nvPr/>
        </p:nvSpPr>
        <p:spPr>
          <a:xfrm xmlns:a="http://schemas.openxmlformats.org/drawingml/2006/main">
            <a:off x="781050" y="2305050"/>
            <a:ext cx="4762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16" name="Google Shape;1316;p23">
            <a:extLst xmlns:a="http://schemas.openxmlformats.org/drawingml/2006/main">
              <a:ext uri="{FF2B5EF4-FFF2-40B4-BE49-F238E27FC236}">
                <a16:creationId xmlns:a16="http://schemas.microsoft.com/office/drawing/2014/main" id="{FBC7EDF5-22CD-481D-A9D4-3D2466FF0946}"/>
              </a:ext>
            </a:extLst>
          </p:cNvPr>
          <p:cNvSpPr>
            <a:spLocks xmlns:a="http://schemas.openxmlformats.org/drawingml/2006/main" noGrp="1"/>
          </p:cNvSpPr>
          <p:nvPr/>
        </p:nvSpPr>
        <p:spPr>
          <a:xfrm xmlns:a="http://schemas.openxmlformats.org/drawingml/2006/main">
            <a:off x="933450" y="2419350"/>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17" name="Google Shape;1317;p23">
            <a:extLst xmlns:a="http://schemas.openxmlformats.org/drawingml/2006/main">
              <a:ext uri="{FF2B5EF4-FFF2-40B4-BE49-F238E27FC236}">
                <a16:creationId xmlns:a16="http://schemas.microsoft.com/office/drawing/2014/main" id="{BF4DEF88-C6EB-4061-86D8-FA5630CE384E}"/>
              </a:ext>
            </a:extLst>
          </p:cNvPr>
          <p:cNvSpPr>
            <a:spLocks xmlns:a="http://schemas.openxmlformats.org/drawingml/2006/main" noGrp="1"/>
          </p:cNvSpPr>
          <p:nvPr/>
        </p:nvSpPr>
        <p:spPr>
          <a:xfrm xmlns:a="http://schemas.openxmlformats.org/drawingml/2006/main">
            <a:off x="933450" y="2466975"/>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01</a:t>
            </a:r>
            <a:endParaRPr/>
          </a:p>
        </p:txBody>
      </p:sp>
      <p:sp>
        <p:nvSpPr>
          <p:cNvPr id="1318" name="Google Shape;1318;p23">
            <a:extLst xmlns:a="http://schemas.openxmlformats.org/drawingml/2006/main">
              <a:ext uri="{FF2B5EF4-FFF2-40B4-BE49-F238E27FC236}">
                <a16:creationId xmlns:a16="http://schemas.microsoft.com/office/drawing/2014/main" id="{0D4E44CF-7B38-495D-B086-593C526B6BB9}"/>
              </a:ext>
            </a:extLst>
          </p:cNvPr>
          <p:cNvSpPr>
            <a:spLocks xmlns:a="http://schemas.openxmlformats.org/drawingml/2006/main" noGrp="1"/>
          </p:cNvSpPr>
          <p:nvPr/>
        </p:nvSpPr>
        <p:spPr>
          <a:xfrm xmlns:a="http://schemas.openxmlformats.org/drawingml/2006/main">
            <a:off x="1438275" y="2371725"/>
            <a:ext cx="39052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Use approved evidence only</a:t>
            </a:r>
            <a:endParaRPr/>
          </a:p>
        </p:txBody>
      </p:sp>
      <p:sp>
        <p:nvSpPr>
          <p:cNvPr id="1319" name="Google Shape;1319;p23">
            <a:extLst xmlns:a="http://schemas.openxmlformats.org/drawingml/2006/main">
              <a:ext uri="{FF2B5EF4-FFF2-40B4-BE49-F238E27FC236}">
                <a16:creationId xmlns:a16="http://schemas.microsoft.com/office/drawing/2014/main" id="{BA3E0125-1079-4D15-8E52-86FBC9FCB59D}"/>
              </a:ext>
            </a:extLst>
          </p:cNvPr>
          <p:cNvSpPr>
            <a:spLocks xmlns:a="http://schemas.openxmlformats.org/drawingml/2006/main" noGrp="1"/>
          </p:cNvSpPr>
          <p:nvPr/>
        </p:nvSpPr>
        <p:spPr>
          <a:xfrm xmlns:a="http://schemas.openxmlformats.org/drawingml/2006/main">
            <a:off x="1438275" y="2562225"/>
            <a:ext cx="3905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35"/>
              <a:buFont typeface="Arial"/>
              <a:buNone/>
            </a:pPr>
            <a:r>
              <a:rPr sz="735">
                <a:solidFill>
                  <a:srgbClr val="666B70"/>
                </a:solidFill>
              </a:rPr>
              <a:t>No requirement, date, priority, dependency, or product fact may be invented.</a:t>
            </a:r>
            <a:endParaRPr/>
          </a:p>
        </p:txBody>
      </p:sp>
      <p:sp>
        <p:nvSpPr>
          <p:cNvPr id="1320" name="Google Shape;1320;p23">
            <a:extLst xmlns:a="http://schemas.openxmlformats.org/drawingml/2006/main">
              <a:ext uri="{FF2B5EF4-FFF2-40B4-BE49-F238E27FC236}">
                <a16:creationId xmlns:a16="http://schemas.microsoft.com/office/drawing/2014/main" id="{39555EBC-9E5C-4D05-9CF1-DC59395A6DF2}"/>
              </a:ext>
            </a:extLst>
          </p:cNvPr>
          <p:cNvSpPr>
            <a:spLocks xmlns:a="http://schemas.openxmlformats.org/drawingml/2006/main" noGrp="1"/>
          </p:cNvSpPr>
          <p:nvPr/>
        </p:nvSpPr>
        <p:spPr>
          <a:xfrm xmlns:a="http://schemas.openxmlformats.org/drawingml/2006/main">
            <a:off x="781050" y="2933700"/>
            <a:ext cx="4762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1" name="Google Shape;1321;p23">
            <a:extLst xmlns:a="http://schemas.openxmlformats.org/drawingml/2006/main">
              <a:ext uri="{FF2B5EF4-FFF2-40B4-BE49-F238E27FC236}">
                <a16:creationId xmlns:a16="http://schemas.microsoft.com/office/drawing/2014/main" id="{1654D2E5-0683-48A1-A182-14E15A963C82}"/>
              </a:ext>
            </a:extLst>
          </p:cNvPr>
          <p:cNvSpPr>
            <a:spLocks xmlns:a="http://schemas.openxmlformats.org/drawingml/2006/main" noGrp="1"/>
          </p:cNvSpPr>
          <p:nvPr/>
        </p:nvSpPr>
        <p:spPr>
          <a:xfrm xmlns:a="http://schemas.openxmlformats.org/drawingml/2006/main">
            <a:off x="933450" y="3048000"/>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2" name="Google Shape;1322;p23">
            <a:extLst xmlns:a="http://schemas.openxmlformats.org/drawingml/2006/main">
              <a:ext uri="{FF2B5EF4-FFF2-40B4-BE49-F238E27FC236}">
                <a16:creationId xmlns:a16="http://schemas.microsoft.com/office/drawing/2014/main" id="{7E50D853-C5E2-4DCD-A16C-C3A8E34E1335}"/>
              </a:ext>
            </a:extLst>
          </p:cNvPr>
          <p:cNvSpPr>
            <a:spLocks xmlns:a="http://schemas.openxmlformats.org/drawingml/2006/main" noGrp="1"/>
          </p:cNvSpPr>
          <p:nvPr/>
        </p:nvSpPr>
        <p:spPr>
          <a:xfrm xmlns:a="http://schemas.openxmlformats.org/drawingml/2006/main">
            <a:off x="933450" y="3095625"/>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02</a:t>
            </a:r>
            <a:endParaRPr/>
          </a:p>
        </p:txBody>
      </p:sp>
      <p:sp>
        <p:nvSpPr>
          <p:cNvPr id="1323" name="Google Shape;1323;p23">
            <a:extLst xmlns:a="http://schemas.openxmlformats.org/drawingml/2006/main">
              <a:ext uri="{FF2B5EF4-FFF2-40B4-BE49-F238E27FC236}">
                <a16:creationId xmlns:a16="http://schemas.microsoft.com/office/drawing/2014/main" id="{61DB9E1F-BA62-4FD0-A9E0-12FF60414997}"/>
              </a:ext>
            </a:extLst>
          </p:cNvPr>
          <p:cNvSpPr>
            <a:spLocks xmlns:a="http://schemas.openxmlformats.org/drawingml/2006/main" noGrp="1"/>
          </p:cNvSpPr>
          <p:nvPr/>
        </p:nvSpPr>
        <p:spPr>
          <a:xfrm xmlns:a="http://schemas.openxmlformats.org/drawingml/2006/main">
            <a:off x="1438275" y="3000375"/>
            <a:ext cx="39052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Attach exact citations</a:t>
            </a:r>
            <a:endParaRPr/>
          </a:p>
        </p:txBody>
      </p:sp>
      <p:sp>
        <p:nvSpPr>
          <p:cNvPr id="1324" name="Google Shape;1324;p23">
            <a:extLst xmlns:a="http://schemas.openxmlformats.org/drawingml/2006/main">
              <a:ext uri="{FF2B5EF4-FFF2-40B4-BE49-F238E27FC236}">
                <a16:creationId xmlns:a16="http://schemas.microsoft.com/office/drawing/2014/main" id="{9F1E2362-EFEE-4EBE-B3E6-64EC8B876378}"/>
              </a:ext>
            </a:extLst>
          </p:cNvPr>
          <p:cNvSpPr>
            <a:spLocks xmlns:a="http://schemas.openxmlformats.org/drawingml/2006/main" noGrp="1"/>
          </p:cNvSpPr>
          <p:nvPr/>
        </p:nvSpPr>
        <p:spPr>
          <a:xfrm xmlns:a="http://schemas.openxmlformats.org/drawingml/2006/main">
            <a:off x="1438275" y="3190875"/>
            <a:ext cx="3905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35"/>
              <a:buFont typeface="Arial"/>
              <a:buNone/>
            </a:pPr>
            <a:r>
              <a:rPr sz="735">
                <a:solidFill>
                  <a:srgbClr val="666B70"/>
                </a:solidFill>
              </a:rPr>
              <a:t>Every factual output resolves to a source ID, evidence segment, and requirement ID.</a:t>
            </a:r>
            <a:endParaRPr/>
          </a:p>
        </p:txBody>
      </p:sp>
      <p:sp>
        <p:nvSpPr>
          <p:cNvPr id="1325" name="Google Shape;1325;p23">
            <a:extLst xmlns:a="http://schemas.openxmlformats.org/drawingml/2006/main">
              <a:ext uri="{FF2B5EF4-FFF2-40B4-BE49-F238E27FC236}">
                <a16:creationId xmlns:a16="http://schemas.microsoft.com/office/drawing/2014/main" id="{15D3E4C5-E7C0-4BB0-9D51-FAD3916FCEB8}"/>
              </a:ext>
            </a:extLst>
          </p:cNvPr>
          <p:cNvSpPr>
            <a:spLocks xmlns:a="http://schemas.openxmlformats.org/drawingml/2006/main" noGrp="1"/>
          </p:cNvSpPr>
          <p:nvPr/>
        </p:nvSpPr>
        <p:spPr>
          <a:xfrm xmlns:a="http://schemas.openxmlformats.org/drawingml/2006/main">
            <a:off x="781050" y="3562350"/>
            <a:ext cx="4762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6" name="Google Shape;1326;p23">
            <a:extLst xmlns:a="http://schemas.openxmlformats.org/drawingml/2006/main">
              <a:ext uri="{FF2B5EF4-FFF2-40B4-BE49-F238E27FC236}">
                <a16:creationId xmlns:a16="http://schemas.microsoft.com/office/drawing/2014/main" id="{B37C6CE1-9C50-48A0-9391-447FAE71A2CB}"/>
              </a:ext>
            </a:extLst>
          </p:cNvPr>
          <p:cNvSpPr>
            <a:spLocks xmlns:a="http://schemas.openxmlformats.org/drawingml/2006/main" noGrp="1"/>
          </p:cNvSpPr>
          <p:nvPr/>
        </p:nvSpPr>
        <p:spPr>
          <a:xfrm xmlns:a="http://schemas.openxmlformats.org/drawingml/2006/main">
            <a:off x="933450" y="3676650"/>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7" name="Google Shape;1327;p23">
            <a:extLst xmlns:a="http://schemas.openxmlformats.org/drawingml/2006/main">
              <a:ext uri="{FF2B5EF4-FFF2-40B4-BE49-F238E27FC236}">
                <a16:creationId xmlns:a16="http://schemas.microsoft.com/office/drawing/2014/main" id="{2CDC1856-DC50-4D8E-86AC-1D94B191FD10}"/>
              </a:ext>
            </a:extLst>
          </p:cNvPr>
          <p:cNvSpPr>
            <a:spLocks xmlns:a="http://schemas.openxmlformats.org/drawingml/2006/main" noGrp="1"/>
          </p:cNvSpPr>
          <p:nvPr/>
        </p:nvSpPr>
        <p:spPr>
          <a:xfrm xmlns:a="http://schemas.openxmlformats.org/drawingml/2006/main">
            <a:off x="933450" y="3724275"/>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03</a:t>
            </a:r>
            <a:endParaRPr/>
          </a:p>
        </p:txBody>
      </p:sp>
      <p:sp>
        <p:nvSpPr>
          <p:cNvPr id="1328" name="Google Shape;1328;p23">
            <a:extLst xmlns:a="http://schemas.openxmlformats.org/drawingml/2006/main">
              <a:ext uri="{FF2B5EF4-FFF2-40B4-BE49-F238E27FC236}">
                <a16:creationId xmlns:a16="http://schemas.microsoft.com/office/drawing/2014/main" id="{23E40947-382A-4016-9567-428A79A4ED1A}"/>
              </a:ext>
            </a:extLst>
          </p:cNvPr>
          <p:cNvSpPr>
            <a:spLocks xmlns:a="http://schemas.openxmlformats.org/drawingml/2006/main" noGrp="1"/>
          </p:cNvSpPr>
          <p:nvPr/>
        </p:nvSpPr>
        <p:spPr>
          <a:xfrm xmlns:a="http://schemas.openxmlformats.org/drawingml/2006/main">
            <a:off x="1438275" y="3629025"/>
            <a:ext cx="39052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Preserve uncertainty</a:t>
            </a:r>
            <a:endParaRPr/>
          </a:p>
        </p:txBody>
      </p:sp>
      <p:sp>
        <p:nvSpPr>
          <p:cNvPr id="1329" name="Google Shape;1329;p23">
            <a:extLst xmlns:a="http://schemas.openxmlformats.org/drawingml/2006/main">
              <a:ext uri="{FF2B5EF4-FFF2-40B4-BE49-F238E27FC236}">
                <a16:creationId xmlns:a16="http://schemas.microsoft.com/office/drawing/2014/main" id="{41234D43-252C-4AF4-BDD3-9463B11F705D}"/>
              </a:ext>
            </a:extLst>
          </p:cNvPr>
          <p:cNvSpPr>
            <a:spLocks xmlns:a="http://schemas.openxmlformats.org/drawingml/2006/main" noGrp="1"/>
          </p:cNvSpPr>
          <p:nvPr/>
        </p:nvSpPr>
        <p:spPr>
          <a:xfrm xmlns:a="http://schemas.openxmlformats.org/drawingml/2006/main">
            <a:off x="1438275" y="3819525"/>
            <a:ext cx="3905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35"/>
              <a:buFont typeface="Arial"/>
              <a:buNone/>
            </a:pPr>
            <a:r>
              <a:rPr sz="735">
                <a:solidFill>
                  <a:srgbClr val="666B70"/>
                </a:solidFill>
              </a:rPr>
              <a:t>Ambiguity, contradiction, and missing information remain visible until resolved.</a:t>
            </a:r>
            <a:endParaRPr/>
          </a:p>
        </p:txBody>
      </p:sp>
      <p:sp>
        <p:nvSpPr>
          <p:cNvPr id="1330" name="Google Shape;1330;p23">
            <a:extLst xmlns:a="http://schemas.openxmlformats.org/drawingml/2006/main">
              <a:ext uri="{FF2B5EF4-FFF2-40B4-BE49-F238E27FC236}">
                <a16:creationId xmlns:a16="http://schemas.microsoft.com/office/drawing/2014/main" id="{B48ACCEC-F6FC-4A9F-869B-1B54B733805E}"/>
              </a:ext>
            </a:extLst>
          </p:cNvPr>
          <p:cNvSpPr>
            <a:spLocks xmlns:a="http://schemas.openxmlformats.org/drawingml/2006/main" noGrp="1"/>
          </p:cNvSpPr>
          <p:nvPr/>
        </p:nvSpPr>
        <p:spPr>
          <a:xfrm xmlns:a="http://schemas.openxmlformats.org/drawingml/2006/main">
            <a:off x="781050" y="4191000"/>
            <a:ext cx="4762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31" name="Google Shape;1331;p23">
            <a:extLst xmlns:a="http://schemas.openxmlformats.org/drawingml/2006/main">
              <a:ext uri="{FF2B5EF4-FFF2-40B4-BE49-F238E27FC236}">
                <a16:creationId xmlns:a16="http://schemas.microsoft.com/office/drawing/2014/main" id="{2CB036EF-828C-4A99-B667-F937FFBC4E04}"/>
              </a:ext>
            </a:extLst>
          </p:cNvPr>
          <p:cNvSpPr>
            <a:spLocks xmlns:a="http://schemas.openxmlformats.org/drawingml/2006/main" noGrp="1"/>
          </p:cNvSpPr>
          <p:nvPr/>
        </p:nvSpPr>
        <p:spPr>
          <a:xfrm xmlns:a="http://schemas.openxmlformats.org/drawingml/2006/main">
            <a:off x="933450" y="4305300"/>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32" name="Google Shape;1332;p23">
            <a:extLst xmlns:a="http://schemas.openxmlformats.org/drawingml/2006/main">
              <a:ext uri="{FF2B5EF4-FFF2-40B4-BE49-F238E27FC236}">
                <a16:creationId xmlns:a16="http://schemas.microsoft.com/office/drawing/2014/main" id="{6CD05357-0E4B-435C-A44D-41D78B4844E8}"/>
              </a:ext>
            </a:extLst>
          </p:cNvPr>
          <p:cNvSpPr>
            <a:spLocks xmlns:a="http://schemas.openxmlformats.org/drawingml/2006/main" noGrp="1"/>
          </p:cNvSpPr>
          <p:nvPr/>
        </p:nvSpPr>
        <p:spPr>
          <a:xfrm xmlns:a="http://schemas.openxmlformats.org/drawingml/2006/main">
            <a:off x="933450" y="4352925"/>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04</a:t>
            </a:r>
            <a:endParaRPr/>
          </a:p>
        </p:txBody>
      </p:sp>
      <p:sp>
        <p:nvSpPr>
          <p:cNvPr id="1333" name="Google Shape;1333;p23">
            <a:extLst xmlns:a="http://schemas.openxmlformats.org/drawingml/2006/main">
              <a:ext uri="{FF2B5EF4-FFF2-40B4-BE49-F238E27FC236}">
                <a16:creationId xmlns:a16="http://schemas.microsoft.com/office/drawing/2014/main" id="{02B1859C-83EA-4ADC-8BAE-7104271348E6}"/>
              </a:ext>
            </a:extLst>
          </p:cNvPr>
          <p:cNvSpPr>
            <a:spLocks xmlns:a="http://schemas.openxmlformats.org/drawingml/2006/main" noGrp="1"/>
          </p:cNvSpPr>
          <p:nvPr/>
        </p:nvSpPr>
        <p:spPr>
          <a:xfrm xmlns:a="http://schemas.openxmlformats.org/drawingml/2006/main">
            <a:off x="1438275" y="4257675"/>
            <a:ext cx="39052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Honor structured contracts</a:t>
            </a:r>
            <a:endParaRPr/>
          </a:p>
        </p:txBody>
      </p:sp>
      <p:sp>
        <p:nvSpPr>
          <p:cNvPr id="1334" name="Google Shape;1334;p23">
            <a:extLst xmlns:a="http://schemas.openxmlformats.org/drawingml/2006/main">
              <a:ext uri="{FF2B5EF4-FFF2-40B4-BE49-F238E27FC236}">
                <a16:creationId xmlns:a16="http://schemas.microsoft.com/office/drawing/2014/main" id="{85A4CA22-8821-4BE6-8307-D4136382423D}"/>
              </a:ext>
            </a:extLst>
          </p:cNvPr>
          <p:cNvSpPr>
            <a:spLocks xmlns:a="http://schemas.openxmlformats.org/drawingml/2006/main" noGrp="1"/>
          </p:cNvSpPr>
          <p:nvPr/>
        </p:nvSpPr>
        <p:spPr>
          <a:xfrm xmlns:a="http://schemas.openxmlformats.org/drawingml/2006/main">
            <a:off x="1438275" y="4448175"/>
            <a:ext cx="3905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35"/>
              <a:buFont typeface="Arial"/>
              <a:buNone/>
            </a:pPr>
            <a:r>
              <a:rPr sz="735">
                <a:solidFill>
                  <a:srgbClr val="666B70"/>
                </a:solidFill>
              </a:rPr>
              <a:t>Return schema-valid JSON and synchronized Markdown with stable identifiers.</a:t>
            </a:r>
            <a:endParaRPr/>
          </a:p>
        </p:txBody>
      </p:sp>
      <p:sp>
        <p:nvSpPr>
          <p:cNvPr id="1335" name="Google Shape;1335;p23">
            <a:extLst xmlns:a="http://schemas.openxmlformats.org/drawingml/2006/main">
              <a:ext uri="{FF2B5EF4-FFF2-40B4-BE49-F238E27FC236}">
                <a16:creationId xmlns:a16="http://schemas.microsoft.com/office/drawing/2014/main" id="{C5FE1CFE-83D1-4867-9CFB-94B4E81BFC1D}"/>
              </a:ext>
            </a:extLst>
          </p:cNvPr>
          <p:cNvSpPr>
            <a:spLocks xmlns:a="http://schemas.openxmlformats.org/drawingml/2006/main" noGrp="1"/>
          </p:cNvSpPr>
          <p:nvPr/>
        </p:nvSpPr>
        <p:spPr>
          <a:xfrm xmlns:a="http://schemas.openxmlformats.org/drawingml/2006/main">
            <a:off x="781050" y="4819650"/>
            <a:ext cx="4762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36" name="Google Shape;1336;p23">
            <a:extLst xmlns:a="http://schemas.openxmlformats.org/drawingml/2006/main">
              <a:ext uri="{FF2B5EF4-FFF2-40B4-BE49-F238E27FC236}">
                <a16:creationId xmlns:a16="http://schemas.microsoft.com/office/drawing/2014/main" id="{3FEB7736-88F1-4E74-A18C-101B6D76EAA1}"/>
              </a:ext>
            </a:extLst>
          </p:cNvPr>
          <p:cNvSpPr>
            <a:spLocks xmlns:a="http://schemas.openxmlformats.org/drawingml/2006/main" noGrp="1"/>
          </p:cNvSpPr>
          <p:nvPr/>
        </p:nvSpPr>
        <p:spPr>
          <a:xfrm xmlns:a="http://schemas.openxmlformats.org/drawingml/2006/main">
            <a:off x="933450" y="4933950"/>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37" name="Google Shape;1337;p23">
            <a:extLst xmlns:a="http://schemas.openxmlformats.org/drawingml/2006/main">
              <a:ext uri="{FF2B5EF4-FFF2-40B4-BE49-F238E27FC236}">
                <a16:creationId xmlns:a16="http://schemas.microsoft.com/office/drawing/2014/main" id="{B30CC16E-60EA-4C5C-937B-9E505CEFE404}"/>
              </a:ext>
            </a:extLst>
          </p:cNvPr>
          <p:cNvSpPr>
            <a:spLocks xmlns:a="http://schemas.openxmlformats.org/drawingml/2006/main" noGrp="1"/>
          </p:cNvSpPr>
          <p:nvPr/>
        </p:nvSpPr>
        <p:spPr>
          <a:xfrm xmlns:a="http://schemas.openxmlformats.org/drawingml/2006/main">
            <a:off x="933450" y="4981575"/>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05</a:t>
            </a:r>
            <a:endParaRPr/>
          </a:p>
        </p:txBody>
      </p:sp>
      <p:sp>
        <p:nvSpPr>
          <p:cNvPr id="1338" name="Google Shape;1338;p23">
            <a:extLst xmlns:a="http://schemas.openxmlformats.org/drawingml/2006/main">
              <a:ext uri="{FF2B5EF4-FFF2-40B4-BE49-F238E27FC236}">
                <a16:creationId xmlns:a16="http://schemas.microsoft.com/office/drawing/2014/main" id="{A3954BDE-AB59-421D-ABB1-68EFF4A5F29F}"/>
              </a:ext>
            </a:extLst>
          </p:cNvPr>
          <p:cNvSpPr>
            <a:spLocks xmlns:a="http://schemas.openxmlformats.org/drawingml/2006/main" noGrp="1"/>
          </p:cNvSpPr>
          <p:nvPr/>
        </p:nvSpPr>
        <p:spPr>
          <a:xfrm xmlns:a="http://schemas.openxmlformats.org/drawingml/2006/main">
            <a:off x="1438275" y="4886325"/>
            <a:ext cx="39052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Respect authority boundaries</a:t>
            </a:r>
            <a:endParaRPr/>
          </a:p>
        </p:txBody>
      </p:sp>
      <p:sp>
        <p:nvSpPr>
          <p:cNvPr id="1339" name="Google Shape;1339;p23">
            <a:extLst xmlns:a="http://schemas.openxmlformats.org/drawingml/2006/main">
              <a:ext uri="{FF2B5EF4-FFF2-40B4-BE49-F238E27FC236}">
                <a16:creationId xmlns:a16="http://schemas.microsoft.com/office/drawing/2014/main" id="{C2314EBC-DE7E-4BCA-8C49-8CB39B3ED3CC}"/>
              </a:ext>
            </a:extLst>
          </p:cNvPr>
          <p:cNvSpPr>
            <a:spLocks xmlns:a="http://schemas.openxmlformats.org/drawingml/2006/main" noGrp="1"/>
          </p:cNvSpPr>
          <p:nvPr/>
        </p:nvSpPr>
        <p:spPr>
          <a:xfrm xmlns:a="http://schemas.openxmlformats.org/drawingml/2006/main">
            <a:off x="1438275" y="5076825"/>
            <a:ext cx="3905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35"/>
              <a:buFont typeface="Arial"/>
              <a:buNone/>
            </a:pPr>
            <a:r>
              <a:rPr sz="735">
                <a:solidFill>
                  <a:srgbClr val="666B70"/>
                </a:solidFill>
              </a:rPr>
              <a:t>Extraction, analysis, approval, generation, validation, and sizing retain distinct roles.</a:t>
            </a:r>
            <a:endParaRPr/>
          </a:p>
        </p:txBody>
      </p:sp>
      <p:sp>
        <p:nvSpPr>
          <p:cNvPr id="1340" name="Google Shape;1340;p23">
            <a:extLst xmlns:a="http://schemas.openxmlformats.org/drawingml/2006/main">
              <a:ext uri="{FF2B5EF4-FFF2-40B4-BE49-F238E27FC236}">
                <a16:creationId xmlns:a16="http://schemas.microsoft.com/office/drawing/2014/main" id="{277529A3-AC99-4EFD-9EBC-51A2C92F4CCC}"/>
              </a:ext>
            </a:extLst>
          </p:cNvPr>
          <p:cNvSpPr>
            <a:spLocks xmlns:a="http://schemas.openxmlformats.org/drawingml/2006/main" noGrp="1"/>
          </p:cNvSpPr>
          <p:nvPr/>
        </p:nvSpPr>
        <p:spPr>
          <a:xfrm xmlns:a="http://schemas.openxmlformats.org/drawingml/2006/main">
            <a:off x="5810250" y="3562350"/>
            <a:ext cx="666750" cy="323850"/>
          </a:xfrm>
          <a:prstGeom xmlns:a="http://schemas.openxmlformats.org/drawingml/2006/main" prst="rightArrow">
            <a:avLst>
              <a:gd name="adj1" fmla="val 50000"/>
              <a:gd name="adj2" fmla="val 50000"/>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1" name="Google Shape;1341;p23">
            <a:extLst xmlns:a="http://schemas.openxmlformats.org/drawingml/2006/main">
              <a:ext uri="{FF2B5EF4-FFF2-40B4-BE49-F238E27FC236}">
                <a16:creationId xmlns:a16="http://schemas.microsoft.com/office/drawing/2014/main" id="{23B7AE82-26AB-4B74-8B81-F3BB287FDC31}"/>
              </a:ext>
            </a:extLst>
          </p:cNvPr>
          <p:cNvSpPr>
            <a:spLocks xmlns:a="http://schemas.openxmlformats.org/drawingml/2006/main" noGrp="1"/>
          </p:cNvSpPr>
          <p:nvPr/>
        </p:nvSpPr>
        <p:spPr>
          <a:xfrm xmlns:a="http://schemas.openxmlformats.org/drawingml/2006/main">
            <a:off x="5610225" y="3943350"/>
            <a:ext cx="10668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630"/>
              <a:buFont typeface="Arial"/>
              <a:buNone/>
            </a:pPr>
            <a:r>
              <a:rPr sz="630" b="1">
                <a:solidFill>
                  <a:srgbClr val="B85042"/>
                </a:solidFill>
              </a:rPr>
              <a:t>VERIFY—DON'T TRUST</a:t>
            </a:r>
            <a:endParaRPr/>
          </a:p>
        </p:txBody>
      </p:sp>
      <p:sp>
        <p:nvSpPr>
          <p:cNvPr id="1342" name="Google Shape;1342;p23">
            <a:extLst xmlns:a="http://schemas.openxmlformats.org/drawingml/2006/main">
              <a:ext uri="{FF2B5EF4-FFF2-40B4-BE49-F238E27FC236}">
                <a16:creationId xmlns:a16="http://schemas.microsoft.com/office/drawing/2014/main" id="{72F45BC0-30EC-496E-B306-E7721CB16A2E}"/>
              </a:ext>
            </a:extLst>
          </p:cNvPr>
          <p:cNvSpPr>
            <a:spLocks xmlns:a="http://schemas.openxmlformats.org/drawingml/2006/main" noGrp="1"/>
          </p:cNvSpPr>
          <p:nvPr/>
        </p:nvSpPr>
        <p:spPr>
          <a:xfrm xmlns:a="http://schemas.openxmlformats.org/drawingml/2006/main">
            <a:off x="6858000" y="2305050"/>
            <a:ext cx="4552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3" name="Google Shape;1343;p23">
            <a:extLst xmlns:a="http://schemas.openxmlformats.org/drawingml/2006/main">
              <a:ext uri="{FF2B5EF4-FFF2-40B4-BE49-F238E27FC236}">
                <a16:creationId xmlns:a16="http://schemas.microsoft.com/office/drawing/2014/main" id="{1055AAA4-AA78-47D6-B64E-AABC9548C535}"/>
              </a:ext>
            </a:extLst>
          </p:cNvPr>
          <p:cNvSpPr>
            <a:spLocks xmlns:a="http://schemas.openxmlformats.org/drawingml/2006/main" noGrp="1"/>
          </p:cNvSpPr>
          <p:nvPr/>
        </p:nvSpPr>
        <p:spPr>
          <a:xfrm xmlns:a="http://schemas.openxmlformats.org/drawingml/2006/main">
            <a:off x="6858000" y="2305050"/>
            <a:ext cx="76200" cy="5143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4" name="Google Shape;1344;p23">
            <a:extLst xmlns:a="http://schemas.openxmlformats.org/drawingml/2006/main">
              <a:ext uri="{FF2B5EF4-FFF2-40B4-BE49-F238E27FC236}">
                <a16:creationId xmlns:a16="http://schemas.microsoft.com/office/drawing/2014/main" id="{C899CAC7-CEC8-4881-861F-77FA66A0D4F1}"/>
              </a:ext>
            </a:extLst>
          </p:cNvPr>
          <p:cNvSpPr>
            <a:spLocks xmlns:a="http://schemas.openxmlformats.org/drawingml/2006/main" noGrp="1"/>
          </p:cNvSpPr>
          <p:nvPr/>
        </p:nvSpPr>
        <p:spPr>
          <a:xfrm xmlns:a="http://schemas.openxmlformats.org/drawingml/2006/main">
            <a:off x="7134225" y="2371725"/>
            <a:ext cx="4000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14"/>
              <a:buFont typeface="Arial"/>
              <a:buNone/>
            </a:pPr>
            <a:r>
              <a:rPr sz="915" b="1">
                <a:solidFill>
                  <a:srgbClr val="3B6EBF"/>
                </a:solidFill>
              </a:rPr>
              <a:t>INPUT INTEGRITY</a:t>
            </a:r>
            <a:endParaRPr/>
          </a:p>
        </p:txBody>
      </p:sp>
      <p:sp>
        <p:nvSpPr>
          <p:cNvPr id="1345" name="Google Shape;1345;p23">
            <a:extLst xmlns:a="http://schemas.openxmlformats.org/drawingml/2006/main">
              <a:ext uri="{FF2B5EF4-FFF2-40B4-BE49-F238E27FC236}">
                <a16:creationId xmlns:a16="http://schemas.microsoft.com/office/drawing/2014/main" id="{B69815C4-6B84-40AA-81F5-CC6AC1802AF3}"/>
              </a:ext>
            </a:extLst>
          </p:cNvPr>
          <p:cNvSpPr>
            <a:spLocks xmlns:a="http://schemas.openxmlformats.org/drawingml/2006/main" noGrp="1"/>
          </p:cNvSpPr>
          <p:nvPr/>
        </p:nvSpPr>
        <p:spPr>
          <a:xfrm xmlns:a="http://schemas.openxmlformats.org/drawingml/2006/main">
            <a:off x="7134225" y="2562225"/>
            <a:ext cx="4000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73"/>
              <a:buFont typeface="Arial"/>
              <a:buNone/>
            </a:pPr>
            <a:r>
              <a:rPr sz="773">
                <a:solidFill>
                  <a:srgbClr val="666B70"/>
                </a:solidFill>
              </a:rPr>
              <a:t>Source hashes, exact lines, unique IDs</a:t>
            </a:r>
            <a:endParaRPr/>
          </a:p>
        </p:txBody>
      </p:sp>
      <p:sp>
        <p:nvSpPr>
          <p:cNvPr id="1346" name="Google Shape;1346;p23">
            <a:extLst xmlns:a="http://schemas.openxmlformats.org/drawingml/2006/main">
              <a:ext uri="{FF2B5EF4-FFF2-40B4-BE49-F238E27FC236}">
                <a16:creationId xmlns:a16="http://schemas.microsoft.com/office/drawing/2014/main" id="{605C2D5C-BF87-4643-9060-BAE24190DD43}"/>
              </a:ext>
            </a:extLst>
          </p:cNvPr>
          <p:cNvSpPr>
            <a:spLocks xmlns:a="http://schemas.openxmlformats.org/drawingml/2006/main" noGrp="1"/>
          </p:cNvSpPr>
          <p:nvPr/>
        </p:nvSpPr>
        <p:spPr>
          <a:xfrm xmlns:a="http://schemas.openxmlformats.org/drawingml/2006/main">
            <a:off x="6858000" y="2933700"/>
            <a:ext cx="4552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7" name="Google Shape;1347;p23">
            <a:extLst xmlns:a="http://schemas.openxmlformats.org/drawingml/2006/main">
              <a:ext uri="{FF2B5EF4-FFF2-40B4-BE49-F238E27FC236}">
                <a16:creationId xmlns:a16="http://schemas.microsoft.com/office/drawing/2014/main" id="{9FBA2A71-BE40-4699-9F7D-4A6860A2D7E0}"/>
              </a:ext>
            </a:extLst>
          </p:cNvPr>
          <p:cNvSpPr>
            <a:spLocks xmlns:a="http://schemas.openxmlformats.org/drawingml/2006/main" noGrp="1"/>
          </p:cNvSpPr>
          <p:nvPr/>
        </p:nvSpPr>
        <p:spPr>
          <a:xfrm xmlns:a="http://schemas.openxmlformats.org/drawingml/2006/main">
            <a:off x="6858000" y="2933700"/>
            <a:ext cx="76200" cy="51435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8" name="Google Shape;1348;p23">
            <a:extLst xmlns:a="http://schemas.openxmlformats.org/drawingml/2006/main">
              <a:ext uri="{FF2B5EF4-FFF2-40B4-BE49-F238E27FC236}">
                <a16:creationId xmlns:a16="http://schemas.microsoft.com/office/drawing/2014/main" id="{412555FC-F359-47D6-BF72-7F223A56FFE7}"/>
              </a:ext>
            </a:extLst>
          </p:cNvPr>
          <p:cNvSpPr>
            <a:spLocks xmlns:a="http://schemas.openxmlformats.org/drawingml/2006/main" noGrp="1"/>
          </p:cNvSpPr>
          <p:nvPr/>
        </p:nvSpPr>
        <p:spPr>
          <a:xfrm xmlns:a="http://schemas.openxmlformats.org/drawingml/2006/main">
            <a:off x="7134225" y="3000375"/>
            <a:ext cx="4000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14"/>
              <a:buFont typeface="Arial"/>
              <a:buNone/>
            </a:pPr>
            <a:r>
              <a:rPr sz="915" b="1">
                <a:solidFill>
                  <a:srgbClr val="2F6F57"/>
                </a:solidFill>
              </a:rPr>
              <a:t>DETERMINISTIC VALIDATION</a:t>
            </a:r>
            <a:endParaRPr/>
          </a:p>
        </p:txBody>
      </p:sp>
      <p:sp>
        <p:nvSpPr>
          <p:cNvPr id="1349" name="Google Shape;1349;p23">
            <a:extLst xmlns:a="http://schemas.openxmlformats.org/drawingml/2006/main">
              <a:ext uri="{FF2B5EF4-FFF2-40B4-BE49-F238E27FC236}">
                <a16:creationId xmlns:a16="http://schemas.microsoft.com/office/drawing/2014/main" id="{0AF97D3B-012B-482D-9E31-B313C0742AC0}"/>
              </a:ext>
            </a:extLst>
          </p:cNvPr>
          <p:cNvSpPr>
            <a:spLocks xmlns:a="http://schemas.openxmlformats.org/drawingml/2006/main" noGrp="1"/>
          </p:cNvSpPr>
          <p:nvPr/>
        </p:nvSpPr>
        <p:spPr>
          <a:xfrm xmlns:a="http://schemas.openxmlformats.org/drawingml/2006/main">
            <a:off x="7134225" y="3190875"/>
            <a:ext cx="4000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73"/>
              <a:buFont typeface="Arial"/>
              <a:buNone/>
            </a:pPr>
            <a:r>
              <a:rPr sz="773">
                <a:solidFill>
                  <a:srgbClr val="666B70"/>
                </a:solidFill>
              </a:rPr>
              <a:t>Schema, coverage, set equality, zero orphans</a:t>
            </a:r>
            <a:endParaRPr/>
          </a:p>
        </p:txBody>
      </p:sp>
      <p:sp>
        <p:nvSpPr>
          <p:cNvPr id="1350" name="Google Shape;1350;p23">
            <a:extLst xmlns:a="http://schemas.openxmlformats.org/drawingml/2006/main">
              <a:ext uri="{FF2B5EF4-FFF2-40B4-BE49-F238E27FC236}">
                <a16:creationId xmlns:a16="http://schemas.microsoft.com/office/drawing/2014/main" id="{D6F10A28-F32C-4D44-A170-F23618FECE55}"/>
              </a:ext>
            </a:extLst>
          </p:cNvPr>
          <p:cNvSpPr>
            <a:spLocks xmlns:a="http://schemas.openxmlformats.org/drawingml/2006/main" noGrp="1"/>
          </p:cNvSpPr>
          <p:nvPr/>
        </p:nvSpPr>
        <p:spPr>
          <a:xfrm xmlns:a="http://schemas.openxmlformats.org/drawingml/2006/main">
            <a:off x="6858000" y="3562350"/>
            <a:ext cx="4552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51" name="Google Shape;1351;p23">
            <a:extLst xmlns:a="http://schemas.openxmlformats.org/drawingml/2006/main">
              <a:ext uri="{FF2B5EF4-FFF2-40B4-BE49-F238E27FC236}">
                <a16:creationId xmlns:a16="http://schemas.microsoft.com/office/drawing/2014/main" id="{89AAAB4E-E55E-4F45-B043-991EBC5EC51D}"/>
              </a:ext>
            </a:extLst>
          </p:cNvPr>
          <p:cNvSpPr>
            <a:spLocks xmlns:a="http://schemas.openxmlformats.org/drawingml/2006/main" noGrp="1"/>
          </p:cNvSpPr>
          <p:nvPr/>
        </p:nvSpPr>
        <p:spPr>
          <a:xfrm xmlns:a="http://schemas.openxmlformats.org/drawingml/2006/main">
            <a:off x="6858000" y="3562350"/>
            <a:ext cx="76200" cy="51435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52" name="Google Shape;1352;p23">
            <a:extLst xmlns:a="http://schemas.openxmlformats.org/drawingml/2006/main">
              <a:ext uri="{FF2B5EF4-FFF2-40B4-BE49-F238E27FC236}">
                <a16:creationId xmlns:a16="http://schemas.microsoft.com/office/drawing/2014/main" id="{E3F7B30F-99AD-498C-AFC2-32EE00B028CD}"/>
              </a:ext>
            </a:extLst>
          </p:cNvPr>
          <p:cNvSpPr>
            <a:spLocks xmlns:a="http://schemas.openxmlformats.org/drawingml/2006/main" noGrp="1"/>
          </p:cNvSpPr>
          <p:nvPr/>
        </p:nvSpPr>
        <p:spPr>
          <a:xfrm xmlns:a="http://schemas.openxmlformats.org/drawingml/2006/main">
            <a:off x="7134225" y="3629025"/>
            <a:ext cx="4000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14"/>
              <a:buFont typeface="Arial"/>
              <a:buNone/>
            </a:pPr>
            <a:r>
              <a:rPr sz="915" b="1">
                <a:solidFill>
                  <a:srgbClr val="3B6EBF"/>
                </a:solidFill>
              </a:rPr>
              <a:t>HUMAN APPROVAL</a:t>
            </a:r>
            <a:endParaRPr/>
          </a:p>
        </p:txBody>
      </p:sp>
      <p:sp>
        <p:nvSpPr>
          <p:cNvPr id="1353" name="Google Shape;1353;p23">
            <a:extLst xmlns:a="http://schemas.openxmlformats.org/drawingml/2006/main">
              <a:ext uri="{FF2B5EF4-FFF2-40B4-BE49-F238E27FC236}">
                <a16:creationId xmlns:a16="http://schemas.microsoft.com/office/drawing/2014/main" id="{891099EE-12AC-48FA-9AC9-CD084E385565}"/>
              </a:ext>
            </a:extLst>
          </p:cNvPr>
          <p:cNvSpPr>
            <a:spLocks xmlns:a="http://schemas.openxmlformats.org/drawingml/2006/main" noGrp="1"/>
          </p:cNvSpPr>
          <p:nvPr/>
        </p:nvSpPr>
        <p:spPr>
          <a:xfrm xmlns:a="http://schemas.openxmlformats.org/drawingml/2006/main">
            <a:off x="7134225" y="3819525"/>
            <a:ext cx="4000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73"/>
              <a:buFont typeface="Arial"/>
              <a:buNone/>
            </a:pPr>
            <a:r>
              <a:rPr sz="773">
                <a:solidFill>
                  <a:srgbClr val="666B70"/>
                </a:solidFill>
              </a:rPr>
              <a:t>Signed decisions and approved scope lineage</a:t>
            </a:r>
            <a:endParaRPr/>
          </a:p>
        </p:txBody>
      </p:sp>
      <p:sp>
        <p:nvSpPr>
          <p:cNvPr id="1354" name="Google Shape;1354;p23">
            <a:extLst xmlns:a="http://schemas.openxmlformats.org/drawingml/2006/main">
              <a:ext uri="{FF2B5EF4-FFF2-40B4-BE49-F238E27FC236}">
                <a16:creationId xmlns:a16="http://schemas.microsoft.com/office/drawing/2014/main" id="{7D1E7172-7228-4C8D-9652-330AA30008BB}"/>
              </a:ext>
            </a:extLst>
          </p:cNvPr>
          <p:cNvSpPr>
            <a:spLocks xmlns:a="http://schemas.openxmlformats.org/drawingml/2006/main" noGrp="1"/>
          </p:cNvSpPr>
          <p:nvPr/>
        </p:nvSpPr>
        <p:spPr>
          <a:xfrm xmlns:a="http://schemas.openxmlformats.org/drawingml/2006/main">
            <a:off x="6858000" y="4191000"/>
            <a:ext cx="4552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55" name="Google Shape;1355;p23">
            <a:extLst xmlns:a="http://schemas.openxmlformats.org/drawingml/2006/main">
              <a:ext uri="{FF2B5EF4-FFF2-40B4-BE49-F238E27FC236}">
                <a16:creationId xmlns:a16="http://schemas.microsoft.com/office/drawing/2014/main" id="{430FB457-8B54-4579-9C6F-5E6A0B48FFFA}"/>
              </a:ext>
            </a:extLst>
          </p:cNvPr>
          <p:cNvSpPr>
            <a:spLocks xmlns:a="http://schemas.openxmlformats.org/drawingml/2006/main" noGrp="1"/>
          </p:cNvSpPr>
          <p:nvPr/>
        </p:nvSpPr>
        <p:spPr>
          <a:xfrm xmlns:a="http://schemas.openxmlformats.org/drawingml/2006/main">
            <a:off x="6858000" y="4191000"/>
            <a:ext cx="76200" cy="514350"/>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56" name="Google Shape;1356;p23">
            <a:extLst xmlns:a="http://schemas.openxmlformats.org/drawingml/2006/main">
              <a:ext uri="{FF2B5EF4-FFF2-40B4-BE49-F238E27FC236}">
                <a16:creationId xmlns:a16="http://schemas.microsoft.com/office/drawing/2014/main" id="{74A7B283-FB6C-4326-9714-6BF92E71B585}"/>
              </a:ext>
            </a:extLst>
          </p:cNvPr>
          <p:cNvSpPr>
            <a:spLocks xmlns:a="http://schemas.openxmlformats.org/drawingml/2006/main" noGrp="1"/>
          </p:cNvSpPr>
          <p:nvPr/>
        </p:nvSpPr>
        <p:spPr>
          <a:xfrm xmlns:a="http://schemas.openxmlformats.org/drawingml/2006/main">
            <a:off x="7134225" y="4257675"/>
            <a:ext cx="4000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914"/>
              <a:buFont typeface="Arial"/>
              <a:buNone/>
            </a:pPr>
            <a:r>
              <a:rPr sz="915" b="1">
                <a:solidFill>
                  <a:srgbClr val="7546C8"/>
                </a:solidFill>
              </a:rPr>
              <a:t>SEMANTIC EVALUATION</a:t>
            </a:r>
            <a:endParaRPr/>
          </a:p>
        </p:txBody>
      </p:sp>
      <p:sp>
        <p:nvSpPr>
          <p:cNvPr id="1357" name="Google Shape;1357;p23">
            <a:extLst xmlns:a="http://schemas.openxmlformats.org/drawingml/2006/main">
              <a:ext uri="{FF2B5EF4-FFF2-40B4-BE49-F238E27FC236}">
                <a16:creationId xmlns:a16="http://schemas.microsoft.com/office/drawing/2014/main" id="{3EA69C20-1825-44CD-B4FC-107248D2021B}"/>
              </a:ext>
            </a:extLst>
          </p:cNvPr>
          <p:cNvSpPr>
            <a:spLocks xmlns:a="http://schemas.openxmlformats.org/drawingml/2006/main" noGrp="1"/>
          </p:cNvSpPr>
          <p:nvPr/>
        </p:nvSpPr>
        <p:spPr>
          <a:xfrm xmlns:a="http://schemas.openxmlformats.org/drawingml/2006/main">
            <a:off x="7134225" y="4448175"/>
            <a:ext cx="4000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73"/>
              <a:buFont typeface="Arial"/>
              <a:buNone/>
            </a:pPr>
            <a:r>
              <a:rPr sz="773">
                <a:solidFill>
                  <a:srgbClr val="666B70"/>
                </a:solidFill>
              </a:rPr>
              <a:t>Faithfulness, hallucination, reasonableness</a:t>
            </a:r>
            <a:endParaRPr/>
          </a:p>
        </p:txBody>
      </p:sp>
      <p:sp>
        <p:nvSpPr>
          <p:cNvPr id="1358" name="Google Shape;1358;p23">
            <a:extLst xmlns:a="http://schemas.openxmlformats.org/drawingml/2006/main">
              <a:ext uri="{FF2B5EF4-FFF2-40B4-BE49-F238E27FC236}">
                <a16:creationId xmlns:a16="http://schemas.microsoft.com/office/drawing/2014/main" id="{A2C6677D-D9D3-40BA-9319-EAE45B1D70B8}"/>
              </a:ext>
            </a:extLst>
          </p:cNvPr>
          <p:cNvSpPr>
            <a:spLocks xmlns:a="http://schemas.openxmlformats.org/drawingml/2006/main" noGrp="1"/>
          </p:cNvSpPr>
          <p:nvPr/>
        </p:nvSpPr>
        <p:spPr>
          <a:xfrm xmlns:a="http://schemas.openxmlformats.org/drawingml/2006/main">
            <a:off x="6858000" y="4819650"/>
            <a:ext cx="4552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59" name="Google Shape;1359;p23">
            <a:extLst xmlns:a="http://schemas.openxmlformats.org/drawingml/2006/main">
              <a:ext uri="{FF2B5EF4-FFF2-40B4-BE49-F238E27FC236}">
                <a16:creationId xmlns:a16="http://schemas.microsoft.com/office/drawing/2014/main" id="{B8DC9F50-E156-40AB-ACCA-5A256CB1878C}"/>
              </a:ext>
            </a:extLst>
          </p:cNvPr>
          <p:cNvSpPr>
            <a:spLocks xmlns:a="http://schemas.openxmlformats.org/drawingml/2006/main" noGrp="1"/>
          </p:cNvSpPr>
          <p:nvPr/>
        </p:nvSpPr>
        <p:spPr>
          <a:xfrm xmlns:a="http://schemas.openxmlformats.org/drawingml/2006/main">
            <a:off x="6858000" y="4819650"/>
            <a:ext cx="76200" cy="514350"/>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60" name="Google Shape;1360;p23">
            <a:extLst xmlns:a="http://schemas.openxmlformats.org/drawingml/2006/main">
              <a:ext uri="{FF2B5EF4-FFF2-40B4-BE49-F238E27FC236}">
                <a16:creationId xmlns:a16="http://schemas.microsoft.com/office/drawing/2014/main" id="{A4EC2B8A-EAB0-44BA-A03E-79654CAA7A05}"/>
              </a:ext>
            </a:extLst>
          </p:cNvPr>
          <p:cNvSpPr>
            <a:spLocks xmlns:a="http://schemas.openxmlformats.org/drawingml/2006/main" noGrp="1"/>
          </p:cNvSpPr>
          <p:nvPr/>
        </p:nvSpPr>
        <p:spPr>
          <a:xfrm xmlns:a="http://schemas.openxmlformats.org/drawingml/2006/main">
            <a:off x="7134225" y="4886325"/>
            <a:ext cx="4000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14"/>
              <a:buFont typeface="Arial"/>
              <a:buNone/>
            </a:pPr>
            <a:r>
              <a:rPr sz="915" b="1">
                <a:solidFill>
                  <a:srgbClr val="2F6F57"/>
                </a:solidFill>
              </a:rPr>
              <a:t>AGREEMENT GATE</a:t>
            </a:r>
            <a:endParaRPr/>
          </a:p>
        </p:txBody>
      </p:sp>
      <p:sp>
        <p:nvSpPr>
          <p:cNvPr id="1361" name="Google Shape;1361;p23">
            <a:extLst xmlns:a="http://schemas.openxmlformats.org/drawingml/2006/main">
              <a:ext uri="{FF2B5EF4-FFF2-40B4-BE49-F238E27FC236}">
                <a16:creationId xmlns:a16="http://schemas.microsoft.com/office/drawing/2014/main" id="{7F8C50CD-E67D-482D-82DE-07E722533C84}"/>
              </a:ext>
            </a:extLst>
          </p:cNvPr>
          <p:cNvSpPr>
            <a:spLocks xmlns:a="http://schemas.openxmlformats.org/drawingml/2006/main" noGrp="1"/>
          </p:cNvSpPr>
          <p:nvPr/>
        </p:nvSpPr>
        <p:spPr>
          <a:xfrm xmlns:a="http://schemas.openxmlformats.org/drawingml/2006/main">
            <a:off x="7134225" y="5076825"/>
            <a:ext cx="4000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73"/>
              <a:buFont typeface="Arial"/>
              <a:buNone/>
            </a:pPr>
            <a:r>
              <a:rPr sz="773">
                <a:solidFill>
                  <a:srgbClr val="666B70"/>
                </a:solidFill>
              </a:rPr>
              <a:t>Release only when code and LLM controls agree</a:t>
            </a:r>
            <a:endParaRPr/>
          </a:p>
        </p:txBody>
      </p:sp>
      <p:sp>
        <p:nvSpPr>
          <p:cNvPr id="1362" name="Google Shape;1362;p23">
            <a:extLst xmlns:a="http://schemas.openxmlformats.org/drawingml/2006/main">
              <a:ext uri="{FF2B5EF4-FFF2-40B4-BE49-F238E27FC236}">
                <a16:creationId xmlns:a16="http://schemas.microsoft.com/office/drawing/2014/main" id="{2DB01D09-5D00-4E55-B5AA-3134C44537D1}"/>
              </a:ext>
            </a:extLst>
          </p:cNvPr>
          <p:cNvSpPr>
            <a:spLocks xmlns:a="http://schemas.openxmlformats.org/drawingml/2006/main" noGrp="1"/>
          </p:cNvSpPr>
          <p:nvPr/>
        </p:nvSpPr>
        <p:spPr>
          <a:xfrm xmlns:a="http://schemas.openxmlformats.org/drawingml/2006/main">
            <a:off x="781050" y="5553075"/>
            <a:ext cx="10629900" cy="457200"/>
          </a:xfrm>
          <a:prstGeom xmlns:a="http://schemas.openxmlformats.org/drawingml/2006/main" prst="roundRect">
            <a:avLst>
              <a:gd name="adj" fmla="val 1666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63" name="Google Shape;1363;p23">
            <a:extLst xmlns:a="http://schemas.openxmlformats.org/drawingml/2006/main">
              <a:ext uri="{FF2B5EF4-FFF2-40B4-BE49-F238E27FC236}">
                <a16:creationId xmlns:a16="http://schemas.microsoft.com/office/drawing/2014/main" id="{2908CD39-294E-4EB9-9BD9-F2A9915C63EA}"/>
              </a:ext>
            </a:extLst>
          </p:cNvPr>
          <p:cNvSpPr>
            <a:spLocks xmlns:a="http://schemas.openxmlformats.org/drawingml/2006/main" noGrp="1"/>
          </p:cNvSpPr>
          <p:nvPr/>
        </p:nvSpPr>
        <p:spPr>
          <a:xfrm xmlns:a="http://schemas.openxmlformats.org/drawingml/2006/main">
            <a:off x="981075" y="565785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63"/>
              <a:buFont typeface="Arial"/>
              <a:buNone/>
            </a:pPr>
            <a:r>
              <a:rPr sz="863" b="1">
                <a:solidFill>
                  <a:srgbClr val="2F6F57"/>
                </a:solidFill>
              </a:rPr>
              <a:t>ACCEPTED RELEASE CONDITION</a:t>
            </a:r>
            <a:endParaRPr/>
          </a:p>
        </p:txBody>
      </p:sp>
      <p:sp>
        <p:nvSpPr>
          <p:cNvPr id="1364" name="Google Shape;1364;p23">
            <a:extLst xmlns:a="http://schemas.openxmlformats.org/drawingml/2006/main">
              <a:ext uri="{FF2B5EF4-FFF2-40B4-BE49-F238E27FC236}">
                <a16:creationId xmlns:a16="http://schemas.microsoft.com/office/drawing/2014/main" id="{EF7E644C-53D9-429D-A7DE-1FAB2F6121AF}"/>
              </a:ext>
            </a:extLst>
          </p:cNvPr>
          <p:cNvSpPr>
            <a:spLocks xmlns:a="http://schemas.openxmlformats.org/drawingml/2006/main" noGrp="1"/>
          </p:cNvSpPr>
          <p:nvPr/>
        </p:nvSpPr>
        <p:spPr>
          <a:xfrm xmlns:a="http://schemas.openxmlformats.org/drawingml/2006/main">
            <a:off x="3848100" y="5657850"/>
            <a:ext cx="1809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100% groundedness</a:t>
            </a:r>
            <a:endParaRPr/>
          </a:p>
        </p:txBody>
      </p:sp>
      <p:sp>
        <p:nvSpPr>
          <p:cNvPr id="1365" name="Google Shape;1365;p23">
            <a:extLst xmlns:a="http://schemas.openxmlformats.org/drawingml/2006/main">
              <a:ext uri="{FF2B5EF4-FFF2-40B4-BE49-F238E27FC236}">
                <a16:creationId xmlns:a16="http://schemas.microsoft.com/office/drawing/2014/main" id="{08924475-AC44-4E27-8045-CC9E7D1A5FF3}"/>
              </a:ext>
            </a:extLst>
          </p:cNvPr>
          <p:cNvSpPr>
            <a:spLocks xmlns:a="http://schemas.openxmlformats.org/drawingml/2006/main" noGrp="1"/>
          </p:cNvSpPr>
          <p:nvPr/>
        </p:nvSpPr>
        <p:spPr>
          <a:xfrm xmlns:a="http://schemas.openxmlformats.org/drawingml/2006/main">
            <a:off x="6029325" y="5657850"/>
            <a:ext cx="2000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0 unsupported claims</a:t>
            </a:r>
            <a:endParaRPr/>
          </a:p>
        </p:txBody>
      </p:sp>
      <p:sp>
        <p:nvSpPr>
          <p:cNvPr id="1366" name="Google Shape;1366;p23">
            <a:extLst xmlns:a="http://schemas.openxmlformats.org/drawingml/2006/main">
              <a:ext uri="{FF2B5EF4-FFF2-40B4-BE49-F238E27FC236}">
                <a16:creationId xmlns:a16="http://schemas.microsoft.com/office/drawing/2014/main" id="{62B914A4-BDAF-415D-BBA5-FCE2A8F2B8A6}"/>
              </a:ext>
            </a:extLst>
          </p:cNvPr>
          <p:cNvSpPr>
            <a:spLocks xmlns:a="http://schemas.openxmlformats.org/drawingml/2006/main" noGrp="1"/>
          </p:cNvSpPr>
          <p:nvPr/>
        </p:nvSpPr>
        <p:spPr>
          <a:xfrm xmlns:a="http://schemas.openxmlformats.org/drawingml/2006/main">
            <a:off x="8524875" y="565785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Fail closed on mismatch</a:t>
            </a:r>
            <a:endParaRPr/>
          </a:p>
        </p:txBody>
      </p:sp>
      <p:sp>
        <p:nvSpPr>
          <p:cNvPr id="1367" name="Google Shape;1367;p23">
            <a:extLst xmlns:a="http://schemas.openxmlformats.org/drawingml/2006/main">
              <a:ext uri="{FF2B5EF4-FFF2-40B4-BE49-F238E27FC236}">
                <a16:creationId xmlns:a16="http://schemas.microsoft.com/office/drawing/2014/main" id="{D2AE68C1-9305-4309-9EEB-FF92B11CEB7B}"/>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68" name="Google Shape;1368;p23">
            <a:extLst xmlns:a="http://schemas.openxmlformats.org/drawingml/2006/main">
              <a:ext uri="{FF2B5EF4-FFF2-40B4-BE49-F238E27FC236}">
                <a16:creationId xmlns:a16="http://schemas.microsoft.com/office/drawing/2014/main" id="{41A4AC1F-2C83-4AC4-BD7A-F4072B7185E1}"/>
              </a:ext>
            </a:extLst>
          </p:cNvPr>
          <p:cNvSpPr>
            <a:spLocks xmlns:a="http://schemas.openxmlformats.org/drawingml/2006/main" noGrp="1"/>
          </p:cNvSpPr>
          <p:nvPr/>
        </p:nvSpPr>
        <p:spPr>
          <a:xfrm xmlns:a="http://schemas.openxmlformats.org/drawingml/2006/main">
            <a:off x="781050" y="6381750"/>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A4</a:t>
            </a:r>
            <a:endParaRPr/>
          </a:p>
        </p:txBody>
      </p:sp>
      <p:sp>
        <p:nvSpPr>
          <p:cNvPr id="1369" name="Google Shape;1369;p23">
            <a:extLst xmlns:a="http://schemas.openxmlformats.org/drawingml/2006/main">
              <a:ext uri="{FF2B5EF4-FFF2-40B4-BE49-F238E27FC236}">
                <a16:creationId xmlns:a16="http://schemas.microsoft.com/office/drawing/2014/main" id="{66F871D0-5EB1-4AA5-91EC-2540150CD7DC}"/>
              </a:ext>
            </a:extLst>
          </p:cNvPr>
          <p:cNvSpPr>
            <a:spLocks xmlns:a="http://schemas.openxmlformats.org/drawingml/2006/main" noGrp="1"/>
          </p:cNvSpPr>
          <p:nvPr/>
        </p:nvSpPr>
        <p:spPr>
          <a:xfrm xmlns:a="http://schemas.openxmlformats.org/drawingml/2006/main">
            <a:off x="2705100" y="6343650"/>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163"/>
              <a:buFont typeface="Arial"/>
              <a:buNone/>
            </a:pPr>
            <a:r>
              <a:rPr sz="1163" b="1">
                <a:solidFill>
                  <a:srgbClr val="FFFFFF"/>
                </a:solidFill>
              </a:rPr>
              <a:t>Prompt discipline reduces risk; independent validation determines whether an artifact may be released.</a:t>
            </a:r>
            <a:endParaRPr/>
          </a:p>
        </p:txBody>
      </p:sp>
    </p:spTree>
    <p:extLst>
      <p:ext uri="{BB962C8B-B14F-4D97-AF65-F5344CB8AC3E}">
        <p14:creationId xmlns:p14="http://schemas.microsoft.com/office/powerpoint/2010/main" val="1586321756"/>
      </p:ext>
    </p:extLst>
  </p:cSld>
</p:sld>
</file>

<file path=ppt/slides/slide24.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375" name="Google Shape;1375;p24">
            <a:extLst xmlns:a="http://schemas.openxmlformats.org/drawingml/2006/main">
              <a:ext uri="{FF2B5EF4-FFF2-40B4-BE49-F238E27FC236}">
                <a16:creationId xmlns:a16="http://schemas.microsoft.com/office/drawing/2014/main" id="{67852D4C-7582-421C-976F-10B13890CD8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76" name="Google Shape;1376;p24">
            <a:extLst xmlns:a="http://schemas.openxmlformats.org/drawingml/2006/main">
              <a:ext uri="{FF2B5EF4-FFF2-40B4-BE49-F238E27FC236}">
                <a16:creationId xmlns:a16="http://schemas.microsoft.com/office/drawing/2014/main" id="{D184B725-1803-41D4-B970-B9EE6A346567}"/>
              </a:ext>
            </a:extLst>
          </p:cNvPr>
          <p:cNvSpPr>
            <a:spLocks xmlns:a="http://schemas.openxmlformats.org/drawingml/2006/main" noGrp="1"/>
          </p:cNvSpPr>
          <p:nvPr/>
        </p:nvSpPr>
        <p:spPr>
          <a:xfrm xmlns:a="http://schemas.openxmlformats.org/drawingml/2006/main">
            <a:off x="514350" y="685800"/>
            <a:ext cx="66675" cy="8001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77" name="Google Shape;1377;p24">
            <a:extLst xmlns:a="http://schemas.openxmlformats.org/drawingml/2006/main">
              <a:ext uri="{FF2B5EF4-FFF2-40B4-BE49-F238E27FC236}">
                <a16:creationId xmlns:a16="http://schemas.microsoft.com/office/drawing/2014/main" id="{EFCF56E2-042A-4433-82BC-F3FB3BA99A41}"/>
              </a:ext>
            </a:extLst>
          </p:cNvPr>
          <p:cNvSpPr>
            <a:spLocks xmlns:a="http://schemas.openxmlformats.org/drawingml/2006/main" noGrp="1"/>
          </p:cNvSpPr>
          <p:nvPr/>
        </p:nvSpPr>
        <p:spPr>
          <a:xfrm xmlns:a="http://schemas.openxmlformats.org/drawingml/2006/main">
            <a:off x="781050" y="495300"/>
            <a:ext cx="7620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75"/>
              <a:buFont typeface="Arial"/>
              <a:buNone/>
            </a:pPr>
            <a:r>
              <a:rPr sz="975" b="1">
                <a:solidFill>
                  <a:srgbClr val="B85042"/>
                </a:solidFill>
              </a:rPr>
              <a:t>A5  ·  T1–T12 DETAILED TEST-RESULT MATRIX</a:t>
            </a:r>
            <a:endParaRPr/>
          </a:p>
        </p:txBody>
      </p:sp>
      <p:sp>
        <p:nvSpPr>
          <p:cNvPr id="1378" name="Google Shape;1378;p24">
            <a:extLst xmlns:a="http://schemas.openxmlformats.org/drawingml/2006/main">
              <a:ext uri="{FF2B5EF4-FFF2-40B4-BE49-F238E27FC236}">
                <a16:creationId xmlns:a16="http://schemas.microsoft.com/office/drawing/2014/main" id="{180478D8-93D0-45FC-96E3-66AA74E4D130}"/>
              </a:ext>
            </a:extLst>
          </p:cNvPr>
          <p:cNvSpPr>
            <a:spLocks xmlns:a="http://schemas.openxmlformats.org/drawingml/2006/main" noGrp="1"/>
          </p:cNvSpPr>
          <p:nvPr/>
        </p:nvSpPr>
        <p:spPr>
          <a:xfrm xmlns:a="http://schemas.openxmlformats.org/drawingml/2006/main">
            <a:off x="781050" y="828675"/>
            <a:ext cx="106299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550"/>
              <a:buFont typeface="Arial"/>
              <a:buNone/>
            </a:pPr>
            <a:r>
              <a:rPr sz="2550" b="1">
                <a:solidFill>
                  <a:srgbClr val="1A1A2E"/>
                </a:solidFill>
              </a:rPr>
              <a:t>Twelve prescribed cases test extraction through delivery</a:t>
            </a:r>
            <a:endParaRPr/>
          </a:p>
        </p:txBody>
      </p:sp>
      <p:sp>
        <p:nvSpPr>
          <p:cNvPr id="1379" name="Google Shape;1379;p24">
            <a:extLst xmlns:a="http://schemas.openxmlformats.org/drawingml/2006/main">
              <a:ext uri="{FF2B5EF4-FFF2-40B4-BE49-F238E27FC236}">
                <a16:creationId xmlns:a16="http://schemas.microsoft.com/office/drawing/2014/main" id="{5BB9A90F-CA03-48F1-9037-33ECAAD72BE6}"/>
              </a:ext>
            </a:extLst>
          </p:cNvPr>
          <p:cNvSpPr>
            <a:spLocks xmlns:a="http://schemas.openxmlformats.org/drawingml/2006/main" noGrp="1"/>
          </p:cNvSpPr>
          <p:nvPr/>
        </p:nvSpPr>
        <p:spPr>
          <a:xfrm xmlns:a="http://schemas.openxmlformats.org/drawingml/2006/main">
            <a:off x="781050" y="1438275"/>
            <a:ext cx="10629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163"/>
              <a:buFont typeface="Arial"/>
              <a:buNone/>
            </a:pPr>
            <a:r>
              <a:rPr sz="1163">
                <a:solidFill>
                  <a:srgbClr val="666B70"/>
                </a:solidFill>
              </a:rPr>
              <a:t>Human-reviewed ground truth covers precise, vague, contradictory, incomplete, persona, technical, dependency, PRD, and story-generation behavior.</a:t>
            </a:r>
            <a:endParaRPr/>
          </a:p>
        </p:txBody>
      </p:sp>
      <p:sp>
        <p:nvSpPr>
          <p:cNvPr id="1380" name="Google Shape;1380;p24">
            <a:extLst xmlns:a="http://schemas.openxmlformats.org/drawingml/2006/main">
              <a:ext uri="{FF2B5EF4-FFF2-40B4-BE49-F238E27FC236}">
                <a16:creationId xmlns:a16="http://schemas.microsoft.com/office/drawing/2014/main" id="{A2795183-82A2-430B-BAAB-307994EF7825}"/>
              </a:ext>
            </a:extLst>
          </p:cNvPr>
          <p:cNvSpPr>
            <a:spLocks xmlns:a="http://schemas.openxmlformats.org/drawingml/2006/main" noGrp="1"/>
          </p:cNvSpPr>
          <p:nvPr/>
        </p:nvSpPr>
        <p:spPr>
          <a:xfrm xmlns:a="http://schemas.openxmlformats.org/drawingml/2006/main">
            <a:off x="781050" y="1952625"/>
            <a:ext cx="5162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863"/>
              <a:buFont typeface="Arial"/>
              <a:buNone/>
            </a:pPr>
            <a:r>
              <a:rPr sz="863" b="1">
                <a:solidFill>
                  <a:srgbClr val="3B6EBF"/>
                </a:solidFill>
              </a:rPr>
              <a:t>T1–T6 · REQUIREMENT EXTRACTION</a:t>
            </a:r>
            <a:endParaRPr/>
          </a:p>
        </p:txBody>
      </p:sp>
      <p:sp>
        <p:nvSpPr>
          <p:cNvPr id="1381" name="Google Shape;1381;p24">
            <a:extLst xmlns:a="http://schemas.openxmlformats.org/drawingml/2006/main">
              <a:ext uri="{FF2B5EF4-FFF2-40B4-BE49-F238E27FC236}">
                <a16:creationId xmlns:a16="http://schemas.microsoft.com/office/drawing/2014/main" id="{85FE7B2D-F52D-4F99-81C0-70A27D683380}"/>
              </a:ext>
            </a:extLst>
          </p:cNvPr>
          <p:cNvSpPr>
            <a:spLocks xmlns:a="http://schemas.openxmlformats.org/drawingml/2006/main" noGrp="1"/>
          </p:cNvSpPr>
          <p:nvPr/>
        </p:nvSpPr>
        <p:spPr>
          <a:xfrm xmlns:a="http://schemas.openxmlformats.org/drawingml/2006/main">
            <a:off x="6248400" y="1952625"/>
            <a:ext cx="5162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63"/>
              <a:buFont typeface="Arial"/>
              <a:buNone/>
            </a:pPr>
            <a:r>
              <a:rPr sz="863" b="1">
                <a:solidFill>
                  <a:srgbClr val="2F6F57"/>
                </a:solidFill>
              </a:rPr>
              <a:t>T7–T12 · TECHNICAL, PRD &amp; STORY CONTROLS</a:t>
            </a:r>
            <a:endParaRPr/>
          </a:p>
        </p:txBody>
      </p:sp>
      <p:sp>
        <p:nvSpPr>
          <p:cNvPr id="1382" name="Google Shape;1382;p24">
            <a:extLst xmlns:a="http://schemas.openxmlformats.org/drawingml/2006/main">
              <a:ext uri="{FF2B5EF4-FFF2-40B4-BE49-F238E27FC236}">
                <a16:creationId xmlns:a16="http://schemas.microsoft.com/office/drawing/2014/main" id="{E7D392C1-2C9A-42C3-861C-04811A916B72}"/>
              </a:ext>
            </a:extLst>
          </p:cNvPr>
          <p:cNvSpPr>
            <a:spLocks xmlns:a="http://schemas.openxmlformats.org/drawingml/2006/main" noGrp="1"/>
          </p:cNvSpPr>
          <p:nvPr/>
        </p:nvSpPr>
        <p:spPr>
          <a:xfrm xmlns:a="http://schemas.openxmlformats.org/drawingml/2006/main">
            <a:off x="781050" y="223837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83" name="Google Shape;1383;p24">
            <a:extLst xmlns:a="http://schemas.openxmlformats.org/drawingml/2006/main">
              <a:ext uri="{FF2B5EF4-FFF2-40B4-BE49-F238E27FC236}">
                <a16:creationId xmlns:a16="http://schemas.microsoft.com/office/drawing/2014/main" id="{6ED19D0C-E1C4-489E-95D5-8DA093D89EB0}"/>
              </a:ext>
            </a:extLst>
          </p:cNvPr>
          <p:cNvSpPr>
            <a:spLocks xmlns:a="http://schemas.openxmlformats.org/drawingml/2006/main" noGrp="1"/>
          </p:cNvSpPr>
          <p:nvPr/>
        </p:nvSpPr>
        <p:spPr>
          <a:xfrm xmlns:a="http://schemas.openxmlformats.org/drawingml/2006/main">
            <a:off x="876300" y="2333625"/>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84" name="Google Shape;1384;p24">
            <a:extLst xmlns:a="http://schemas.openxmlformats.org/drawingml/2006/main">
              <a:ext uri="{FF2B5EF4-FFF2-40B4-BE49-F238E27FC236}">
                <a16:creationId xmlns:a16="http://schemas.microsoft.com/office/drawing/2014/main" id="{C37D28D1-4116-4A09-8490-7099E1883D64}"/>
              </a:ext>
            </a:extLst>
          </p:cNvPr>
          <p:cNvSpPr>
            <a:spLocks xmlns:a="http://schemas.openxmlformats.org/drawingml/2006/main" noGrp="1"/>
          </p:cNvSpPr>
          <p:nvPr/>
        </p:nvSpPr>
        <p:spPr>
          <a:xfrm xmlns:a="http://schemas.openxmlformats.org/drawingml/2006/main">
            <a:off x="876300" y="238125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35"/>
              <a:buFont typeface="Arial"/>
              <a:buNone/>
            </a:pPr>
            <a:r>
              <a:rPr sz="735" b="1">
                <a:solidFill>
                  <a:srgbClr val="3B6EBF"/>
                </a:solidFill>
              </a:rPr>
              <a:t>T1</a:t>
            </a:r>
            <a:endParaRPr/>
          </a:p>
        </p:txBody>
      </p:sp>
      <p:sp>
        <p:nvSpPr>
          <p:cNvPr id="1385" name="Google Shape;1385;p24">
            <a:extLst xmlns:a="http://schemas.openxmlformats.org/drawingml/2006/main">
              <a:ext uri="{FF2B5EF4-FFF2-40B4-BE49-F238E27FC236}">
                <a16:creationId xmlns:a16="http://schemas.microsoft.com/office/drawing/2014/main" id="{CD2ED338-61A5-4508-9FA9-7FEB75ECDD29}"/>
              </a:ext>
            </a:extLst>
          </p:cNvPr>
          <p:cNvSpPr>
            <a:spLocks xmlns:a="http://schemas.openxmlformats.org/drawingml/2006/main" noGrp="1"/>
          </p:cNvSpPr>
          <p:nvPr/>
        </p:nvSpPr>
        <p:spPr>
          <a:xfrm xmlns:a="http://schemas.openxmlformats.org/drawingml/2006/main">
            <a:off x="1352550" y="228600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Precise mixed requirements</a:t>
            </a:r>
            <a:endParaRPr/>
          </a:p>
        </p:txBody>
      </p:sp>
      <p:sp>
        <p:nvSpPr>
          <p:cNvPr id="1386" name="Google Shape;1386;p24">
            <a:extLst xmlns:a="http://schemas.openxmlformats.org/drawingml/2006/main">
              <a:ext uri="{FF2B5EF4-FFF2-40B4-BE49-F238E27FC236}">
                <a16:creationId xmlns:a16="http://schemas.microsoft.com/office/drawing/2014/main" id="{591FB948-6606-4483-BF9E-37B544C48D1E}"/>
              </a:ext>
            </a:extLst>
          </p:cNvPr>
          <p:cNvSpPr>
            <a:spLocks xmlns:a="http://schemas.openxmlformats.org/drawingml/2006/main" noGrp="1"/>
          </p:cNvSpPr>
          <p:nvPr/>
        </p:nvSpPr>
        <p:spPr>
          <a:xfrm xmlns:a="http://schemas.openxmlformats.org/drawingml/2006/main">
            <a:off x="1352550" y="245745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Complete · 1 FR, 1 NFR, stakeholder, deadline</a:t>
            </a:r>
            <a:endParaRPr/>
          </a:p>
        </p:txBody>
      </p:sp>
      <p:sp>
        <p:nvSpPr>
          <p:cNvPr id="1387" name="Google Shape;1387;p24">
            <a:extLst xmlns:a="http://schemas.openxmlformats.org/drawingml/2006/main">
              <a:ext uri="{FF2B5EF4-FFF2-40B4-BE49-F238E27FC236}">
                <a16:creationId xmlns:a16="http://schemas.microsoft.com/office/drawing/2014/main" id="{F64862B9-A5E8-4DCE-85B8-E40AE3C53FFD}"/>
              </a:ext>
            </a:extLst>
          </p:cNvPr>
          <p:cNvSpPr>
            <a:spLocks xmlns:a="http://schemas.openxmlformats.org/drawingml/2006/main" noGrp="1"/>
          </p:cNvSpPr>
          <p:nvPr/>
        </p:nvSpPr>
        <p:spPr>
          <a:xfrm xmlns:a="http://schemas.openxmlformats.org/drawingml/2006/main">
            <a:off x="3924300" y="229552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388" name="Google Shape;1388;p24">
            <a:extLst xmlns:a="http://schemas.openxmlformats.org/drawingml/2006/main">
              <a:ext uri="{FF2B5EF4-FFF2-40B4-BE49-F238E27FC236}">
                <a16:creationId xmlns:a16="http://schemas.microsoft.com/office/drawing/2014/main" id="{B0BF1749-10E9-4EA1-B658-3278C6306ADC}"/>
              </a:ext>
            </a:extLst>
          </p:cNvPr>
          <p:cNvSpPr>
            <a:spLocks xmlns:a="http://schemas.openxmlformats.org/drawingml/2006/main" noGrp="1"/>
          </p:cNvSpPr>
          <p:nvPr/>
        </p:nvSpPr>
        <p:spPr>
          <a:xfrm xmlns:a="http://schemas.openxmlformats.org/drawingml/2006/main">
            <a:off x="3924300" y="242887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f14cab…0002</a:t>
            </a:r>
            <a:endParaRPr/>
          </a:p>
        </p:txBody>
      </p:sp>
      <p:sp>
        <p:nvSpPr>
          <p:cNvPr id="1389" name="Google Shape;1389;p24">
            <a:extLst xmlns:a="http://schemas.openxmlformats.org/drawingml/2006/main">
              <a:ext uri="{FF2B5EF4-FFF2-40B4-BE49-F238E27FC236}">
                <a16:creationId xmlns:a16="http://schemas.microsoft.com/office/drawing/2014/main" id="{6FE98BE1-628B-4D2F-96FD-152CF491EE77}"/>
              </a:ext>
            </a:extLst>
          </p:cNvPr>
          <p:cNvSpPr>
            <a:spLocks xmlns:a="http://schemas.openxmlformats.org/drawingml/2006/main" noGrp="1"/>
          </p:cNvSpPr>
          <p:nvPr/>
        </p:nvSpPr>
        <p:spPr>
          <a:xfrm xmlns:a="http://schemas.openxmlformats.org/drawingml/2006/main">
            <a:off x="5305425" y="236220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90" name="Google Shape;1390;p24">
            <a:extLst xmlns:a="http://schemas.openxmlformats.org/drawingml/2006/main">
              <a:ext uri="{FF2B5EF4-FFF2-40B4-BE49-F238E27FC236}">
                <a16:creationId xmlns:a16="http://schemas.microsoft.com/office/drawing/2014/main" id="{F0CB9253-39B7-43F5-A884-DFA9E175235E}"/>
              </a:ext>
            </a:extLst>
          </p:cNvPr>
          <p:cNvSpPr>
            <a:spLocks xmlns:a="http://schemas.openxmlformats.org/drawingml/2006/main" noGrp="1"/>
          </p:cNvSpPr>
          <p:nvPr/>
        </p:nvSpPr>
        <p:spPr>
          <a:xfrm xmlns:a="http://schemas.openxmlformats.org/drawingml/2006/main">
            <a:off x="5305425" y="239077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391" name="Google Shape;1391;p24">
            <a:extLst xmlns:a="http://schemas.openxmlformats.org/drawingml/2006/main">
              <a:ext uri="{FF2B5EF4-FFF2-40B4-BE49-F238E27FC236}">
                <a16:creationId xmlns:a16="http://schemas.microsoft.com/office/drawing/2014/main" id="{9781CF80-EF98-409F-B340-68B3340D58F7}"/>
              </a:ext>
            </a:extLst>
          </p:cNvPr>
          <p:cNvSpPr>
            <a:spLocks xmlns:a="http://schemas.openxmlformats.org/drawingml/2006/main" noGrp="1"/>
          </p:cNvSpPr>
          <p:nvPr/>
        </p:nvSpPr>
        <p:spPr>
          <a:xfrm xmlns:a="http://schemas.openxmlformats.org/drawingml/2006/main">
            <a:off x="781050" y="275272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92" name="Google Shape;1392;p24">
            <a:extLst xmlns:a="http://schemas.openxmlformats.org/drawingml/2006/main">
              <a:ext uri="{FF2B5EF4-FFF2-40B4-BE49-F238E27FC236}">
                <a16:creationId xmlns:a16="http://schemas.microsoft.com/office/drawing/2014/main" id="{DAA932F0-ABB2-4FB7-93E1-831C7F5EB1E5}"/>
              </a:ext>
            </a:extLst>
          </p:cNvPr>
          <p:cNvSpPr>
            <a:spLocks xmlns:a="http://schemas.openxmlformats.org/drawingml/2006/main" noGrp="1"/>
          </p:cNvSpPr>
          <p:nvPr/>
        </p:nvSpPr>
        <p:spPr>
          <a:xfrm xmlns:a="http://schemas.openxmlformats.org/drawingml/2006/main">
            <a:off x="876300" y="2847975"/>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93" name="Google Shape;1393;p24">
            <a:extLst xmlns:a="http://schemas.openxmlformats.org/drawingml/2006/main">
              <a:ext uri="{FF2B5EF4-FFF2-40B4-BE49-F238E27FC236}">
                <a16:creationId xmlns:a16="http://schemas.microsoft.com/office/drawing/2014/main" id="{5CA4967F-8F7E-4065-971B-19C89EDEAE44}"/>
              </a:ext>
            </a:extLst>
          </p:cNvPr>
          <p:cNvSpPr>
            <a:spLocks xmlns:a="http://schemas.openxmlformats.org/drawingml/2006/main" noGrp="1"/>
          </p:cNvSpPr>
          <p:nvPr/>
        </p:nvSpPr>
        <p:spPr>
          <a:xfrm xmlns:a="http://schemas.openxmlformats.org/drawingml/2006/main">
            <a:off x="876300" y="289560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35"/>
              <a:buFont typeface="Arial"/>
              <a:buNone/>
            </a:pPr>
            <a:r>
              <a:rPr sz="735" b="1">
                <a:solidFill>
                  <a:srgbClr val="3B6EBF"/>
                </a:solidFill>
              </a:rPr>
              <a:t>T2</a:t>
            </a:r>
            <a:endParaRPr/>
          </a:p>
        </p:txBody>
      </p:sp>
      <p:sp>
        <p:nvSpPr>
          <p:cNvPr id="1394" name="Google Shape;1394;p24">
            <a:extLst xmlns:a="http://schemas.openxmlformats.org/drawingml/2006/main">
              <a:ext uri="{FF2B5EF4-FFF2-40B4-BE49-F238E27FC236}">
                <a16:creationId xmlns:a16="http://schemas.microsoft.com/office/drawing/2014/main" id="{840784F6-F04F-4A98-B21A-59EF63363221}"/>
              </a:ext>
            </a:extLst>
          </p:cNvPr>
          <p:cNvSpPr>
            <a:spLocks xmlns:a="http://schemas.openxmlformats.org/drawingml/2006/main" noGrp="1"/>
          </p:cNvSpPr>
          <p:nvPr/>
        </p:nvSpPr>
        <p:spPr>
          <a:xfrm xmlns:a="http://schemas.openxmlformats.org/drawingml/2006/main">
            <a:off x="1352550" y="280035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Vague comparative request</a:t>
            </a:r>
            <a:endParaRPr/>
          </a:p>
        </p:txBody>
      </p:sp>
      <p:sp>
        <p:nvSpPr>
          <p:cNvPr id="1395" name="Google Shape;1395;p24">
            <a:extLst xmlns:a="http://schemas.openxmlformats.org/drawingml/2006/main">
              <a:ext uri="{FF2B5EF4-FFF2-40B4-BE49-F238E27FC236}">
                <a16:creationId xmlns:a16="http://schemas.microsoft.com/office/drawing/2014/main" id="{C600D84A-9200-4BA6-9A2B-8904DEAF08B7}"/>
              </a:ext>
            </a:extLst>
          </p:cNvPr>
          <p:cNvSpPr>
            <a:spLocks xmlns:a="http://schemas.openxmlformats.org/drawingml/2006/main" noGrp="1"/>
          </p:cNvSpPr>
          <p:nvPr/>
        </p:nvSpPr>
        <p:spPr>
          <a:xfrm xmlns:a="http://schemas.openxmlformats.org/drawingml/2006/main">
            <a:off x="1352550" y="297180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Partial · broad FR + 4 clarification records</a:t>
            </a:r>
            <a:endParaRPr/>
          </a:p>
        </p:txBody>
      </p:sp>
      <p:sp>
        <p:nvSpPr>
          <p:cNvPr id="1396" name="Google Shape;1396;p24">
            <a:extLst xmlns:a="http://schemas.openxmlformats.org/drawingml/2006/main">
              <a:ext uri="{FF2B5EF4-FFF2-40B4-BE49-F238E27FC236}">
                <a16:creationId xmlns:a16="http://schemas.microsoft.com/office/drawing/2014/main" id="{5DE5DF51-8E08-4E71-8DEA-E77BAC87BAC6}"/>
              </a:ext>
            </a:extLst>
          </p:cNvPr>
          <p:cNvSpPr>
            <a:spLocks xmlns:a="http://schemas.openxmlformats.org/drawingml/2006/main" noGrp="1"/>
          </p:cNvSpPr>
          <p:nvPr/>
        </p:nvSpPr>
        <p:spPr>
          <a:xfrm xmlns:a="http://schemas.openxmlformats.org/drawingml/2006/main">
            <a:off x="3924300" y="280987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397" name="Google Shape;1397;p24">
            <a:extLst xmlns:a="http://schemas.openxmlformats.org/drawingml/2006/main">
              <a:ext uri="{FF2B5EF4-FFF2-40B4-BE49-F238E27FC236}">
                <a16:creationId xmlns:a16="http://schemas.microsoft.com/office/drawing/2014/main" id="{43268D2E-44FE-4B14-AF34-62BFCF17328B}"/>
              </a:ext>
            </a:extLst>
          </p:cNvPr>
          <p:cNvSpPr>
            <a:spLocks xmlns:a="http://schemas.openxmlformats.org/drawingml/2006/main" noGrp="1"/>
          </p:cNvSpPr>
          <p:nvPr/>
        </p:nvSpPr>
        <p:spPr>
          <a:xfrm xmlns:a="http://schemas.openxmlformats.org/drawingml/2006/main">
            <a:off x="3924300" y="294322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114917…4b95</a:t>
            </a:r>
            <a:endParaRPr/>
          </a:p>
        </p:txBody>
      </p:sp>
      <p:sp>
        <p:nvSpPr>
          <p:cNvPr id="1398" name="Google Shape;1398;p24">
            <a:extLst xmlns:a="http://schemas.openxmlformats.org/drawingml/2006/main">
              <a:ext uri="{FF2B5EF4-FFF2-40B4-BE49-F238E27FC236}">
                <a16:creationId xmlns:a16="http://schemas.microsoft.com/office/drawing/2014/main" id="{5EE6C187-1BEC-4EAA-ADA1-85A525504AE7}"/>
              </a:ext>
            </a:extLst>
          </p:cNvPr>
          <p:cNvSpPr>
            <a:spLocks xmlns:a="http://schemas.openxmlformats.org/drawingml/2006/main" noGrp="1"/>
          </p:cNvSpPr>
          <p:nvPr/>
        </p:nvSpPr>
        <p:spPr>
          <a:xfrm xmlns:a="http://schemas.openxmlformats.org/drawingml/2006/main">
            <a:off x="5305425" y="287655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99" name="Google Shape;1399;p24">
            <a:extLst xmlns:a="http://schemas.openxmlformats.org/drawingml/2006/main">
              <a:ext uri="{FF2B5EF4-FFF2-40B4-BE49-F238E27FC236}">
                <a16:creationId xmlns:a16="http://schemas.microsoft.com/office/drawing/2014/main" id="{02FB195C-2D1A-4B1F-8F79-7D2B02EFCD71}"/>
              </a:ext>
            </a:extLst>
          </p:cNvPr>
          <p:cNvSpPr>
            <a:spLocks xmlns:a="http://schemas.openxmlformats.org/drawingml/2006/main" noGrp="1"/>
          </p:cNvSpPr>
          <p:nvPr/>
        </p:nvSpPr>
        <p:spPr>
          <a:xfrm xmlns:a="http://schemas.openxmlformats.org/drawingml/2006/main">
            <a:off x="5305425" y="290512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00" name="Google Shape;1400;p24">
            <a:extLst xmlns:a="http://schemas.openxmlformats.org/drawingml/2006/main">
              <a:ext uri="{FF2B5EF4-FFF2-40B4-BE49-F238E27FC236}">
                <a16:creationId xmlns:a16="http://schemas.microsoft.com/office/drawing/2014/main" id="{4C7A1659-8E89-41BC-A914-968145339F23}"/>
              </a:ext>
            </a:extLst>
          </p:cNvPr>
          <p:cNvSpPr>
            <a:spLocks xmlns:a="http://schemas.openxmlformats.org/drawingml/2006/main" noGrp="1"/>
          </p:cNvSpPr>
          <p:nvPr/>
        </p:nvSpPr>
        <p:spPr>
          <a:xfrm xmlns:a="http://schemas.openxmlformats.org/drawingml/2006/main">
            <a:off x="781050" y="326707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01" name="Google Shape;1401;p24">
            <a:extLst xmlns:a="http://schemas.openxmlformats.org/drawingml/2006/main">
              <a:ext uri="{FF2B5EF4-FFF2-40B4-BE49-F238E27FC236}">
                <a16:creationId xmlns:a16="http://schemas.microsoft.com/office/drawing/2014/main" id="{E15242FE-C10D-4DD4-8245-94984BDB936C}"/>
              </a:ext>
            </a:extLst>
          </p:cNvPr>
          <p:cNvSpPr>
            <a:spLocks xmlns:a="http://schemas.openxmlformats.org/drawingml/2006/main" noGrp="1"/>
          </p:cNvSpPr>
          <p:nvPr/>
        </p:nvSpPr>
        <p:spPr>
          <a:xfrm xmlns:a="http://schemas.openxmlformats.org/drawingml/2006/main">
            <a:off x="876300" y="3362325"/>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02" name="Google Shape;1402;p24">
            <a:extLst xmlns:a="http://schemas.openxmlformats.org/drawingml/2006/main">
              <a:ext uri="{FF2B5EF4-FFF2-40B4-BE49-F238E27FC236}">
                <a16:creationId xmlns:a16="http://schemas.microsoft.com/office/drawing/2014/main" id="{678CBF59-C873-4F07-BD80-20F3BD1202E4}"/>
              </a:ext>
            </a:extLst>
          </p:cNvPr>
          <p:cNvSpPr>
            <a:spLocks xmlns:a="http://schemas.openxmlformats.org/drawingml/2006/main" noGrp="1"/>
          </p:cNvSpPr>
          <p:nvPr/>
        </p:nvSpPr>
        <p:spPr>
          <a:xfrm xmlns:a="http://schemas.openxmlformats.org/drawingml/2006/main">
            <a:off x="876300" y="340995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35"/>
              <a:buFont typeface="Arial"/>
              <a:buNone/>
            </a:pPr>
            <a:r>
              <a:rPr sz="735" b="1">
                <a:solidFill>
                  <a:srgbClr val="3B6EBF"/>
                </a:solidFill>
              </a:rPr>
              <a:t>T3</a:t>
            </a:r>
            <a:endParaRPr/>
          </a:p>
        </p:txBody>
      </p:sp>
      <p:sp>
        <p:nvSpPr>
          <p:cNvPr id="1403" name="Google Shape;1403;p24">
            <a:extLst xmlns:a="http://schemas.openxmlformats.org/drawingml/2006/main">
              <a:ext uri="{FF2B5EF4-FFF2-40B4-BE49-F238E27FC236}">
                <a16:creationId xmlns:a16="http://schemas.microsoft.com/office/drawing/2014/main" id="{23A04E23-DFD7-4B88-B5CE-44976A0E9D89}"/>
              </a:ext>
            </a:extLst>
          </p:cNvPr>
          <p:cNvSpPr>
            <a:spLocks xmlns:a="http://schemas.openxmlformats.org/drawingml/2006/main" noGrp="1"/>
          </p:cNvSpPr>
          <p:nvPr/>
        </p:nvSpPr>
        <p:spPr>
          <a:xfrm xmlns:a="http://schemas.openxmlformats.org/drawingml/2006/main">
            <a:off x="1352550" y="331470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Contradictory refresh goals</a:t>
            </a:r>
            <a:endParaRPr/>
          </a:p>
        </p:txBody>
      </p:sp>
      <p:sp>
        <p:nvSpPr>
          <p:cNvPr id="1404" name="Google Shape;1404;p24">
            <a:extLst xmlns:a="http://schemas.openxmlformats.org/drawingml/2006/main">
              <a:ext uri="{FF2B5EF4-FFF2-40B4-BE49-F238E27FC236}">
                <a16:creationId xmlns:a16="http://schemas.microsoft.com/office/drawing/2014/main" id="{E6D2B4BB-A7D7-45DD-94C1-D6B146630577}"/>
              </a:ext>
            </a:extLst>
          </p:cNvPr>
          <p:cNvSpPr>
            <a:spLocks xmlns:a="http://schemas.openxmlformats.org/drawingml/2006/main" noGrp="1"/>
          </p:cNvSpPr>
          <p:nvPr/>
        </p:nvSpPr>
        <p:spPr>
          <a:xfrm xmlns:a="http://schemas.openxmlformats.org/drawingml/2006/main">
            <a:off x="1352550" y="348615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Partial · FR, NFR, contradiction preserved</a:t>
            </a:r>
            <a:endParaRPr/>
          </a:p>
        </p:txBody>
      </p:sp>
      <p:sp>
        <p:nvSpPr>
          <p:cNvPr id="1405" name="Google Shape;1405;p24">
            <a:extLst xmlns:a="http://schemas.openxmlformats.org/drawingml/2006/main">
              <a:ext uri="{FF2B5EF4-FFF2-40B4-BE49-F238E27FC236}">
                <a16:creationId xmlns:a16="http://schemas.microsoft.com/office/drawing/2014/main" id="{FA4091AA-E690-4004-AAB7-A51F35FD48D1}"/>
              </a:ext>
            </a:extLst>
          </p:cNvPr>
          <p:cNvSpPr>
            <a:spLocks xmlns:a="http://schemas.openxmlformats.org/drawingml/2006/main" noGrp="1"/>
          </p:cNvSpPr>
          <p:nvPr/>
        </p:nvSpPr>
        <p:spPr>
          <a:xfrm xmlns:a="http://schemas.openxmlformats.org/drawingml/2006/main">
            <a:off x="3924300" y="332422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06" name="Google Shape;1406;p24">
            <a:extLst xmlns:a="http://schemas.openxmlformats.org/drawingml/2006/main">
              <a:ext uri="{FF2B5EF4-FFF2-40B4-BE49-F238E27FC236}">
                <a16:creationId xmlns:a16="http://schemas.microsoft.com/office/drawing/2014/main" id="{1146E0A5-4B22-41D0-9A38-42124CC5B322}"/>
              </a:ext>
            </a:extLst>
          </p:cNvPr>
          <p:cNvSpPr>
            <a:spLocks xmlns:a="http://schemas.openxmlformats.org/drawingml/2006/main" noGrp="1"/>
          </p:cNvSpPr>
          <p:nvPr/>
        </p:nvSpPr>
        <p:spPr>
          <a:xfrm xmlns:a="http://schemas.openxmlformats.org/drawingml/2006/main">
            <a:off x="3924300" y="345757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1d107c…7d9d</a:t>
            </a:r>
            <a:endParaRPr/>
          </a:p>
        </p:txBody>
      </p:sp>
      <p:sp>
        <p:nvSpPr>
          <p:cNvPr id="1407" name="Google Shape;1407;p24">
            <a:extLst xmlns:a="http://schemas.openxmlformats.org/drawingml/2006/main">
              <a:ext uri="{FF2B5EF4-FFF2-40B4-BE49-F238E27FC236}">
                <a16:creationId xmlns:a16="http://schemas.microsoft.com/office/drawing/2014/main" id="{E614C5E9-2BDF-4A29-BBC8-3B0F21E16D9A}"/>
              </a:ext>
            </a:extLst>
          </p:cNvPr>
          <p:cNvSpPr>
            <a:spLocks xmlns:a="http://schemas.openxmlformats.org/drawingml/2006/main" noGrp="1"/>
          </p:cNvSpPr>
          <p:nvPr/>
        </p:nvSpPr>
        <p:spPr>
          <a:xfrm xmlns:a="http://schemas.openxmlformats.org/drawingml/2006/main">
            <a:off x="5305425" y="339090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08" name="Google Shape;1408;p24">
            <a:extLst xmlns:a="http://schemas.openxmlformats.org/drawingml/2006/main">
              <a:ext uri="{FF2B5EF4-FFF2-40B4-BE49-F238E27FC236}">
                <a16:creationId xmlns:a16="http://schemas.microsoft.com/office/drawing/2014/main" id="{449203DA-6AB4-486B-9FC1-138C78DE8863}"/>
              </a:ext>
            </a:extLst>
          </p:cNvPr>
          <p:cNvSpPr>
            <a:spLocks xmlns:a="http://schemas.openxmlformats.org/drawingml/2006/main" noGrp="1"/>
          </p:cNvSpPr>
          <p:nvPr/>
        </p:nvSpPr>
        <p:spPr>
          <a:xfrm xmlns:a="http://schemas.openxmlformats.org/drawingml/2006/main">
            <a:off x="5305425" y="341947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09" name="Google Shape;1409;p24">
            <a:extLst xmlns:a="http://schemas.openxmlformats.org/drawingml/2006/main">
              <a:ext uri="{FF2B5EF4-FFF2-40B4-BE49-F238E27FC236}">
                <a16:creationId xmlns:a16="http://schemas.microsoft.com/office/drawing/2014/main" id="{CD86BEFB-8D86-4994-8C34-A923CCC62636}"/>
              </a:ext>
            </a:extLst>
          </p:cNvPr>
          <p:cNvSpPr>
            <a:spLocks xmlns:a="http://schemas.openxmlformats.org/drawingml/2006/main" noGrp="1"/>
          </p:cNvSpPr>
          <p:nvPr/>
        </p:nvSpPr>
        <p:spPr>
          <a:xfrm xmlns:a="http://schemas.openxmlformats.org/drawingml/2006/main">
            <a:off x="781050" y="378142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10" name="Google Shape;1410;p24">
            <a:extLst xmlns:a="http://schemas.openxmlformats.org/drawingml/2006/main">
              <a:ext uri="{FF2B5EF4-FFF2-40B4-BE49-F238E27FC236}">
                <a16:creationId xmlns:a16="http://schemas.microsoft.com/office/drawing/2014/main" id="{0FDD54E6-F706-4852-822F-FEAEC1BB67E7}"/>
              </a:ext>
            </a:extLst>
          </p:cNvPr>
          <p:cNvSpPr>
            <a:spLocks xmlns:a="http://schemas.openxmlformats.org/drawingml/2006/main" noGrp="1"/>
          </p:cNvSpPr>
          <p:nvPr/>
        </p:nvSpPr>
        <p:spPr>
          <a:xfrm xmlns:a="http://schemas.openxmlformats.org/drawingml/2006/main">
            <a:off x="876300" y="3876675"/>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11" name="Google Shape;1411;p24">
            <a:extLst xmlns:a="http://schemas.openxmlformats.org/drawingml/2006/main">
              <a:ext uri="{FF2B5EF4-FFF2-40B4-BE49-F238E27FC236}">
                <a16:creationId xmlns:a16="http://schemas.microsoft.com/office/drawing/2014/main" id="{2FFF9EBF-2900-42E1-8AFF-046A1AD11333}"/>
              </a:ext>
            </a:extLst>
          </p:cNvPr>
          <p:cNvSpPr>
            <a:spLocks xmlns:a="http://schemas.openxmlformats.org/drawingml/2006/main" noGrp="1"/>
          </p:cNvSpPr>
          <p:nvPr/>
        </p:nvSpPr>
        <p:spPr>
          <a:xfrm xmlns:a="http://schemas.openxmlformats.org/drawingml/2006/main">
            <a:off x="876300" y="392430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35"/>
              <a:buFont typeface="Arial"/>
              <a:buNone/>
            </a:pPr>
            <a:r>
              <a:rPr sz="735" b="1">
                <a:solidFill>
                  <a:srgbClr val="3B6EBF"/>
                </a:solidFill>
              </a:rPr>
              <a:t>T4</a:t>
            </a:r>
            <a:endParaRPr/>
          </a:p>
        </p:txBody>
      </p:sp>
      <p:sp>
        <p:nvSpPr>
          <p:cNvPr id="1412" name="Google Shape;1412;p24">
            <a:extLst xmlns:a="http://schemas.openxmlformats.org/drawingml/2006/main">
              <a:ext uri="{FF2B5EF4-FFF2-40B4-BE49-F238E27FC236}">
                <a16:creationId xmlns:a16="http://schemas.microsoft.com/office/drawing/2014/main" id="{90E68322-BE68-4C74-9BD7-353599A59E01}"/>
              </a:ext>
            </a:extLst>
          </p:cNvPr>
          <p:cNvSpPr>
            <a:spLocks xmlns:a="http://schemas.openxmlformats.org/drawingml/2006/main" noGrp="1"/>
          </p:cNvSpPr>
          <p:nvPr/>
        </p:nvSpPr>
        <p:spPr>
          <a:xfrm xmlns:a="http://schemas.openxmlformats.org/drawingml/2006/main">
            <a:off x="1352550" y="382905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Export acceptance criteria</a:t>
            </a:r>
            <a:endParaRPr/>
          </a:p>
        </p:txBody>
      </p:sp>
      <p:sp>
        <p:nvSpPr>
          <p:cNvPr id="1413" name="Google Shape;1413;p24">
            <a:extLst xmlns:a="http://schemas.openxmlformats.org/drawingml/2006/main">
              <a:ext uri="{FF2B5EF4-FFF2-40B4-BE49-F238E27FC236}">
                <a16:creationId xmlns:a16="http://schemas.microsoft.com/office/drawing/2014/main" id="{C0DB72DE-5AA6-44FC-AA29-6036F6EF199E}"/>
              </a:ext>
            </a:extLst>
          </p:cNvPr>
          <p:cNvSpPr>
            <a:spLocks xmlns:a="http://schemas.openxmlformats.org/drawingml/2006/main" noGrp="1"/>
          </p:cNvSpPr>
          <p:nvPr/>
        </p:nvSpPr>
        <p:spPr>
          <a:xfrm xmlns:a="http://schemas.openxmlformats.org/drawingml/2006/main">
            <a:off x="1352550" y="400050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Complete · 1 FR + 2 testable criteria</a:t>
            </a:r>
            <a:endParaRPr/>
          </a:p>
        </p:txBody>
      </p:sp>
      <p:sp>
        <p:nvSpPr>
          <p:cNvPr id="1414" name="Google Shape;1414;p24">
            <a:extLst xmlns:a="http://schemas.openxmlformats.org/drawingml/2006/main">
              <a:ext uri="{FF2B5EF4-FFF2-40B4-BE49-F238E27FC236}">
                <a16:creationId xmlns:a16="http://schemas.microsoft.com/office/drawing/2014/main" id="{D54492B1-955F-4AC8-8CFD-9DD4F9636188}"/>
              </a:ext>
            </a:extLst>
          </p:cNvPr>
          <p:cNvSpPr>
            <a:spLocks xmlns:a="http://schemas.openxmlformats.org/drawingml/2006/main" noGrp="1"/>
          </p:cNvSpPr>
          <p:nvPr/>
        </p:nvSpPr>
        <p:spPr>
          <a:xfrm xmlns:a="http://schemas.openxmlformats.org/drawingml/2006/main">
            <a:off x="3924300" y="383857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15" name="Google Shape;1415;p24">
            <a:extLst xmlns:a="http://schemas.openxmlformats.org/drawingml/2006/main">
              <a:ext uri="{FF2B5EF4-FFF2-40B4-BE49-F238E27FC236}">
                <a16:creationId xmlns:a16="http://schemas.microsoft.com/office/drawing/2014/main" id="{34166C91-B525-4DA0-96AA-D9633C22C2B9}"/>
              </a:ext>
            </a:extLst>
          </p:cNvPr>
          <p:cNvSpPr>
            <a:spLocks xmlns:a="http://schemas.openxmlformats.org/drawingml/2006/main" noGrp="1"/>
          </p:cNvSpPr>
          <p:nvPr/>
        </p:nvSpPr>
        <p:spPr>
          <a:xfrm xmlns:a="http://schemas.openxmlformats.org/drawingml/2006/main">
            <a:off x="3924300" y="397192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119cf3…0901</a:t>
            </a:r>
            <a:endParaRPr/>
          </a:p>
        </p:txBody>
      </p:sp>
      <p:sp>
        <p:nvSpPr>
          <p:cNvPr id="1416" name="Google Shape;1416;p24">
            <a:extLst xmlns:a="http://schemas.openxmlformats.org/drawingml/2006/main">
              <a:ext uri="{FF2B5EF4-FFF2-40B4-BE49-F238E27FC236}">
                <a16:creationId xmlns:a16="http://schemas.microsoft.com/office/drawing/2014/main" id="{A1B57D03-3355-41B6-B445-073402AC044E}"/>
              </a:ext>
            </a:extLst>
          </p:cNvPr>
          <p:cNvSpPr>
            <a:spLocks xmlns:a="http://schemas.openxmlformats.org/drawingml/2006/main" noGrp="1"/>
          </p:cNvSpPr>
          <p:nvPr/>
        </p:nvSpPr>
        <p:spPr>
          <a:xfrm xmlns:a="http://schemas.openxmlformats.org/drawingml/2006/main">
            <a:off x="5305425" y="390525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17" name="Google Shape;1417;p24">
            <a:extLst xmlns:a="http://schemas.openxmlformats.org/drawingml/2006/main">
              <a:ext uri="{FF2B5EF4-FFF2-40B4-BE49-F238E27FC236}">
                <a16:creationId xmlns:a16="http://schemas.microsoft.com/office/drawing/2014/main" id="{C8086BA1-36B4-47A6-BB8B-71A1FE3541AA}"/>
              </a:ext>
            </a:extLst>
          </p:cNvPr>
          <p:cNvSpPr>
            <a:spLocks xmlns:a="http://schemas.openxmlformats.org/drawingml/2006/main" noGrp="1"/>
          </p:cNvSpPr>
          <p:nvPr/>
        </p:nvSpPr>
        <p:spPr>
          <a:xfrm xmlns:a="http://schemas.openxmlformats.org/drawingml/2006/main">
            <a:off x="5305425" y="393382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18" name="Google Shape;1418;p24">
            <a:extLst xmlns:a="http://schemas.openxmlformats.org/drawingml/2006/main">
              <a:ext uri="{FF2B5EF4-FFF2-40B4-BE49-F238E27FC236}">
                <a16:creationId xmlns:a16="http://schemas.microsoft.com/office/drawing/2014/main" id="{B7F9A4B3-3BC3-4C52-920F-212ABE8F36EB}"/>
              </a:ext>
            </a:extLst>
          </p:cNvPr>
          <p:cNvSpPr>
            <a:spLocks xmlns:a="http://schemas.openxmlformats.org/drawingml/2006/main" noGrp="1"/>
          </p:cNvSpPr>
          <p:nvPr/>
        </p:nvSpPr>
        <p:spPr>
          <a:xfrm xmlns:a="http://schemas.openxmlformats.org/drawingml/2006/main">
            <a:off x="781050" y="429577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19" name="Google Shape;1419;p24">
            <a:extLst xmlns:a="http://schemas.openxmlformats.org/drawingml/2006/main">
              <a:ext uri="{FF2B5EF4-FFF2-40B4-BE49-F238E27FC236}">
                <a16:creationId xmlns:a16="http://schemas.microsoft.com/office/drawing/2014/main" id="{171E563E-BE64-4F8F-ADF2-54E8F444F638}"/>
              </a:ext>
            </a:extLst>
          </p:cNvPr>
          <p:cNvSpPr>
            <a:spLocks xmlns:a="http://schemas.openxmlformats.org/drawingml/2006/main" noGrp="1"/>
          </p:cNvSpPr>
          <p:nvPr/>
        </p:nvSpPr>
        <p:spPr>
          <a:xfrm xmlns:a="http://schemas.openxmlformats.org/drawingml/2006/main">
            <a:off x="876300" y="4391025"/>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20" name="Google Shape;1420;p24">
            <a:extLst xmlns:a="http://schemas.openxmlformats.org/drawingml/2006/main">
              <a:ext uri="{FF2B5EF4-FFF2-40B4-BE49-F238E27FC236}">
                <a16:creationId xmlns:a16="http://schemas.microsoft.com/office/drawing/2014/main" id="{67D95F8E-50B7-4CE2-85A8-925B1CE19414}"/>
              </a:ext>
            </a:extLst>
          </p:cNvPr>
          <p:cNvSpPr>
            <a:spLocks xmlns:a="http://schemas.openxmlformats.org/drawingml/2006/main" noGrp="1"/>
          </p:cNvSpPr>
          <p:nvPr/>
        </p:nvSpPr>
        <p:spPr>
          <a:xfrm xmlns:a="http://schemas.openxmlformats.org/drawingml/2006/main">
            <a:off x="876300" y="443865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35"/>
              <a:buFont typeface="Arial"/>
              <a:buNone/>
            </a:pPr>
            <a:r>
              <a:rPr sz="735" b="1">
                <a:solidFill>
                  <a:srgbClr val="3B6EBF"/>
                </a:solidFill>
              </a:rPr>
              <a:t>T5</a:t>
            </a:r>
            <a:endParaRPr/>
          </a:p>
        </p:txBody>
      </p:sp>
      <p:sp>
        <p:nvSpPr>
          <p:cNvPr id="1421" name="Google Shape;1421;p24">
            <a:extLst xmlns:a="http://schemas.openxmlformats.org/drawingml/2006/main">
              <a:ext uri="{FF2B5EF4-FFF2-40B4-BE49-F238E27FC236}">
                <a16:creationId xmlns:a16="http://schemas.microsoft.com/office/drawing/2014/main" id="{29EF3B16-EA50-4854-AB2E-1EEDB5BB7F69}"/>
              </a:ext>
            </a:extLst>
          </p:cNvPr>
          <p:cNvSpPr>
            <a:spLocks xmlns:a="http://schemas.openxmlformats.org/drawingml/2006/main" noGrp="1"/>
          </p:cNvSpPr>
          <p:nvPr/>
        </p:nvSpPr>
        <p:spPr>
          <a:xfrm xmlns:a="http://schemas.openxmlformats.org/drawingml/2006/main">
            <a:off x="1352550" y="434340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Fragmentary uncertain notes</a:t>
            </a:r>
            <a:endParaRPr/>
          </a:p>
        </p:txBody>
      </p:sp>
      <p:sp>
        <p:nvSpPr>
          <p:cNvPr id="1422" name="Google Shape;1422;p24">
            <a:extLst xmlns:a="http://schemas.openxmlformats.org/drawingml/2006/main">
              <a:ext uri="{FF2B5EF4-FFF2-40B4-BE49-F238E27FC236}">
                <a16:creationId xmlns:a16="http://schemas.microsoft.com/office/drawing/2014/main" id="{E5FB8356-6FAF-4EA7-A150-A77509C91C5B}"/>
              </a:ext>
            </a:extLst>
          </p:cNvPr>
          <p:cNvSpPr>
            <a:spLocks xmlns:a="http://schemas.openxmlformats.org/drawingml/2006/main" noGrp="1"/>
          </p:cNvSpPr>
          <p:nvPr/>
        </p:nvSpPr>
        <p:spPr>
          <a:xfrm xmlns:a="http://schemas.openxmlformats.org/drawingml/2006/main">
            <a:off x="1352550" y="451485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Partial · no invention + 3 clarifications</a:t>
            </a:r>
            <a:endParaRPr/>
          </a:p>
        </p:txBody>
      </p:sp>
      <p:sp>
        <p:nvSpPr>
          <p:cNvPr id="1423" name="Google Shape;1423;p24">
            <a:extLst xmlns:a="http://schemas.openxmlformats.org/drawingml/2006/main">
              <a:ext uri="{FF2B5EF4-FFF2-40B4-BE49-F238E27FC236}">
                <a16:creationId xmlns:a16="http://schemas.microsoft.com/office/drawing/2014/main" id="{96E36091-0603-4E7D-8E06-2053DBE753FD}"/>
              </a:ext>
            </a:extLst>
          </p:cNvPr>
          <p:cNvSpPr>
            <a:spLocks xmlns:a="http://schemas.openxmlformats.org/drawingml/2006/main" noGrp="1"/>
          </p:cNvSpPr>
          <p:nvPr/>
        </p:nvSpPr>
        <p:spPr>
          <a:xfrm xmlns:a="http://schemas.openxmlformats.org/drawingml/2006/main">
            <a:off x="3924300" y="435292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24" name="Google Shape;1424;p24">
            <a:extLst xmlns:a="http://schemas.openxmlformats.org/drawingml/2006/main">
              <a:ext uri="{FF2B5EF4-FFF2-40B4-BE49-F238E27FC236}">
                <a16:creationId xmlns:a16="http://schemas.microsoft.com/office/drawing/2014/main" id="{4EEC589B-0310-4669-AFF2-57913ADB12CE}"/>
              </a:ext>
            </a:extLst>
          </p:cNvPr>
          <p:cNvSpPr>
            <a:spLocks xmlns:a="http://schemas.openxmlformats.org/drawingml/2006/main" noGrp="1"/>
          </p:cNvSpPr>
          <p:nvPr/>
        </p:nvSpPr>
        <p:spPr>
          <a:xfrm xmlns:a="http://schemas.openxmlformats.org/drawingml/2006/main">
            <a:off x="3924300" y="448627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e6fd72…38e1</a:t>
            </a:r>
            <a:endParaRPr/>
          </a:p>
        </p:txBody>
      </p:sp>
      <p:sp>
        <p:nvSpPr>
          <p:cNvPr id="1425" name="Google Shape;1425;p24">
            <a:extLst xmlns:a="http://schemas.openxmlformats.org/drawingml/2006/main">
              <a:ext uri="{FF2B5EF4-FFF2-40B4-BE49-F238E27FC236}">
                <a16:creationId xmlns:a16="http://schemas.microsoft.com/office/drawing/2014/main" id="{379BD4CD-50B5-4162-B50C-FEBCC123F277}"/>
              </a:ext>
            </a:extLst>
          </p:cNvPr>
          <p:cNvSpPr>
            <a:spLocks xmlns:a="http://schemas.openxmlformats.org/drawingml/2006/main" noGrp="1"/>
          </p:cNvSpPr>
          <p:nvPr/>
        </p:nvSpPr>
        <p:spPr>
          <a:xfrm xmlns:a="http://schemas.openxmlformats.org/drawingml/2006/main">
            <a:off x="5305425" y="441960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26" name="Google Shape;1426;p24">
            <a:extLst xmlns:a="http://schemas.openxmlformats.org/drawingml/2006/main">
              <a:ext uri="{FF2B5EF4-FFF2-40B4-BE49-F238E27FC236}">
                <a16:creationId xmlns:a16="http://schemas.microsoft.com/office/drawing/2014/main" id="{AFEFBAB6-8D60-42E1-9ADE-29D2EE5907B0}"/>
              </a:ext>
            </a:extLst>
          </p:cNvPr>
          <p:cNvSpPr>
            <a:spLocks xmlns:a="http://schemas.openxmlformats.org/drawingml/2006/main" noGrp="1"/>
          </p:cNvSpPr>
          <p:nvPr/>
        </p:nvSpPr>
        <p:spPr>
          <a:xfrm xmlns:a="http://schemas.openxmlformats.org/drawingml/2006/main">
            <a:off x="5305425" y="444817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27" name="Google Shape;1427;p24">
            <a:extLst xmlns:a="http://schemas.openxmlformats.org/drawingml/2006/main">
              <a:ext uri="{FF2B5EF4-FFF2-40B4-BE49-F238E27FC236}">
                <a16:creationId xmlns:a16="http://schemas.microsoft.com/office/drawing/2014/main" id="{A279EC00-2EB9-4D31-8F51-A9D14DE4E13E}"/>
              </a:ext>
            </a:extLst>
          </p:cNvPr>
          <p:cNvSpPr>
            <a:spLocks xmlns:a="http://schemas.openxmlformats.org/drawingml/2006/main" noGrp="1"/>
          </p:cNvSpPr>
          <p:nvPr/>
        </p:nvSpPr>
        <p:spPr>
          <a:xfrm xmlns:a="http://schemas.openxmlformats.org/drawingml/2006/main">
            <a:off x="781050" y="481012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28" name="Google Shape;1428;p24">
            <a:extLst xmlns:a="http://schemas.openxmlformats.org/drawingml/2006/main">
              <a:ext uri="{FF2B5EF4-FFF2-40B4-BE49-F238E27FC236}">
                <a16:creationId xmlns:a16="http://schemas.microsoft.com/office/drawing/2014/main" id="{B5AFC05F-6596-4E0D-9969-65D1F8980C0C}"/>
              </a:ext>
            </a:extLst>
          </p:cNvPr>
          <p:cNvSpPr>
            <a:spLocks xmlns:a="http://schemas.openxmlformats.org/drawingml/2006/main" noGrp="1"/>
          </p:cNvSpPr>
          <p:nvPr/>
        </p:nvSpPr>
        <p:spPr>
          <a:xfrm xmlns:a="http://schemas.openxmlformats.org/drawingml/2006/main">
            <a:off x="876300" y="4905375"/>
            <a:ext cx="361950" cy="285750"/>
          </a:xfrm>
          <a:prstGeom xmlns:a="http://schemas.openxmlformats.org/drawingml/2006/main" prst="roundRect">
            <a:avLst>
              <a:gd name="adj" fmla="val 26667"/>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29" name="Google Shape;1429;p24">
            <a:extLst xmlns:a="http://schemas.openxmlformats.org/drawingml/2006/main">
              <a:ext uri="{FF2B5EF4-FFF2-40B4-BE49-F238E27FC236}">
                <a16:creationId xmlns:a16="http://schemas.microsoft.com/office/drawing/2014/main" id="{9E67DD81-CEA0-46F6-8CC0-73FF8E3A61A2}"/>
              </a:ext>
            </a:extLst>
          </p:cNvPr>
          <p:cNvSpPr>
            <a:spLocks xmlns:a="http://schemas.openxmlformats.org/drawingml/2006/main" noGrp="1"/>
          </p:cNvSpPr>
          <p:nvPr/>
        </p:nvSpPr>
        <p:spPr>
          <a:xfrm xmlns:a="http://schemas.openxmlformats.org/drawingml/2006/main">
            <a:off x="876300" y="495300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35"/>
              <a:buFont typeface="Arial"/>
              <a:buNone/>
            </a:pPr>
            <a:r>
              <a:rPr sz="735" b="1">
                <a:solidFill>
                  <a:srgbClr val="3B6EBF"/>
                </a:solidFill>
              </a:rPr>
              <a:t>T6</a:t>
            </a:r>
            <a:endParaRPr/>
          </a:p>
        </p:txBody>
      </p:sp>
      <p:sp>
        <p:nvSpPr>
          <p:cNvPr id="1430" name="Google Shape;1430;p24">
            <a:extLst xmlns:a="http://schemas.openxmlformats.org/drawingml/2006/main">
              <a:ext uri="{FF2B5EF4-FFF2-40B4-BE49-F238E27FC236}">
                <a16:creationId xmlns:a16="http://schemas.microsoft.com/office/drawing/2014/main" id="{0F5CD489-D6F9-4EDD-B547-3A1BE29B2171}"/>
              </a:ext>
            </a:extLst>
          </p:cNvPr>
          <p:cNvSpPr>
            <a:spLocks xmlns:a="http://schemas.openxmlformats.org/drawingml/2006/main" noGrp="1"/>
          </p:cNvSpPr>
          <p:nvPr/>
        </p:nvSpPr>
        <p:spPr>
          <a:xfrm xmlns:a="http://schemas.openxmlformats.org/drawingml/2006/main">
            <a:off x="1352550" y="485775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Conflicting technical direction</a:t>
            </a:r>
            <a:endParaRPr/>
          </a:p>
        </p:txBody>
      </p:sp>
      <p:sp>
        <p:nvSpPr>
          <p:cNvPr id="1431" name="Google Shape;1431;p24">
            <a:extLst xmlns:a="http://schemas.openxmlformats.org/drawingml/2006/main">
              <a:ext uri="{FF2B5EF4-FFF2-40B4-BE49-F238E27FC236}">
                <a16:creationId xmlns:a16="http://schemas.microsoft.com/office/drawing/2014/main" id="{3455C9F5-11D8-49D0-95F0-8DEBF034085F}"/>
              </a:ext>
            </a:extLst>
          </p:cNvPr>
          <p:cNvSpPr>
            <a:spLocks xmlns:a="http://schemas.openxmlformats.org/drawingml/2006/main" noGrp="1"/>
          </p:cNvSpPr>
          <p:nvPr/>
        </p:nvSpPr>
        <p:spPr>
          <a:xfrm xmlns:a="http://schemas.openxmlformats.org/drawingml/2006/main">
            <a:off x="1352550" y="502920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Partial · 2 constraints, deadline, contradiction</a:t>
            </a:r>
            <a:endParaRPr/>
          </a:p>
        </p:txBody>
      </p:sp>
      <p:sp>
        <p:nvSpPr>
          <p:cNvPr id="1432" name="Google Shape;1432;p24">
            <a:extLst xmlns:a="http://schemas.openxmlformats.org/drawingml/2006/main">
              <a:ext uri="{FF2B5EF4-FFF2-40B4-BE49-F238E27FC236}">
                <a16:creationId xmlns:a16="http://schemas.microsoft.com/office/drawing/2014/main" id="{9BCF7ECD-BFD0-4255-92F7-38F01F03D37C}"/>
              </a:ext>
            </a:extLst>
          </p:cNvPr>
          <p:cNvSpPr>
            <a:spLocks xmlns:a="http://schemas.openxmlformats.org/drawingml/2006/main" noGrp="1"/>
          </p:cNvSpPr>
          <p:nvPr/>
        </p:nvSpPr>
        <p:spPr>
          <a:xfrm xmlns:a="http://schemas.openxmlformats.org/drawingml/2006/main">
            <a:off x="3924300" y="486727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33" name="Google Shape;1433;p24">
            <a:extLst xmlns:a="http://schemas.openxmlformats.org/drawingml/2006/main">
              <a:ext uri="{FF2B5EF4-FFF2-40B4-BE49-F238E27FC236}">
                <a16:creationId xmlns:a16="http://schemas.microsoft.com/office/drawing/2014/main" id="{EB1FFB50-1899-4FE4-B90D-917E33E0CDBB}"/>
              </a:ext>
            </a:extLst>
          </p:cNvPr>
          <p:cNvSpPr>
            <a:spLocks xmlns:a="http://schemas.openxmlformats.org/drawingml/2006/main" noGrp="1"/>
          </p:cNvSpPr>
          <p:nvPr/>
        </p:nvSpPr>
        <p:spPr>
          <a:xfrm xmlns:a="http://schemas.openxmlformats.org/drawingml/2006/main">
            <a:off x="3924300" y="500062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4df943…f4d7</a:t>
            </a:r>
            <a:endParaRPr/>
          </a:p>
        </p:txBody>
      </p:sp>
      <p:sp>
        <p:nvSpPr>
          <p:cNvPr id="1434" name="Google Shape;1434;p24">
            <a:extLst xmlns:a="http://schemas.openxmlformats.org/drawingml/2006/main">
              <a:ext uri="{FF2B5EF4-FFF2-40B4-BE49-F238E27FC236}">
                <a16:creationId xmlns:a16="http://schemas.microsoft.com/office/drawing/2014/main" id="{E583E864-20CF-4CF3-8E45-CD1DA1AA7A9F}"/>
              </a:ext>
            </a:extLst>
          </p:cNvPr>
          <p:cNvSpPr>
            <a:spLocks xmlns:a="http://schemas.openxmlformats.org/drawingml/2006/main" noGrp="1"/>
          </p:cNvSpPr>
          <p:nvPr/>
        </p:nvSpPr>
        <p:spPr>
          <a:xfrm xmlns:a="http://schemas.openxmlformats.org/drawingml/2006/main">
            <a:off x="5305425" y="493395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35" name="Google Shape;1435;p24">
            <a:extLst xmlns:a="http://schemas.openxmlformats.org/drawingml/2006/main">
              <a:ext uri="{FF2B5EF4-FFF2-40B4-BE49-F238E27FC236}">
                <a16:creationId xmlns:a16="http://schemas.microsoft.com/office/drawing/2014/main" id="{429E0CC0-E614-48FE-9FC5-317960D244CC}"/>
              </a:ext>
            </a:extLst>
          </p:cNvPr>
          <p:cNvSpPr>
            <a:spLocks xmlns:a="http://schemas.openxmlformats.org/drawingml/2006/main" noGrp="1"/>
          </p:cNvSpPr>
          <p:nvPr/>
        </p:nvSpPr>
        <p:spPr>
          <a:xfrm xmlns:a="http://schemas.openxmlformats.org/drawingml/2006/main">
            <a:off x="5305425" y="496252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36" name="Google Shape;1436;p24">
            <a:extLst xmlns:a="http://schemas.openxmlformats.org/drawingml/2006/main">
              <a:ext uri="{FF2B5EF4-FFF2-40B4-BE49-F238E27FC236}">
                <a16:creationId xmlns:a16="http://schemas.microsoft.com/office/drawing/2014/main" id="{F7E34195-1881-47F6-AD49-D9D61490C604}"/>
              </a:ext>
            </a:extLst>
          </p:cNvPr>
          <p:cNvSpPr>
            <a:spLocks xmlns:a="http://schemas.openxmlformats.org/drawingml/2006/main" noGrp="1"/>
          </p:cNvSpPr>
          <p:nvPr/>
        </p:nvSpPr>
        <p:spPr>
          <a:xfrm xmlns:a="http://schemas.openxmlformats.org/drawingml/2006/main">
            <a:off x="6248400" y="223837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37" name="Google Shape;1437;p24">
            <a:extLst xmlns:a="http://schemas.openxmlformats.org/drawingml/2006/main">
              <a:ext uri="{FF2B5EF4-FFF2-40B4-BE49-F238E27FC236}">
                <a16:creationId xmlns:a16="http://schemas.microsoft.com/office/drawing/2014/main" id="{F843697F-5465-4EA0-8364-2636590A5244}"/>
              </a:ext>
            </a:extLst>
          </p:cNvPr>
          <p:cNvSpPr>
            <a:spLocks xmlns:a="http://schemas.openxmlformats.org/drawingml/2006/main" noGrp="1"/>
          </p:cNvSpPr>
          <p:nvPr/>
        </p:nvSpPr>
        <p:spPr>
          <a:xfrm xmlns:a="http://schemas.openxmlformats.org/drawingml/2006/main">
            <a:off x="6343650" y="2333625"/>
            <a:ext cx="361950" cy="285750"/>
          </a:xfrm>
          <a:prstGeom xmlns:a="http://schemas.openxmlformats.org/drawingml/2006/main" prst="roundRect">
            <a:avLst>
              <a:gd name="adj" fmla="val 2666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38" name="Google Shape;1438;p24">
            <a:extLst xmlns:a="http://schemas.openxmlformats.org/drawingml/2006/main">
              <a:ext uri="{FF2B5EF4-FFF2-40B4-BE49-F238E27FC236}">
                <a16:creationId xmlns:a16="http://schemas.microsoft.com/office/drawing/2014/main" id="{BE2B00A6-F5FE-4BDA-995C-F34EDE60BF73}"/>
              </a:ext>
            </a:extLst>
          </p:cNvPr>
          <p:cNvSpPr>
            <a:spLocks xmlns:a="http://schemas.openxmlformats.org/drawingml/2006/main" noGrp="1"/>
          </p:cNvSpPr>
          <p:nvPr/>
        </p:nvSpPr>
        <p:spPr>
          <a:xfrm xmlns:a="http://schemas.openxmlformats.org/drawingml/2006/main">
            <a:off x="6343650" y="238125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35"/>
              <a:buFont typeface="Arial"/>
              <a:buNone/>
            </a:pPr>
            <a:r>
              <a:rPr sz="735" b="1">
                <a:solidFill>
                  <a:srgbClr val="2F6F57"/>
                </a:solidFill>
              </a:rPr>
              <a:t>T7</a:t>
            </a:r>
            <a:endParaRPr/>
          </a:p>
        </p:txBody>
      </p:sp>
      <p:sp>
        <p:nvSpPr>
          <p:cNvPr id="1439" name="Google Shape;1439;p24">
            <a:extLst xmlns:a="http://schemas.openxmlformats.org/drawingml/2006/main">
              <a:ext uri="{FF2B5EF4-FFF2-40B4-BE49-F238E27FC236}">
                <a16:creationId xmlns:a16="http://schemas.microsoft.com/office/drawing/2014/main" id="{083ECA06-A16A-4CA3-8E79-D755BCE58163}"/>
              </a:ext>
            </a:extLst>
          </p:cNvPr>
          <p:cNvSpPr>
            <a:spLocks xmlns:a="http://schemas.openxmlformats.org/drawingml/2006/main" noGrp="1"/>
          </p:cNvSpPr>
          <p:nvPr/>
        </p:nvSpPr>
        <p:spPr>
          <a:xfrm xmlns:a="http://schemas.openxmlformats.org/drawingml/2006/main">
            <a:off x="6819900" y="228600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Exact technical metrics</a:t>
            </a:r>
            <a:endParaRPr/>
          </a:p>
        </p:txBody>
      </p:sp>
      <p:sp>
        <p:nvSpPr>
          <p:cNvPr id="1440" name="Google Shape;1440;p24">
            <a:extLst xmlns:a="http://schemas.openxmlformats.org/drawingml/2006/main">
              <a:ext uri="{FF2B5EF4-FFF2-40B4-BE49-F238E27FC236}">
                <a16:creationId xmlns:a16="http://schemas.microsoft.com/office/drawing/2014/main" id="{082A855E-08BC-4904-9ADC-737DF58E9CE4}"/>
              </a:ext>
            </a:extLst>
          </p:cNvPr>
          <p:cNvSpPr>
            <a:spLocks xmlns:a="http://schemas.openxmlformats.org/drawingml/2006/main" noGrp="1"/>
          </p:cNvSpPr>
          <p:nvPr/>
        </p:nvSpPr>
        <p:spPr>
          <a:xfrm xmlns:a="http://schemas.openxmlformats.org/drawingml/2006/main">
            <a:off x="6819900" y="245745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Complete · 3 exact-value NFRs preserved</a:t>
            </a:r>
            <a:endParaRPr/>
          </a:p>
        </p:txBody>
      </p:sp>
      <p:sp>
        <p:nvSpPr>
          <p:cNvPr id="1441" name="Google Shape;1441;p24">
            <a:extLst xmlns:a="http://schemas.openxmlformats.org/drawingml/2006/main">
              <a:ext uri="{FF2B5EF4-FFF2-40B4-BE49-F238E27FC236}">
                <a16:creationId xmlns:a16="http://schemas.microsoft.com/office/drawing/2014/main" id="{85B93138-FABD-40E6-86C5-C6D81549D68F}"/>
              </a:ext>
            </a:extLst>
          </p:cNvPr>
          <p:cNvSpPr>
            <a:spLocks xmlns:a="http://schemas.openxmlformats.org/drawingml/2006/main" noGrp="1"/>
          </p:cNvSpPr>
          <p:nvPr/>
        </p:nvSpPr>
        <p:spPr>
          <a:xfrm xmlns:a="http://schemas.openxmlformats.org/drawingml/2006/main">
            <a:off x="9391650" y="229552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42" name="Google Shape;1442;p24">
            <a:extLst xmlns:a="http://schemas.openxmlformats.org/drawingml/2006/main">
              <a:ext uri="{FF2B5EF4-FFF2-40B4-BE49-F238E27FC236}">
                <a16:creationId xmlns:a16="http://schemas.microsoft.com/office/drawing/2014/main" id="{CD4FD5C0-EAD5-4E63-B386-9B38935F9584}"/>
              </a:ext>
            </a:extLst>
          </p:cNvPr>
          <p:cNvSpPr>
            <a:spLocks xmlns:a="http://schemas.openxmlformats.org/drawingml/2006/main" noGrp="1"/>
          </p:cNvSpPr>
          <p:nvPr/>
        </p:nvSpPr>
        <p:spPr>
          <a:xfrm xmlns:a="http://schemas.openxmlformats.org/drawingml/2006/main">
            <a:off x="9391650" y="242887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f1f4b6…f56f</a:t>
            </a:r>
            <a:endParaRPr/>
          </a:p>
        </p:txBody>
      </p:sp>
      <p:sp>
        <p:nvSpPr>
          <p:cNvPr id="1443" name="Google Shape;1443;p24">
            <a:extLst xmlns:a="http://schemas.openxmlformats.org/drawingml/2006/main">
              <a:ext uri="{FF2B5EF4-FFF2-40B4-BE49-F238E27FC236}">
                <a16:creationId xmlns:a16="http://schemas.microsoft.com/office/drawing/2014/main" id="{A0C1FE48-ABB9-49F8-8F7D-25E46116A0FD}"/>
              </a:ext>
            </a:extLst>
          </p:cNvPr>
          <p:cNvSpPr>
            <a:spLocks xmlns:a="http://schemas.openxmlformats.org/drawingml/2006/main" noGrp="1"/>
          </p:cNvSpPr>
          <p:nvPr/>
        </p:nvSpPr>
        <p:spPr>
          <a:xfrm xmlns:a="http://schemas.openxmlformats.org/drawingml/2006/main">
            <a:off x="10772775" y="236220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4" name="Google Shape;1444;p24">
            <a:extLst xmlns:a="http://schemas.openxmlformats.org/drawingml/2006/main">
              <a:ext uri="{FF2B5EF4-FFF2-40B4-BE49-F238E27FC236}">
                <a16:creationId xmlns:a16="http://schemas.microsoft.com/office/drawing/2014/main" id="{320946AC-E9C2-42DB-BB2C-625392A01F69}"/>
              </a:ext>
            </a:extLst>
          </p:cNvPr>
          <p:cNvSpPr>
            <a:spLocks xmlns:a="http://schemas.openxmlformats.org/drawingml/2006/main" noGrp="1"/>
          </p:cNvSpPr>
          <p:nvPr/>
        </p:nvSpPr>
        <p:spPr>
          <a:xfrm xmlns:a="http://schemas.openxmlformats.org/drawingml/2006/main">
            <a:off x="10772775" y="239077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45" name="Google Shape;1445;p24">
            <a:extLst xmlns:a="http://schemas.openxmlformats.org/drawingml/2006/main">
              <a:ext uri="{FF2B5EF4-FFF2-40B4-BE49-F238E27FC236}">
                <a16:creationId xmlns:a16="http://schemas.microsoft.com/office/drawing/2014/main" id="{B382E5D8-7B52-4C8D-B9CB-C7FAEF2F1646}"/>
              </a:ext>
            </a:extLst>
          </p:cNvPr>
          <p:cNvSpPr>
            <a:spLocks xmlns:a="http://schemas.openxmlformats.org/drawingml/2006/main" noGrp="1"/>
          </p:cNvSpPr>
          <p:nvPr/>
        </p:nvSpPr>
        <p:spPr>
          <a:xfrm xmlns:a="http://schemas.openxmlformats.org/drawingml/2006/main">
            <a:off x="6248400" y="275272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6" name="Google Shape;1446;p24">
            <a:extLst xmlns:a="http://schemas.openxmlformats.org/drawingml/2006/main">
              <a:ext uri="{FF2B5EF4-FFF2-40B4-BE49-F238E27FC236}">
                <a16:creationId xmlns:a16="http://schemas.microsoft.com/office/drawing/2014/main" id="{01C10748-4E6C-43DE-A30B-F0A093458C9C}"/>
              </a:ext>
            </a:extLst>
          </p:cNvPr>
          <p:cNvSpPr>
            <a:spLocks xmlns:a="http://schemas.openxmlformats.org/drawingml/2006/main" noGrp="1"/>
          </p:cNvSpPr>
          <p:nvPr/>
        </p:nvSpPr>
        <p:spPr>
          <a:xfrm xmlns:a="http://schemas.openxmlformats.org/drawingml/2006/main">
            <a:off x="6343650" y="2847975"/>
            <a:ext cx="361950" cy="285750"/>
          </a:xfrm>
          <a:prstGeom xmlns:a="http://schemas.openxmlformats.org/drawingml/2006/main" prst="roundRect">
            <a:avLst>
              <a:gd name="adj" fmla="val 2666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7" name="Google Shape;1447;p24">
            <a:extLst xmlns:a="http://schemas.openxmlformats.org/drawingml/2006/main">
              <a:ext uri="{FF2B5EF4-FFF2-40B4-BE49-F238E27FC236}">
                <a16:creationId xmlns:a16="http://schemas.microsoft.com/office/drawing/2014/main" id="{F7558C43-52D3-49B5-94CB-A3293A4004C5}"/>
              </a:ext>
            </a:extLst>
          </p:cNvPr>
          <p:cNvSpPr>
            <a:spLocks xmlns:a="http://schemas.openxmlformats.org/drawingml/2006/main" noGrp="1"/>
          </p:cNvSpPr>
          <p:nvPr/>
        </p:nvSpPr>
        <p:spPr>
          <a:xfrm xmlns:a="http://schemas.openxmlformats.org/drawingml/2006/main">
            <a:off x="6343650" y="289560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35"/>
              <a:buFont typeface="Arial"/>
              <a:buNone/>
            </a:pPr>
            <a:r>
              <a:rPr sz="735" b="1">
                <a:solidFill>
                  <a:srgbClr val="2F6F57"/>
                </a:solidFill>
              </a:rPr>
              <a:t>T8</a:t>
            </a:r>
            <a:endParaRPr/>
          </a:p>
        </p:txBody>
      </p:sp>
      <p:sp>
        <p:nvSpPr>
          <p:cNvPr id="1448" name="Google Shape;1448;p24">
            <a:extLst xmlns:a="http://schemas.openxmlformats.org/drawingml/2006/main">
              <a:ext uri="{FF2B5EF4-FFF2-40B4-BE49-F238E27FC236}">
                <a16:creationId xmlns:a16="http://schemas.microsoft.com/office/drawing/2014/main" id="{BDD75370-A7E9-4100-AACB-642C1C107028}"/>
              </a:ext>
            </a:extLst>
          </p:cNvPr>
          <p:cNvSpPr>
            <a:spLocks xmlns:a="http://schemas.openxmlformats.org/drawingml/2006/main" noGrp="1"/>
          </p:cNvSpPr>
          <p:nvPr/>
        </p:nvSpPr>
        <p:spPr>
          <a:xfrm xmlns:a="http://schemas.openxmlformats.org/drawingml/2006/main">
            <a:off x="6819900" y="280035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Personas and permissions</a:t>
            </a:r>
            <a:endParaRPr/>
          </a:p>
        </p:txBody>
      </p:sp>
      <p:sp>
        <p:nvSpPr>
          <p:cNvPr id="1449" name="Google Shape;1449;p24">
            <a:extLst xmlns:a="http://schemas.openxmlformats.org/drawingml/2006/main">
              <a:ext uri="{FF2B5EF4-FFF2-40B4-BE49-F238E27FC236}">
                <a16:creationId xmlns:a16="http://schemas.microsoft.com/office/drawing/2014/main" id="{2EE5742D-E55E-4D77-B753-66CA8715056F}"/>
              </a:ext>
            </a:extLst>
          </p:cNvPr>
          <p:cNvSpPr>
            <a:spLocks xmlns:a="http://schemas.openxmlformats.org/drawingml/2006/main" noGrp="1"/>
          </p:cNvSpPr>
          <p:nvPr/>
        </p:nvSpPr>
        <p:spPr>
          <a:xfrm xmlns:a="http://schemas.openxmlformats.org/drawingml/2006/main">
            <a:off x="6819900" y="297180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Complete · 3 personas + 3 matched FRs</a:t>
            </a:r>
            <a:endParaRPr/>
          </a:p>
        </p:txBody>
      </p:sp>
      <p:sp>
        <p:nvSpPr>
          <p:cNvPr id="1450" name="Google Shape;1450;p24">
            <a:extLst xmlns:a="http://schemas.openxmlformats.org/drawingml/2006/main">
              <a:ext uri="{FF2B5EF4-FFF2-40B4-BE49-F238E27FC236}">
                <a16:creationId xmlns:a16="http://schemas.microsoft.com/office/drawing/2014/main" id="{846AED13-A5F9-48C8-9EA5-8C60A93EDB56}"/>
              </a:ext>
            </a:extLst>
          </p:cNvPr>
          <p:cNvSpPr>
            <a:spLocks xmlns:a="http://schemas.openxmlformats.org/drawingml/2006/main" noGrp="1"/>
          </p:cNvSpPr>
          <p:nvPr/>
        </p:nvSpPr>
        <p:spPr>
          <a:xfrm xmlns:a="http://schemas.openxmlformats.org/drawingml/2006/main">
            <a:off x="9391650" y="280987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51" name="Google Shape;1451;p24">
            <a:extLst xmlns:a="http://schemas.openxmlformats.org/drawingml/2006/main">
              <a:ext uri="{FF2B5EF4-FFF2-40B4-BE49-F238E27FC236}">
                <a16:creationId xmlns:a16="http://schemas.microsoft.com/office/drawing/2014/main" id="{7D06E61B-4F3D-4372-BF86-74A01491D21D}"/>
              </a:ext>
            </a:extLst>
          </p:cNvPr>
          <p:cNvSpPr>
            <a:spLocks xmlns:a="http://schemas.openxmlformats.org/drawingml/2006/main" noGrp="1"/>
          </p:cNvSpPr>
          <p:nvPr/>
        </p:nvSpPr>
        <p:spPr>
          <a:xfrm xmlns:a="http://schemas.openxmlformats.org/drawingml/2006/main">
            <a:off x="9391650" y="294322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29a078…ab6e</a:t>
            </a:r>
            <a:endParaRPr/>
          </a:p>
        </p:txBody>
      </p:sp>
      <p:sp>
        <p:nvSpPr>
          <p:cNvPr id="1452" name="Google Shape;1452;p24">
            <a:extLst xmlns:a="http://schemas.openxmlformats.org/drawingml/2006/main">
              <a:ext uri="{FF2B5EF4-FFF2-40B4-BE49-F238E27FC236}">
                <a16:creationId xmlns:a16="http://schemas.microsoft.com/office/drawing/2014/main" id="{34499326-307F-4F04-BE5C-F2BB9D8986B2}"/>
              </a:ext>
            </a:extLst>
          </p:cNvPr>
          <p:cNvSpPr>
            <a:spLocks xmlns:a="http://schemas.openxmlformats.org/drawingml/2006/main" noGrp="1"/>
          </p:cNvSpPr>
          <p:nvPr/>
        </p:nvSpPr>
        <p:spPr>
          <a:xfrm xmlns:a="http://schemas.openxmlformats.org/drawingml/2006/main">
            <a:off x="10772775" y="287655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53" name="Google Shape;1453;p24">
            <a:extLst xmlns:a="http://schemas.openxmlformats.org/drawingml/2006/main">
              <a:ext uri="{FF2B5EF4-FFF2-40B4-BE49-F238E27FC236}">
                <a16:creationId xmlns:a16="http://schemas.microsoft.com/office/drawing/2014/main" id="{2E12F670-CF63-4857-B553-4FB3C828A583}"/>
              </a:ext>
            </a:extLst>
          </p:cNvPr>
          <p:cNvSpPr>
            <a:spLocks xmlns:a="http://schemas.openxmlformats.org/drawingml/2006/main" noGrp="1"/>
          </p:cNvSpPr>
          <p:nvPr/>
        </p:nvSpPr>
        <p:spPr>
          <a:xfrm xmlns:a="http://schemas.openxmlformats.org/drawingml/2006/main">
            <a:off x="10772775" y="290512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54" name="Google Shape;1454;p24">
            <a:extLst xmlns:a="http://schemas.openxmlformats.org/drawingml/2006/main">
              <a:ext uri="{FF2B5EF4-FFF2-40B4-BE49-F238E27FC236}">
                <a16:creationId xmlns:a16="http://schemas.microsoft.com/office/drawing/2014/main" id="{855BF1F8-6A49-4318-9C29-C83450B3E351}"/>
              </a:ext>
            </a:extLst>
          </p:cNvPr>
          <p:cNvSpPr>
            <a:spLocks xmlns:a="http://schemas.openxmlformats.org/drawingml/2006/main" noGrp="1"/>
          </p:cNvSpPr>
          <p:nvPr/>
        </p:nvSpPr>
        <p:spPr>
          <a:xfrm xmlns:a="http://schemas.openxmlformats.org/drawingml/2006/main">
            <a:off x="6248400" y="326707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55" name="Google Shape;1455;p24">
            <a:extLst xmlns:a="http://schemas.openxmlformats.org/drawingml/2006/main">
              <a:ext uri="{FF2B5EF4-FFF2-40B4-BE49-F238E27FC236}">
                <a16:creationId xmlns:a16="http://schemas.microsoft.com/office/drawing/2014/main" id="{F5758938-8FED-458F-8562-BEAC5159FF2D}"/>
              </a:ext>
            </a:extLst>
          </p:cNvPr>
          <p:cNvSpPr>
            <a:spLocks xmlns:a="http://schemas.openxmlformats.org/drawingml/2006/main" noGrp="1"/>
          </p:cNvSpPr>
          <p:nvPr/>
        </p:nvSpPr>
        <p:spPr>
          <a:xfrm xmlns:a="http://schemas.openxmlformats.org/drawingml/2006/main">
            <a:off x="6343650" y="3362325"/>
            <a:ext cx="361950" cy="285750"/>
          </a:xfrm>
          <a:prstGeom xmlns:a="http://schemas.openxmlformats.org/drawingml/2006/main" prst="roundRect">
            <a:avLst>
              <a:gd name="adj" fmla="val 2666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56" name="Google Shape;1456;p24">
            <a:extLst xmlns:a="http://schemas.openxmlformats.org/drawingml/2006/main">
              <a:ext uri="{FF2B5EF4-FFF2-40B4-BE49-F238E27FC236}">
                <a16:creationId xmlns:a16="http://schemas.microsoft.com/office/drawing/2014/main" id="{1B812184-BB8A-41DF-B131-5D4297B407D0}"/>
              </a:ext>
            </a:extLst>
          </p:cNvPr>
          <p:cNvSpPr>
            <a:spLocks xmlns:a="http://schemas.openxmlformats.org/drawingml/2006/main" noGrp="1"/>
          </p:cNvSpPr>
          <p:nvPr/>
        </p:nvSpPr>
        <p:spPr>
          <a:xfrm xmlns:a="http://schemas.openxmlformats.org/drawingml/2006/main">
            <a:off x="6343650" y="340995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35"/>
              <a:buFont typeface="Arial"/>
              <a:buNone/>
            </a:pPr>
            <a:r>
              <a:rPr sz="735" b="1">
                <a:solidFill>
                  <a:srgbClr val="2F6F57"/>
                </a:solidFill>
              </a:rPr>
              <a:t>T9</a:t>
            </a:r>
            <a:endParaRPr/>
          </a:p>
        </p:txBody>
      </p:sp>
      <p:sp>
        <p:nvSpPr>
          <p:cNvPr id="1457" name="Google Shape;1457;p24">
            <a:extLst xmlns:a="http://schemas.openxmlformats.org/drawingml/2006/main">
              <a:ext uri="{FF2B5EF4-FFF2-40B4-BE49-F238E27FC236}">
                <a16:creationId xmlns:a16="http://schemas.microsoft.com/office/drawing/2014/main" id="{428CE5B6-485E-4BBB-842B-99B59889831F}"/>
              </a:ext>
            </a:extLst>
          </p:cNvPr>
          <p:cNvSpPr>
            <a:spLocks xmlns:a="http://schemas.openxmlformats.org/drawingml/2006/main" noGrp="1"/>
          </p:cNvSpPr>
          <p:nvPr/>
        </p:nvSpPr>
        <p:spPr>
          <a:xfrm xmlns:a="http://schemas.openxmlformats.org/drawingml/2006/main">
            <a:off x="6819900" y="331470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Empty meeting notes</a:t>
            </a:r>
            <a:endParaRPr/>
          </a:p>
        </p:txBody>
      </p:sp>
      <p:sp>
        <p:nvSpPr>
          <p:cNvPr id="1458" name="Google Shape;1458;p24">
            <a:extLst xmlns:a="http://schemas.openxmlformats.org/drawingml/2006/main">
              <a:ext uri="{FF2B5EF4-FFF2-40B4-BE49-F238E27FC236}">
                <a16:creationId xmlns:a16="http://schemas.microsoft.com/office/drawing/2014/main" id="{C4B9992C-B5A2-4D18-A244-7D7FF9CFB1D1}"/>
              </a:ext>
            </a:extLst>
          </p:cNvPr>
          <p:cNvSpPr>
            <a:spLocks xmlns:a="http://schemas.openxmlformats.org/drawingml/2006/main" noGrp="1"/>
          </p:cNvSpPr>
          <p:nvPr/>
        </p:nvSpPr>
        <p:spPr>
          <a:xfrm xmlns:a="http://schemas.openxmlformats.org/drawingml/2006/main">
            <a:off x="6819900" y="348615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No requirements · generation correctly refused</a:t>
            </a:r>
            <a:endParaRPr/>
          </a:p>
        </p:txBody>
      </p:sp>
      <p:sp>
        <p:nvSpPr>
          <p:cNvPr id="1459" name="Google Shape;1459;p24">
            <a:extLst xmlns:a="http://schemas.openxmlformats.org/drawingml/2006/main">
              <a:ext uri="{FF2B5EF4-FFF2-40B4-BE49-F238E27FC236}">
                <a16:creationId xmlns:a16="http://schemas.microsoft.com/office/drawing/2014/main" id="{DDEDDC7A-65DB-449D-9CA7-E9D916A82F6C}"/>
              </a:ext>
            </a:extLst>
          </p:cNvPr>
          <p:cNvSpPr>
            <a:spLocks xmlns:a="http://schemas.openxmlformats.org/drawingml/2006/main" noGrp="1"/>
          </p:cNvSpPr>
          <p:nvPr/>
        </p:nvSpPr>
        <p:spPr>
          <a:xfrm xmlns:a="http://schemas.openxmlformats.org/drawingml/2006/main">
            <a:off x="9391650" y="332422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60" name="Google Shape;1460;p24">
            <a:extLst xmlns:a="http://schemas.openxmlformats.org/drawingml/2006/main">
              <a:ext uri="{FF2B5EF4-FFF2-40B4-BE49-F238E27FC236}">
                <a16:creationId xmlns:a16="http://schemas.microsoft.com/office/drawing/2014/main" id="{5433B92C-DB7B-4DEC-B505-C3753A134911}"/>
              </a:ext>
            </a:extLst>
          </p:cNvPr>
          <p:cNvSpPr>
            <a:spLocks xmlns:a="http://schemas.openxmlformats.org/drawingml/2006/main" noGrp="1"/>
          </p:cNvSpPr>
          <p:nvPr/>
        </p:nvSpPr>
        <p:spPr>
          <a:xfrm xmlns:a="http://schemas.openxmlformats.org/drawingml/2006/main">
            <a:off x="9391650" y="345757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3c54e4…205c</a:t>
            </a:r>
            <a:endParaRPr/>
          </a:p>
        </p:txBody>
      </p:sp>
      <p:sp>
        <p:nvSpPr>
          <p:cNvPr id="1461" name="Google Shape;1461;p24">
            <a:extLst xmlns:a="http://schemas.openxmlformats.org/drawingml/2006/main">
              <a:ext uri="{FF2B5EF4-FFF2-40B4-BE49-F238E27FC236}">
                <a16:creationId xmlns:a16="http://schemas.microsoft.com/office/drawing/2014/main" id="{6B618406-DB81-4C70-B32B-67757F88304A}"/>
              </a:ext>
            </a:extLst>
          </p:cNvPr>
          <p:cNvSpPr>
            <a:spLocks xmlns:a="http://schemas.openxmlformats.org/drawingml/2006/main" noGrp="1"/>
          </p:cNvSpPr>
          <p:nvPr/>
        </p:nvSpPr>
        <p:spPr>
          <a:xfrm xmlns:a="http://schemas.openxmlformats.org/drawingml/2006/main">
            <a:off x="10772775" y="339090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62" name="Google Shape;1462;p24">
            <a:extLst xmlns:a="http://schemas.openxmlformats.org/drawingml/2006/main">
              <a:ext uri="{FF2B5EF4-FFF2-40B4-BE49-F238E27FC236}">
                <a16:creationId xmlns:a16="http://schemas.microsoft.com/office/drawing/2014/main" id="{40A2C1C8-14F9-4C3F-908D-C6E654418CD1}"/>
              </a:ext>
            </a:extLst>
          </p:cNvPr>
          <p:cNvSpPr>
            <a:spLocks xmlns:a="http://schemas.openxmlformats.org/drawingml/2006/main" noGrp="1"/>
          </p:cNvSpPr>
          <p:nvPr/>
        </p:nvSpPr>
        <p:spPr>
          <a:xfrm xmlns:a="http://schemas.openxmlformats.org/drawingml/2006/main">
            <a:off x="10772775" y="341947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63" name="Google Shape;1463;p24">
            <a:extLst xmlns:a="http://schemas.openxmlformats.org/drawingml/2006/main">
              <a:ext uri="{FF2B5EF4-FFF2-40B4-BE49-F238E27FC236}">
                <a16:creationId xmlns:a16="http://schemas.microsoft.com/office/drawing/2014/main" id="{BA013FFC-1433-4BC4-91E2-90BE87455403}"/>
              </a:ext>
            </a:extLst>
          </p:cNvPr>
          <p:cNvSpPr>
            <a:spLocks xmlns:a="http://schemas.openxmlformats.org/drawingml/2006/main" noGrp="1"/>
          </p:cNvSpPr>
          <p:nvPr/>
        </p:nvSpPr>
        <p:spPr>
          <a:xfrm xmlns:a="http://schemas.openxmlformats.org/drawingml/2006/main">
            <a:off x="6248400" y="378142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64" name="Google Shape;1464;p24">
            <a:extLst xmlns:a="http://schemas.openxmlformats.org/drawingml/2006/main">
              <a:ext uri="{FF2B5EF4-FFF2-40B4-BE49-F238E27FC236}">
                <a16:creationId xmlns:a16="http://schemas.microsoft.com/office/drawing/2014/main" id="{4230A094-31B6-4592-9B08-9866B7BB5DFF}"/>
              </a:ext>
            </a:extLst>
          </p:cNvPr>
          <p:cNvSpPr>
            <a:spLocks xmlns:a="http://schemas.openxmlformats.org/drawingml/2006/main" noGrp="1"/>
          </p:cNvSpPr>
          <p:nvPr/>
        </p:nvSpPr>
        <p:spPr>
          <a:xfrm xmlns:a="http://schemas.openxmlformats.org/drawingml/2006/main">
            <a:off x="6343650" y="3876675"/>
            <a:ext cx="361950" cy="285750"/>
          </a:xfrm>
          <a:prstGeom xmlns:a="http://schemas.openxmlformats.org/drawingml/2006/main" prst="roundRect">
            <a:avLst>
              <a:gd name="adj" fmla="val 2666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65" name="Google Shape;1465;p24">
            <a:extLst xmlns:a="http://schemas.openxmlformats.org/drawingml/2006/main">
              <a:ext uri="{FF2B5EF4-FFF2-40B4-BE49-F238E27FC236}">
                <a16:creationId xmlns:a16="http://schemas.microsoft.com/office/drawing/2014/main" id="{843A9B01-FB34-4B14-94DE-8DFF08908710}"/>
              </a:ext>
            </a:extLst>
          </p:cNvPr>
          <p:cNvSpPr>
            <a:spLocks xmlns:a="http://schemas.openxmlformats.org/drawingml/2006/main" noGrp="1"/>
          </p:cNvSpPr>
          <p:nvPr/>
        </p:nvSpPr>
        <p:spPr>
          <a:xfrm xmlns:a="http://schemas.openxmlformats.org/drawingml/2006/main">
            <a:off x="6343650" y="392430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35"/>
              <a:buFont typeface="Arial"/>
              <a:buNone/>
            </a:pPr>
            <a:r>
              <a:rPr sz="735" b="1">
                <a:solidFill>
                  <a:srgbClr val="2F6F57"/>
                </a:solidFill>
              </a:rPr>
              <a:t>T10</a:t>
            </a:r>
            <a:endParaRPr/>
          </a:p>
        </p:txBody>
      </p:sp>
      <p:sp>
        <p:nvSpPr>
          <p:cNvPr id="1466" name="Google Shape;1466;p24">
            <a:extLst xmlns:a="http://schemas.openxmlformats.org/drawingml/2006/main">
              <a:ext uri="{FF2B5EF4-FFF2-40B4-BE49-F238E27FC236}">
                <a16:creationId xmlns:a16="http://schemas.microsoft.com/office/drawing/2014/main" id="{20352464-1485-4AE6-AB94-C97C83E2F8A3}"/>
              </a:ext>
            </a:extLst>
          </p:cNvPr>
          <p:cNvSpPr>
            <a:spLocks xmlns:a="http://schemas.openxmlformats.org/drawingml/2006/main" noGrp="1"/>
          </p:cNvSpPr>
          <p:nvPr/>
        </p:nvSpPr>
        <p:spPr>
          <a:xfrm xmlns:a="http://schemas.openxmlformats.org/drawingml/2006/main">
            <a:off x="6819900" y="382905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Dependency with unknown ETA</a:t>
            </a:r>
            <a:endParaRPr/>
          </a:p>
        </p:txBody>
      </p:sp>
      <p:sp>
        <p:nvSpPr>
          <p:cNvPr id="1467" name="Google Shape;1467;p24">
            <a:extLst xmlns:a="http://schemas.openxmlformats.org/drawingml/2006/main">
              <a:ext uri="{FF2B5EF4-FFF2-40B4-BE49-F238E27FC236}">
                <a16:creationId xmlns:a16="http://schemas.microsoft.com/office/drawing/2014/main" id="{E89054CC-2CEA-47A1-9D52-D0EA5D90BD62}"/>
              </a:ext>
            </a:extLst>
          </p:cNvPr>
          <p:cNvSpPr>
            <a:spLocks xmlns:a="http://schemas.openxmlformats.org/drawingml/2006/main" noGrp="1"/>
          </p:cNvSpPr>
          <p:nvPr/>
        </p:nvSpPr>
        <p:spPr>
          <a:xfrm xmlns:a="http://schemas.openxmlformats.org/drawingml/2006/main">
            <a:off x="6819900" y="400050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Complete · FR, dependency, risk; ETA unknown</a:t>
            </a:r>
            <a:endParaRPr/>
          </a:p>
        </p:txBody>
      </p:sp>
      <p:sp>
        <p:nvSpPr>
          <p:cNvPr id="1468" name="Google Shape;1468;p24">
            <a:extLst xmlns:a="http://schemas.openxmlformats.org/drawingml/2006/main">
              <a:ext uri="{FF2B5EF4-FFF2-40B4-BE49-F238E27FC236}">
                <a16:creationId xmlns:a16="http://schemas.microsoft.com/office/drawing/2014/main" id="{1696D10F-7046-4160-B014-A849A21428B2}"/>
              </a:ext>
            </a:extLst>
          </p:cNvPr>
          <p:cNvSpPr>
            <a:spLocks xmlns:a="http://schemas.openxmlformats.org/drawingml/2006/main" noGrp="1"/>
          </p:cNvSpPr>
          <p:nvPr/>
        </p:nvSpPr>
        <p:spPr>
          <a:xfrm xmlns:a="http://schemas.openxmlformats.org/drawingml/2006/main">
            <a:off x="9391650" y="383857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69" name="Google Shape;1469;p24">
            <a:extLst xmlns:a="http://schemas.openxmlformats.org/drawingml/2006/main">
              <a:ext uri="{FF2B5EF4-FFF2-40B4-BE49-F238E27FC236}">
                <a16:creationId xmlns:a16="http://schemas.microsoft.com/office/drawing/2014/main" id="{2FE67713-14AC-4083-9855-2645A57D46AC}"/>
              </a:ext>
            </a:extLst>
          </p:cNvPr>
          <p:cNvSpPr>
            <a:spLocks xmlns:a="http://schemas.openxmlformats.org/drawingml/2006/main" noGrp="1"/>
          </p:cNvSpPr>
          <p:nvPr/>
        </p:nvSpPr>
        <p:spPr>
          <a:xfrm xmlns:a="http://schemas.openxmlformats.org/drawingml/2006/main">
            <a:off x="9391650" y="397192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LF 0c99f0…1bb5</a:t>
            </a:r>
            <a:endParaRPr/>
          </a:p>
        </p:txBody>
      </p:sp>
      <p:sp>
        <p:nvSpPr>
          <p:cNvPr id="1470" name="Google Shape;1470;p24">
            <a:extLst xmlns:a="http://schemas.openxmlformats.org/drawingml/2006/main">
              <a:ext uri="{FF2B5EF4-FFF2-40B4-BE49-F238E27FC236}">
                <a16:creationId xmlns:a16="http://schemas.microsoft.com/office/drawing/2014/main" id="{6F16A021-662C-467A-9452-BC8C9B7FD394}"/>
              </a:ext>
            </a:extLst>
          </p:cNvPr>
          <p:cNvSpPr>
            <a:spLocks xmlns:a="http://schemas.openxmlformats.org/drawingml/2006/main" noGrp="1"/>
          </p:cNvSpPr>
          <p:nvPr/>
        </p:nvSpPr>
        <p:spPr>
          <a:xfrm xmlns:a="http://schemas.openxmlformats.org/drawingml/2006/main">
            <a:off x="10772775" y="390525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1" name="Google Shape;1471;p24">
            <a:extLst xmlns:a="http://schemas.openxmlformats.org/drawingml/2006/main">
              <a:ext uri="{FF2B5EF4-FFF2-40B4-BE49-F238E27FC236}">
                <a16:creationId xmlns:a16="http://schemas.microsoft.com/office/drawing/2014/main" id="{C0CF8305-DF6A-44EC-8214-6B46AA999488}"/>
              </a:ext>
            </a:extLst>
          </p:cNvPr>
          <p:cNvSpPr>
            <a:spLocks xmlns:a="http://schemas.openxmlformats.org/drawingml/2006/main" noGrp="1"/>
          </p:cNvSpPr>
          <p:nvPr/>
        </p:nvSpPr>
        <p:spPr>
          <a:xfrm xmlns:a="http://schemas.openxmlformats.org/drawingml/2006/main">
            <a:off x="10772775" y="393382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72" name="Google Shape;1472;p24">
            <a:extLst xmlns:a="http://schemas.openxmlformats.org/drawingml/2006/main">
              <a:ext uri="{FF2B5EF4-FFF2-40B4-BE49-F238E27FC236}">
                <a16:creationId xmlns:a16="http://schemas.microsoft.com/office/drawing/2014/main" id="{8274B1BD-92FE-4FA2-9CC8-6240799F0983}"/>
              </a:ext>
            </a:extLst>
          </p:cNvPr>
          <p:cNvSpPr>
            <a:spLocks xmlns:a="http://schemas.openxmlformats.org/drawingml/2006/main" noGrp="1"/>
          </p:cNvSpPr>
          <p:nvPr/>
        </p:nvSpPr>
        <p:spPr>
          <a:xfrm xmlns:a="http://schemas.openxmlformats.org/drawingml/2006/main">
            <a:off x="6248400" y="429577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3" name="Google Shape;1473;p24">
            <a:extLst xmlns:a="http://schemas.openxmlformats.org/drawingml/2006/main">
              <a:ext uri="{FF2B5EF4-FFF2-40B4-BE49-F238E27FC236}">
                <a16:creationId xmlns:a16="http://schemas.microsoft.com/office/drawing/2014/main" id="{748337F5-C9CD-41A3-9D8A-9EA76C1D1DA9}"/>
              </a:ext>
            </a:extLst>
          </p:cNvPr>
          <p:cNvSpPr>
            <a:spLocks xmlns:a="http://schemas.openxmlformats.org/drawingml/2006/main" noGrp="1"/>
          </p:cNvSpPr>
          <p:nvPr/>
        </p:nvSpPr>
        <p:spPr>
          <a:xfrm xmlns:a="http://schemas.openxmlformats.org/drawingml/2006/main">
            <a:off x="6343650" y="4391025"/>
            <a:ext cx="361950" cy="285750"/>
          </a:xfrm>
          <a:prstGeom xmlns:a="http://schemas.openxmlformats.org/drawingml/2006/main" prst="roundRect">
            <a:avLst>
              <a:gd name="adj" fmla="val 26667"/>
            </a:avLst>
          </a:prstGeom>
          <a:solidFill xmlns:a="http://schemas.openxmlformats.org/drawingml/2006/main">
            <a:srgbClr val="F3E6E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4" name="Google Shape;1474;p24">
            <a:extLst xmlns:a="http://schemas.openxmlformats.org/drawingml/2006/main">
              <a:ext uri="{FF2B5EF4-FFF2-40B4-BE49-F238E27FC236}">
                <a16:creationId xmlns:a16="http://schemas.microsoft.com/office/drawing/2014/main" id="{2EB5182B-421A-4793-8B6C-0791AD5A66BA}"/>
              </a:ext>
            </a:extLst>
          </p:cNvPr>
          <p:cNvSpPr>
            <a:spLocks xmlns:a="http://schemas.openxmlformats.org/drawingml/2006/main" noGrp="1"/>
          </p:cNvSpPr>
          <p:nvPr/>
        </p:nvSpPr>
        <p:spPr>
          <a:xfrm xmlns:a="http://schemas.openxmlformats.org/drawingml/2006/main">
            <a:off x="6343650" y="443865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735"/>
              <a:buFont typeface="Arial"/>
              <a:buNone/>
            </a:pPr>
            <a:r>
              <a:rPr sz="735" b="1">
                <a:solidFill>
                  <a:srgbClr val="B85042"/>
                </a:solidFill>
              </a:rPr>
              <a:t>T11</a:t>
            </a:r>
            <a:endParaRPr/>
          </a:p>
        </p:txBody>
      </p:sp>
      <p:sp>
        <p:nvSpPr>
          <p:cNvPr id="1475" name="Google Shape;1475;p24">
            <a:extLst xmlns:a="http://schemas.openxmlformats.org/drawingml/2006/main">
              <a:ext uri="{FF2B5EF4-FFF2-40B4-BE49-F238E27FC236}">
                <a16:creationId xmlns:a16="http://schemas.microsoft.com/office/drawing/2014/main" id="{7EB720BA-24A5-43B4-B5D0-82C9ED09681B}"/>
              </a:ext>
            </a:extLst>
          </p:cNvPr>
          <p:cNvSpPr>
            <a:spLocks xmlns:a="http://schemas.openxmlformats.org/drawingml/2006/main" noGrp="1"/>
          </p:cNvSpPr>
          <p:nvPr/>
        </p:nvSpPr>
        <p:spPr>
          <a:xfrm xmlns:a="http://schemas.openxmlformats.org/drawingml/2006/main">
            <a:off x="6819900" y="434340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Ten-section PRD generation</a:t>
            </a:r>
            <a:endParaRPr/>
          </a:p>
        </p:txBody>
      </p:sp>
      <p:sp>
        <p:nvSpPr>
          <p:cNvPr id="1476" name="Google Shape;1476;p24">
            <a:extLst xmlns:a="http://schemas.openxmlformats.org/drawingml/2006/main">
              <a:ext uri="{FF2B5EF4-FFF2-40B4-BE49-F238E27FC236}">
                <a16:creationId xmlns:a16="http://schemas.microsoft.com/office/drawing/2014/main" id="{43005257-34BE-4664-A7EC-FACD87A6CE9A}"/>
              </a:ext>
            </a:extLst>
          </p:cNvPr>
          <p:cNvSpPr>
            <a:spLocks xmlns:a="http://schemas.openxmlformats.org/drawingml/2006/main" noGrp="1"/>
          </p:cNvSpPr>
          <p:nvPr/>
        </p:nvSpPr>
        <p:spPr>
          <a:xfrm xmlns:a="http://schemas.openxmlformats.org/drawingml/2006/main">
            <a:off x="6819900" y="451485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10/10 sections · approved IDs only</a:t>
            </a:r>
            <a:endParaRPr/>
          </a:p>
        </p:txBody>
      </p:sp>
      <p:sp>
        <p:nvSpPr>
          <p:cNvPr id="1477" name="Google Shape;1477;p24">
            <a:extLst xmlns:a="http://schemas.openxmlformats.org/drawingml/2006/main">
              <a:ext uri="{FF2B5EF4-FFF2-40B4-BE49-F238E27FC236}">
                <a16:creationId xmlns:a16="http://schemas.microsoft.com/office/drawing/2014/main" id="{D8BA7195-3A0E-46EE-807F-8E8FE45ADCE7}"/>
              </a:ext>
            </a:extLst>
          </p:cNvPr>
          <p:cNvSpPr>
            <a:spLocks xmlns:a="http://schemas.openxmlformats.org/drawingml/2006/main" noGrp="1"/>
          </p:cNvSpPr>
          <p:nvPr/>
        </p:nvSpPr>
        <p:spPr>
          <a:xfrm xmlns:a="http://schemas.openxmlformats.org/drawingml/2006/main">
            <a:off x="9391650" y="435292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78" name="Google Shape;1478;p24">
            <a:extLst xmlns:a="http://schemas.openxmlformats.org/drawingml/2006/main">
              <a:ext uri="{FF2B5EF4-FFF2-40B4-BE49-F238E27FC236}">
                <a16:creationId xmlns:a16="http://schemas.microsoft.com/office/drawing/2014/main" id="{574B7A53-C693-41CB-9373-7CF08D12418F}"/>
              </a:ext>
            </a:extLst>
          </p:cNvPr>
          <p:cNvSpPr>
            <a:spLocks xmlns:a="http://schemas.openxmlformats.org/drawingml/2006/main" noGrp="1"/>
          </p:cNvSpPr>
          <p:nvPr/>
        </p:nvSpPr>
        <p:spPr>
          <a:xfrm xmlns:a="http://schemas.openxmlformats.org/drawingml/2006/main">
            <a:off x="9391650" y="448627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n8n 8621 · LF 05e9…48ff</a:t>
            </a:r>
            <a:endParaRPr/>
          </a:p>
        </p:txBody>
      </p:sp>
      <p:sp>
        <p:nvSpPr>
          <p:cNvPr id="1479" name="Google Shape;1479;p24">
            <a:extLst xmlns:a="http://schemas.openxmlformats.org/drawingml/2006/main">
              <a:ext uri="{FF2B5EF4-FFF2-40B4-BE49-F238E27FC236}">
                <a16:creationId xmlns:a16="http://schemas.microsoft.com/office/drawing/2014/main" id="{A804FB1F-CBBB-42A7-B108-D648A0C11436}"/>
              </a:ext>
            </a:extLst>
          </p:cNvPr>
          <p:cNvSpPr>
            <a:spLocks xmlns:a="http://schemas.openxmlformats.org/drawingml/2006/main" noGrp="1"/>
          </p:cNvSpPr>
          <p:nvPr/>
        </p:nvSpPr>
        <p:spPr>
          <a:xfrm xmlns:a="http://schemas.openxmlformats.org/drawingml/2006/main">
            <a:off x="10772775" y="441960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0" name="Google Shape;1480;p24">
            <a:extLst xmlns:a="http://schemas.openxmlformats.org/drawingml/2006/main">
              <a:ext uri="{FF2B5EF4-FFF2-40B4-BE49-F238E27FC236}">
                <a16:creationId xmlns:a16="http://schemas.microsoft.com/office/drawing/2014/main" id="{9CF52A93-A552-4EE4-9766-CC27E6E8EDA3}"/>
              </a:ext>
            </a:extLst>
          </p:cNvPr>
          <p:cNvSpPr>
            <a:spLocks xmlns:a="http://schemas.openxmlformats.org/drawingml/2006/main" noGrp="1"/>
          </p:cNvSpPr>
          <p:nvPr/>
        </p:nvSpPr>
        <p:spPr>
          <a:xfrm xmlns:a="http://schemas.openxmlformats.org/drawingml/2006/main">
            <a:off x="10772775" y="444817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81" name="Google Shape;1481;p24">
            <a:extLst xmlns:a="http://schemas.openxmlformats.org/drawingml/2006/main">
              <a:ext uri="{FF2B5EF4-FFF2-40B4-BE49-F238E27FC236}">
                <a16:creationId xmlns:a16="http://schemas.microsoft.com/office/drawing/2014/main" id="{02E44FB4-31F1-478E-B371-810648B8C33E}"/>
              </a:ext>
            </a:extLst>
          </p:cNvPr>
          <p:cNvSpPr>
            <a:spLocks xmlns:a="http://schemas.openxmlformats.org/drawingml/2006/main" noGrp="1"/>
          </p:cNvSpPr>
          <p:nvPr/>
        </p:nvSpPr>
        <p:spPr>
          <a:xfrm xmlns:a="http://schemas.openxmlformats.org/drawingml/2006/main">
            <a:off x="6248400" y="4810125"/>
            <a:ext cx="51625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2" name="Google Shape;1482;p24">
            <a:extLst xmlns:a="http://schemas.openxmlformats.org/drawingml/2006/main">
              <a:ext uri="{FF2B5EF4-FFF2-40B4-BE49-F238E27FC236}">
                <a16:creationId xmlns:a16="http://schemas.microsoft.com/office/drawing/2014/main" id="{E2EF6D30-9289-43B2-B0A1-64DF3C9E1B58}"/>
              </a:ext>
            </a:extLst>
          </p:cNvPr>
          <p:cNvSpPr>
            <a:spLocks xmlns:a="http://schemas.openxmlformats.org/drawingml/2006/main" noGrp="1"/>
          </p:cNvSpPr>
          <p:nvPr/>
        </p:nvSpPr>
        <p:spPr>
          <a:xfrm xmlns:a="http://schemas.openxmlformats.org/drawingml/2006/main">
            <a:off x="6343650" y="4905375"/>
            <a:ext cx="361950" cy="285750"/>
          </a:xfrm>
          <a:prstGeom xmlns:a="http://schemas.openxmlformats.org/drawingml/2006/main" prst="roundRect">
            <a:avLst>
              <a:gd name="adj" fmla="val 26667"/>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3" name="Google Shape;1483;p24">
            <a:extLst xmlns:a="http://schemas.openxmlformats.org/drawingml/2006/main">
              <a:ext uri="{FF2B5EF4-FFF2-40B4-BE49-F238E27FC236}">
                <a16:creationId xmlns:a16="http://schemas.microsoft.com/office/drawing/2014/main" id="{4655DF3B-101C-437C-9A06-196A2DF42B1C}"/>
              </a:ext>
            </a:extLst>
          </p:cNvPr>
          <p:cNvSpPr>
            <a:spLocks xmlns:a="http://schemas.openxmlformats.org/drawingml/2006/main" noGrp="1"/>
          </p:cNvSpPr>
          <p:nvPr/>
        </p:nvSpPr>
        <p:spPr>
          <a:xfrm xmlns:a="http://schemas.openxmlformats.org/drawingml/2006/main">
            <a:off x="6343650" y="4953000"/>
            <a:ext cx="361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735"/>
              <a:buFont typeface="Arial"/>
              <a:buNone/>
            </a:pPr>
            <a:r>
              <a:rPr sz="735" b="1">
                <a:solidFill>
                  <a:srgbClr val="7546C8"/>
                </a:solidFill>
              </a:rPr>
              <a:t>T12</a:t>
            </a:r>
            <a:endParaRPr/>
          </a:p>
        </p:txBody>
      </p:sp>
      <p:sp>
        <p:nvSpPr>
          <p:cNvPr id="1484" name="Google Shape;1484;p24">
            <a:extLst xmlns:a="http://schemas.openxmlformats.org/drawingml/2006/main">
              <a:ext uri="{FF2B5EF4-FFF2-40B4-BE49-F238E27FC236}">
                <a16:creationId xmlns:a16="http://schemas.microsoft.com/office/drawing/2014/main" id="{4AA68918-A022-446A-9DFB-ABE82402390B}"/>
              </a:ext>
            </a:extLst>
          </p:cNvPr>
          <p:cNvSpPr>
            <a:spLocks xmlns:a="http://schemas.openxmlformats.org/drawingml/2006/main" noGrp="1"/>
          </p:cNvSpPr>
          <p:nvPr/>
        </p:nvSpPr>
        <p:spPr>
          <a:xfrm xmlns:a="http://schemas.openxmlformats.org/drawingml/2006/main">
            <a:off x="6819900" y="4857750"/>
            <a:ext cx="2238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65"/>
              <a:buFont typeface="Arial"/>
              <a:buNone/>
            </a:pPr>
            <a:r>
              <a:rPr sz="765" b="1">
                <a:solidFill>
                  <a:srgbClr val="1A1A2E"/>
                </a:solidFill>
              </a:rPr>
              <a:t>Epic-to-story decomposition</a:t>
            </a:r>
            <a:endParaRPr/>
          </a:p>
        </p:txBody>
      </p:sp>
      <p:sp>
        <p:nvSpPr>
          <p:cNvPr id="1485" name="Google Shape;1485;p24">
            <a:extLst xmlns:a="http://schemas.openxmlformats.org/drawingml/2006/main">
              <a:ext uri="{FF2B5EF4-FFF2-40B4-BE49-F238E27FC236}">
                <a16:creationId xmlns:a16="http://schemas.microsoft.com/office/drawing/2014/main" id="{04FA846A-1BF2-476B-A024-5F599C3B27D4}"/>
              </a:ext>
            </a:extLst>
          </p:cNvPr>
          <p:cNvSpPr>
            <a:spLocks xmlns:a="http://schemas.openxmlformats.org/drawingml/2006/main" noGrp="1"/>
          </p:cNvSpPr>
          <p:nvPr/>
        </p:nvSpPr>
        <p:spPr>
          <a:xfrm xmlns:a="http://schemas.openxmlformats.org/drawingml/2006/main">
            <a:off x="6819900" y="5029200"/>
            <a:ext cx="2524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23"/>
              <a:buFont typeface="Arial"/>
              <a:buNone/>
            </a:pPr>
            <a:r>
              <a:rPr sz="623">
                <a:solidFill>
                  <a:srgbClr val="666B70"/>
                </a:solidFill>
              </a:rPr>
              <a:t>1 epic, 1 feature, 1 story, 2 criteria</a:t>
            </a:r>
            <a:endParaRPr/>
          </a:p>
        </p:txBody>
      </p:sp>
      <p:sp>
        <p:nvSpPr>
          <p:cNvPr id="1486" name="Google Shape;1486;p24">
            <a:extLst xmlns:a="http://schemas.openxmlformats.org/drawingml/2006/main">
              <a:ext uri="{FF2B5EF4-FFF2-40B4-BE49-F238E27FC236}">
                <a16:creationId xmlns:a16="http://schemas.microsoft.com/office/drawing/2014/main" id="{E0F049A1-192B-43A3-8E66-0F14C5D21D64}"/>
              </a:ext>
            </a:extLst>
          </p:cNvPr>
          <p:cNvSpPr>
            <a:spLocks xmlns:a="http://schemas.openxmlformats.org/drawingml/2006/main" noGrp="1"/>
          </p:cNvSpPr>
          <p:nvPr/>
        </p:nvSpPr>
        <p:spPr>
          <a:xfrm xmlns:a="http://schemas.openxmlformats.org/drawingml/2006/main">
            <a:off x="9391650" y="4867275"/>
            <a:ext cx="131445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503"/>
              <a:buFont typeface="Arial"/>
              <a:buNone/>
            </a:pPr>
            <a:r>
              <a:rPr sz="503" b="1">
                <a:solidFill>
                  <a:srgbClr val="B85042"/>
                </a:solidFill>
              </a:rPr>
              <a:t>EXECUTION RECEIPT</a:t>
            </a:r>
            <a:endParaRPr/>
          </a:p>
        </p:txBody>
      </p:sp>
      <p:sp>
        <p:nvSpPr>
          <p:cNvPr id="1487" name="Google Shape;1487;p24">
            <a:extLst xmlns:a="http://schemas.openxmlformats.org/drawingml/2006/main">
              <a:ext uri="{FF2B5EF4-FFF2-40B4-BE49-F238E27FC236}">
                <a16:creationId xmlns:a16="http://schemas.microsoft.com/office/drawing/2014/main" id="{79630EFD-A207-41F2-9631-1CF10588625C}"/>
              </a:ext>
            </a:extLst>
          </p:cNvPr>
          <p:cNvSpPr>
            <a:spLocks xmlns:a="http://schemas.openxmlformats.org/drawingml/2006/main" noGrp="1"/>
          </p:cNvSpPr>
          <p:nvPr/>
        </p:nvSpPr>
        <p:spPr>
          <a:xfrm xmlns:a="http://schemas.openxmlformats.org/drawingml/2006/main">
            <a:off x="9391650" y="5000625"/>
            <a:ext cx="13144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533"/>
              <a:buFont typeface="Arial"/>
              <a:buNone/>
            </a:pPr>
            <a:r>
              <a:rPr sz="533" b="1">
                <a:solidFill>
                  <a:srgbClr val="1A1A2E"/>
                </a:solidFill>
              </a:rPr>
              <a:t>n8n 8788 · LF 8e20…159b</a:t>
            </a:r>
            <a:endParaRPr/>
          </a:p>
        </p:txBody>
      </p:sp>
      <p:sp>
        <p:nvSpPr>
          <p:cNvPr id="1488" name="Google Shape;1488;p24">
            <a:extLst xmlns:a="http://schemas.openxmlformats.org/drawingml/2006/main">
              <a:ext uri="{FF2B5EF4-FFF2-40B4-BE49-F238E27FC236}">
                <a16:creationId xmlns:a16="http://schemas.microsoft.com/office/drawing/2014/main" id="{513435D1-B9D2-41CC-9215-33D50E72B199}"/>
              </a:ext>
            </a:extLst>
          </p:cNvPr>
          <p:cNvSpPr>
            <a:spLocks xmlns:a="http://schemas.openxmlformats.org/drawingml/2006/main" noGrp="1"/>
          </p:cNvSpPr>
          <p:nvPr/>
        </p:nvSpPr>
        <p:spPr>
          <a:xfrm xmlns:a="http://schemas.openxmlformats.org/drawingml/2006/main">
            <a:off x="10772775" y="4933950"/>
            <a:ext cx="523875" cy="228600"/>
          </a:xfrm>
          <a:prstGeom xmlns:a="http://schemas.openxmlformats.org/drawingml/2006/main" prst="roundRect">
            <a:avLst>
              <a:gd name="adj" fmla="val 3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9" name="Google Shape;1489;p24">
            <a:extLst xmlns:a="http://schemas.openxmlformats.org/drawingml/2006/main">
              <a:ext uri="{FF2B5EF4-FFF2-40B4-BE49-F238E27FC236}">
                <a16:creationId xmlns:a16="http://schemas.microsoft.com/office/drawing/2014/main" id="{B1E8ECB0-AF8C-4FE7-A865-530AC1F1C247}"/>
              </a:ext>
            </a:extLst>
          </p:cNvPr>
          <p:cNvSpPr>
            <a:spLocks xmlns:a="http://schemas.openxmlformats.org/drawingml/2006/main" noGrp="1"/>
          </p:cNvSpPr>
          <p:nvPr/>
        </p:nvSpPr>
        <p:spPr>
          <a:xfrm xmlns:a="http://schemas.openxmlformats.org/drawingml/2006/main">
            <a:off x="10772775" y="4962525"/>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PASS</a:t>
            </a:r>
            <a:endParaRPr/>
          </a:p>
        </p:txBody>
      </p:sp>
      <p:sp>
        <p:nvSpPr>
          <p:cNvPr id="1490" name="Google Shape;1490;p24">
            <a:extLst xmlns:a="http://schemas.openxmlformats.org/drawingml/2006/main">
              <a:ext uri="{FF2B5EF4-FFF2-40B4-BE49-F238E27FC236}">
                <a16:creationId xmlns:a16="http://schemas.microsoft.com/office/drawing/2014/main" id="{CB135921-2B4B-42BC-AB7D-25094C5D7BDC}"/>
              </a:ext>
            </a:extLst>
          </p:cNvPr>
          <p:cNvSpPr>
            <a:spLocks xmlns:a="http://schemas.openxmlformats.org/drawingml/2006/main" noGrp="1"/>
          </p:cNvSpPr>
          <p:nvPr/>
        </p:nvSpPr>
        <p:spPr>
          <a:xfrm xmlns:a="http://schemas.openxmlformats.org/drawingml/2006/main">
            <a:off x="781050" y="5467350"/>
            <a:ext cx="10629900" cy="533400"/>
          </a:xfrm>
          <a:prstGeom xmlns:a="http://schemas.openxmlformats.org/drawingml/2006/main" prst="roundRect">
            <a:avLst>
              <a:gd name="adj" fmla="val 14286"/>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1" name="Google Shape;1491;p24">
            <a:extLst xmlns:a="http://schemas.openxmlformats.org/drawingml/2006/main">
              <a:ext uri="{FF2B5EF4-FFF2-40B4-BE49-F238E27FC236}">
                <a16:creationId xmlns:a16="http://schemas.microsoft.com/office/drawing/2014/main" id="{D0D6CB1E-D277-47F4-A65D-9FF740851208}"/>
              </a:ext>
            </a:extLst>
          </p:cNvPr>
          <p:cNvSpPr>
            <a:spLocks xmlns:a="http://schemas.openxmlformats.org/drawingml/2006/main" noGrp="1"/>
          </p:cNvSpPr>
          <p:nvPr/>
        </p:nvSpPr>
        <p:spPr>
          <a:xfrm xmlns:a="http://schemas.openxmlformats.org/drawingml/2006/main">
            <a:off x="1000125" y="5514975"/>
            <a:ext cx="12382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800"/>
              <a:buFont typeface="Arial"/>
              <a:buNone/>
            </a:pPr>
            <a:r>
              <a:rPr sz="1800" b="1">
                <a:solidFill>
                  <a:srgbClr val="2F6F57"/>
                </a:solidFill>
              </a:rPr>
              <a:t>12 / 12</a:t>
            </a:r>
            <a:endParaRPr/>
          </a:p>
        </p:txBody>
      </p:sp>
      <p:sp>
        <p:nvSpPr>
          <p:cNvPr id="1492" name="Google Shape;1492;p24">
            <a:extLst xmlns:a="http://schemas.openxmlformats.org/drawingml/2006/main">
              <a:ext uri="{FF2B5EF4-FFF2-40B4-BE49-F238E27FC236}">
                <a16:creationId xmlns:a16="http://schemas.microsoft.com/office/drawing/2014/main" id="{6090527F-2309-4359-BA6A-5FDE9BF6A852}"/>
              </a:ext>
            </a:extLst>
          </p:cNvPr>
          <p:cNvSpPr>
            <a:spLocks xmlns:a="http://schemas.openxmlformats.org/drawingml/2006/main" noGrp="1"/>
          </p:cNvSpPr>
          <p:nvPr/>
        </p:nvSpPr>
        <p:spPr>
          <a:xfrm xmlns:a="http://schemas.openxmlformats.org/drawingml/2006/main">
            <a:off x="2238375" y="5562600"/>
            <a:ext cx="2095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938"/>
              <a:buFont typeface="Arial"/>
              <a:buNone/>
            </a:pPr>
            <a:r>
              <a:rPr sz="938" b="1">
                <a:solidFill>
                  <a:srgbClr val="1A1A2E"/>
                </a:solidFill>
              </a:rPr>
              <a:t>required cases passed</a:t>
            </a:r>
            <a:endParaRPr/>
          </a:p>
        </p:txBody>
      </p:sp>
      <p:sp>
        <p:nvSpPr>
          <p:cNvPr id="1493" name="Google Shape;1493;p24">
            <a:extLst xmlns:a="http://schemas.openxmlformats.org/drawingml/2006/main">
              <a:ext uri="{FF2B5EF4-FFF2-40B4-BE49-F238E27FC236}">
                <a16:creationId xmlns:a16="http://schemas.microsoft.com/office/drawing/2014/main" id="{8C39B03E-1014-4186-A28E-91E7FE41FB9F}"/>
              </a:ext>
            </a:extLst>
          </p:cNvPr>
          <p:cNvSpPr>
            <a:spLocks xmlns:a="http://schemas.openxmlformats.org/drawingml/2006/main" noGrp="1"/>
          </p:cNvSpPr>
          <p:nvPr/>
        </p:nvSpPr>
        <p:spPr>
          <a:xfrm xmlns:a="http://schemas.openxmlformats.org/drawingml/2006/main">
            <a:off x="5095875" y="5562600"/>
            <a:ext cx="2095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100% groundedness</a:t>
            </a:r>
            <a:endParaRPr/>
          </a:p>
        </p:txBody>
      </p:sp>
      <p:sp>
        <p:nvSpPr>
          <p:cNvPr id="1494" name="Google Shape;1494;p24">
            <a:extLst xmlns:a="http://schemas.openxmlformats.org/drawingml/2006/main">
              <a:ext uri="{FF2B5EF4-FFF2-40B4-BE49-F238E27FC236}">
                <a16:creationId xmlns:a16="http://schemas.microsoft.com/office/drawing/2014/main" id="{550145BB-FD6D-4599-884F-E49AEFCE1CCA}"/>
              </a:ext>
            </a:extLst>
          </p:cNvPr>
          <p:cNvSpPr>
            <a:spLocks xmlns:a="http://schemas.openxmlformats.org/drawingml/2006/main" noGrp="1"/>
          </p:cNvSpPr>
          <p:nvPr/>
        </p:nvSpPr>
        <p:spPr>
          <a:xfrm xmlns:a="http://schemas.openxmlformats.org/drawingml/2006/main">
            <a:off x="7905750" y="5562600"/>
            <a:ext cx="2476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050"/>
              <a:buFont typeface="Arial"/>
              <a:buNone/>
            </a:pPr>
            <a:r>
              <a:rPr sz="1050" b="1">
                <a:solidFill>
                  <a:srgbClr val="1A1A2E"/>
                </a:solidFill>
              </a:rPr>
              <a:t>0 unsupported claims</a:t>
            </a:r>
            <a:endParaRPr/>
          </a:p>
        </p:txBody>
      </p:sp>
      <p:sp>
        <p:nvSpPr>
          <p:cNvPr id="1495" name="Google Shape;1495;p24">
            <a:extLst xmlns:a="http://schemas.openxmlformats.org/drawingml/2006/main">
              <a:ext uri="{FF2B5EF4-FFF2-40B4-BE49-F238E27FC236}">
                <a16:creationId xmlns:a16="http://schemas.microsoft.com/office/drawing/2014/main" id="{99763355-20F4-466B-AC2A-398D0A0A0B89}"/>
              </a:ext>
            </a:extLst>
          </p:cNvPr>
          <p:cNvSpPr>
            <a:spLocks xmlns:a="http://schemas.openxmlformats.org/drawingml/2006/main" noGrp="1"/>
          </p:cNvSpPr>
          <p:nvPr/>
        </p:nvSpPr>
        <p:spPr>
          <a:xfrm xmlns:a="http://schemas.openxmlformats.org/drawingml/2006/main">
            <a:off x="1104900" y="5781675"/>
            <a:ext cx="9982200" cy="142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53"/>
              <a:buFont typeface="Arial"/>
              <a:buNone/>
            </a:pPr>
            <a:r>
              <a:rPr sz="653" b="1">
                <a:solidFill>
                  <a:srgbClr val="2F6F57"/>
                </a:solidFill>
              </a:rPr>
              <a:t>12 Langfuse traces preserved · T1–T10 successful run metadata · T11 n8n 8621 · T12 n8n 8788</a:t>
            </a:r>
            <a:endParaRPr/>
          </a:p>
        </p:txBody>
      </p:sp>
      <p:sp>
        <p:nvSpPr>
          <p:cNvPr id="1496" name="Google Shape;1496;p24">
            <a:extLst xmlns:a="http://schemas.openxmlformats.org/drawingml/2006/main">
              <a:ext uri="{FF2B5EF4-FFF2-40B4-BE49-F238E27FC236}">
                <a16:creationId xmlns:a16="http://schemas.microsoft.com/office/drawing/2014/main" id="{FDC67E90-ECBD-406B-BDC7-E5407986B02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7" name="Google Shape;1497;p24">
            <a:extLst xmlns:a="http://schemas.openxmlformats.org/drawingml/2006/main">
              <a:ext uri="{FF2B5EF4-FFF2-40B4-BE49-F238E27FC236}">
                <a16:creationId xmlns:a16="http://schemas.microsoft.com/office/drawing/2014/main" id="{662E03D6-9A36-4723-984A-8490B9394BC8}"/>
              </a:ext>
            </a:extLst>
          </p:cNvPr>
          <p:cNvSpPr>
            <a:spLocks xmlns:a="http://schemas.openxmlformats.org/drawingml/2006/main" noGrp="1"/>
          </p:cNvSpPr>
          <p:nvPr/>
        </p:nvSpPr>
        <p:spPr>
          <a:xfrm xmlns:a="http://schemas.openxmlformats.org/drawingml/2006/main">
            <a:off x="781050" y="6381750"/>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A5</a:t>
            </a:r>
            <a:endParaRPr/>
          </a:p>
        </p:txBody>
      </p:sp>
      <p:sp>
        <p:nvSpPr>
          <p:cNvPr id="1498" name="Google Shape;1498;p24">
            <a:extLst xmlns:a="http://schemas.openxmlformats.org/drawingml/2006/main">
              <a:ext uri="{FF2B5EF4-FFF2-40B4-BE49-F238E27FC236}">
                <a16:creationId xmlns:a16="http://schemas.microsoft.com/office/drawing/2014/main" id="{1F3C20F6-7F07-48F2-80C0-47D971D86BE2}"/>
              </a:ext>
            </a:extLst>
          </p:cNvPr>
          <p:cNvSpPr>
            <a:spLocks xmlns:a="http://schemas.openxmlformats.org/drawingml/2006/main" noGrp="1"/>
          </p:cNvSpPr>
          <p:nvPr/>
        </p:nvSpPr>
        <p:spPr>
          <a:xfrm xmlns:a="http://schemas.openxmlformats.org/drawingml/2006/main">
            <a:off x="2705100" y="6343650"/>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163"/>
              <a:buFont typeface="Arial"/>
              <a:buNone/>
            </a:pPr>
            <a:r>
              <a:rPr sz="1163" b="1">
                <a:solidFill>
                  <a:srgbClr val="FFFFFF"/>
                </a:solidFill>
              </a:rPr>
              <a:t>The baseline tests reward faithful uncertainty and refusal—not confident completion at any cost.</a:t>
            </a:r>
            <a:endParaRPr/>
          </a:p>
        </p:txBody>
      </p:sp>
    </p:spTree>
    <p:extLst>
      <p:ext uri="{BB962C8B-B14F-4D97-AF65-F5344CB8AC3E}">
        <p14:creationId xmlns:p14="http://schemas.microsoft.com/office/powerpoint/2010/main" val="811242636"/>
      </p:ext>
    </p:extLst>
  </p:cSld>
</p:sld>
</file>

<file path=ppt/slides/slide25.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504" name="Google Shape;1504;p25">
            <a:extLst xmlns:a="http://schemas.openxmlformats.org/drawingml/2006/main">
              <a:ext uri="{FF2B5EF4-FFF2-40B4-BE49-F238E27FC236}">
                <a16:creationId xmlns:a16="http://schemas.microsoft.com/office/drawing/2014/main" id="{1BF33031-B224-4785-8771-D04698D8AE5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05" name="Google Shape;1505;p25">
            <a:extLst xmlns:a="http://schemas.openxmlformats.org/drawingml/2006/main">
              <a:ext uri="{FF2B5EF4-FFF2-40B4-BE49-F238E27FC236}">
                <a16:creationId xmlns:a16="http://schemas.microsoft.com/office/drawing/2014/main" id="{0B84686E-8DD8-4ADE-A28C-A484BC499586}"/>
              </a:ext>
            </a:extLst>
          </p:cNvPr>
          <p:cNvSpPr>
            <a:spLocks xmlns:a="http://schemas.openxmlformats.org/drawingml/2006/main" noGrp="1"/>
          </p:cNvSpPr>
          <p:nvPr/>
        </p:nvSpPr>
        <p:spPr>
          <a:xfrm xmlns:a="http://schemas.openxmlformats.org/drawingml/2006/main">
            <a:off x="514350" y="590550"/>
            <a:ext cx="66675" cy="7239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06" name="Google Shape;1506;p25">
            <a:extLst xmlns:a="http://schemas.openxmlformats.org/drawingml/2006/main">
              <a:ext uri="{FF2B5EF4-FFF2-40B4-BE49-F238E27FC236}">
                <a16:creationId xmlns:a16="http://schemas.microsoft.com/office/drawing/2014/main" id="{AD0D00C5-3A5B-4643-A8E5-046CB9B51B6D}"/>
              </a:ext>
            </a:extLst>
          </p:cNvPr>
          <p:cNvSpPr>
            <a:spLocks xmlns:a="http://schemas.openxmlformats.org/drawingml/2006/main" noGrp="1"/>
          </p:cNvSpPr>
          <p:nvPr/>
        </p:nvSpPr>
        <p:spPr>
          <a:xfrm xmlns:a="http://schemas.openxmlformats.org/drawingml/2006/main">
            <a:off x="781050" y="438150"/>
            <a:ext cx="87630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38"/>
              <a:buFont typeface="Arial"/>
              <a:buNone/>
            </a:pPr>
            <a:r>
              <a:rPr sz="938" b="1">
                <a:solidFill>
                  <a:srgbClr val="B85042"/>
                </a:solidFill>
              </a:rPr>
              <a:t>A6  ·  BASELINE INPUT → OUTPUT EVIDENCE · T1–T6</a:t>
            </a:r>
            <a:endParaRPr/>
          </a:p>
        </p:txBody>
      </p:sp>
      <p:sp>
        <p:nvSpPr>
          <p:cNvPr id="1507" name="Google Shape;1507;p25">
            <a:extLst xmlns:a="http://schemas.openxmlformats.org/drawingml/2006/main">
              <a:ext uri="{FF2B5EF4-FFF2-40B4-BE49-F238E27FC236}">
                <a16:creationId xmlns:a16="http://schemas.microsoft.com/office/drawing/2014/main" id="{8D7560A2-85BE-4171-BB13-BA883D05A80A}"/>
              </a:ext>
            </a:extLst>
          </p:cNvPr>
          <p:cNvSpPr>
            <a:spLocks xmlns:a="http://schemas.openxmlformats.org/drawingml/2006/main" noGrp="1"/>
          </p:cNvSpPr>
          <p:nvPr/>
        </p:nvSpPr>
        <p:spPr>
          <a:xfrm xmlns:a="http://schemas.openxmlformats.org/drawingml/2006/main">
            <a:off x="781050" y="723900"/>
            <a:ext cx="106299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325"/>
              <a:buFont typeface="Arial"/>
              <a:buNone/>
            </a:pPr>
            <a:r>
              <a:rPr sz="2325" b="1">
                <a:solidFill>
                  <a:srgbClr val="1A1A2E"/>
                </a:solidFill>
              </a:rPr>
              <a:t>Every extraction test preserves the supplied facts and uncertainty</a:t>
            </a:r>
            <a:endParaRPr/>
          </a:p>
        </p:txBody>
      </p:sp>
      <p:sp>
        <p:nvSpPr>
          <p:cNvPr id="1508" name="Google Shape;1508;p25">
            <a:extLst xmlns:a="http://schemas.openxmlformats.org/drawingml/2006/main">
              <a:ext uri="{FF2B5EF4-FFF2-40B4-BE49-F238E27FC236}">
                <a16:creationId xmlns:a16="http://schemas.microsoft.com/office/drawing/2014/main" id="{0D9B27EE-96E1-4251-B0F2-9430ECC7BF11}"/>
              </a:ext>
            </a:extLst>
          </p:cNvPr>
          <p:cNvSpPr>
            <a:spLocks xmlns:a="http://schemas.openxmlformats.org/drawingml/2006/main" noGrp="1"/>
          </p:cNvSpPr>
          <p:nvPr/>
        </p:nvSpPr>
        <p:spPr>
          <a:xfrm xmlns:a="http://schemas.openxmlformats.org/drawingml/2006/main">
            <a:off x="781050" y="1238250"/>
            <a:ext cx="10629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35"/>
              <a:buFont typeface="Arial"/>
              <a:buNone/>
            </a:pPr>
            <a:r>
              <a:rPr sz="1035">
                <a:solidFill>
                  <a:srgbClr val="666B70"/>
                </a:solidFill>
              </a:rPr>
              <a:t>Exact source strings are paired with the actual structured fields emitted by the validated Requirement Extractor release.</a:t>
            </a:r>
            <a:endParaRPr/>
          </a:p>
        </p:txBody>
      </p:sp>
      <p:sp>
        <p:nvSpPr>
          <p:cNvPr id="1509" name="Google Shape;1509;p25">
            <a:extLst xmlns:a="http://schemas.openxmlformats.org/drawingml/2006/main">
              <a:ext uri="{FF2B5EF4-FFF2-40B4-BE49-F238E27FC236}">
                <a16:creationId xmlns:a16="http://schemas.microsoft.com/office/drawing/2014/main" id="{7C19731A-456C-4E55-A10C-85F7E08C343E}"/>
              </a:ext>
            </a:extLst>
          </p:cNvPr>
          <p:cNvSpPr>
            <a:spLocks xmlns:a="http://schemas.openxmlformats.org/drawingml/2006/main" noGrp="1"/>
          </p:cNvSpPr>
          <p:nvPr/>
        </p:nvSpPr>
        <p:spPr>
          <a:xfrm xmlns:a="http://schemas.openxmlformats.org/drawingml/2006/main">
            <a:off x="1323975" y="1657350"/>
            <a:ext cx="38576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88"/>
              <a:buFont typeface="Arial"/>
              <a:buNone/>
            </a:pPr>
            <a:r>
              <a:rPr sz="788" b="1">
                <a:solidFill>
                  <a:srgbClr val="3B6EBF"/>
                </a:solidFill>
              </a:rPr>
              <a:t>EXACT BASELINE INPUT</a:t>
            </a:r>
            <a:endParaRPr/>
          </a:p>
        </p:txBody>
      </p:sp>
      <p:sp>
        <p:nvSpPr>
          <p:cNvPr id="1510" name="Google Shape;1510;p25">
            <a:extLst xmlns:a="http://schemas.openxmlformats.org/drawingml/2006/main">
              <a:ext uri="{FF2B5EF4-FFF2-40B4-BE49-F238E27FC236}">
                <a16:creationId xmlns:a16="http://schemas.microsoft.com/office/drawing/2014/main" id="{03A0031F-4F65-4470-943D-2769665E8A86}"/>
              </a:ext>
            </a:extLst>
          </p:cNvPr>
          <p:cNvSpPr>
            <a:spLocks xmlns:a="http://schemas.openxmlformats.org/drawingml/2006/main" noGrp="1"/>
          </p:cNvSpPr>
          <p:nvPr/>
        </p:nvSpPr>
        <p:spPr>
          <a:xfrm xmlns:a="http://schemas.openxmlformats.org/drawingml/2006/main">
            <a:off x="5372100" y="1657350"/>
            <a:ext cx="4476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ACTUAL PRESERVED OUTPUT</a:t>
            </a:r>
            <a:endParaRPr/>
          </a:p>
        </p:txBody>
      </p:sp>
      <p:sp>
        <p:nvSpPr>
          <p:cNvPr id="1511" name="Google Shape;1511;p25">
            <a:extLst xmlns:a="http://schemas.openxmlformats.org/drawingml/2006/main">
              <a:ext uri="{FF2B5EF4-FFF2-40B4-BE49-F238E27FC236}">
                <a16:creationId xmlns:a16="http://schemas.microsoft.com/office/drawing/2014/main" id="{A4BFDC13-3C40-427D-9631-63C390012C4B}"/>
              </a:ext>
            </a:extLst>
          </p:cNvPr>
          <p:cNvSpPr>
            <a:spLocks xmlns:a="http://schemas.openxmlformats.org/drawingml/2006/main" noGrp="1"/>
          </p:cNvSpPr>
          <p:nvPr/>
        </p:nvSpPr>
        <p:spPr>
          <a:xfrm xmlns:a="http://schemas.openxmlformats.org/drawingml/2006/main">
            <a:off x="10039350" y="1657350"/>
            <a:ext cx="12192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682"/>
              <a:buFont typeface="Arial"/>
              <a:buNone/>
            </a:pPr>
            <a:r>
              <a:rPr sz="682" b="1">
                <a:solidFill>
                  <a:srgbClr val="B85042"/>
                </a:solidFill>
              </a:rPr>
              <a:t>EXECUTION RECEIPT</a:t>
            </a:r>
            <a:endParaRPr/>
          </a:p>
        </p:txBody>
      </p:sp>
      <p:sp>
        <p:nvSpPr>
          <p:cNvPr id="1512" name="Google Shape;1512;p25">
            <a:extLst xmlns:a="http://schemas.openxmlformats.org/drawingml/2006/main">
              <a:ext uri="{FF2B5EF4-FFF2-40B4-BE49-F238E27FC236}">
                <a16:creationId xmlns:a16="http://schemas.microsoft.com/office/drawing/2014/main" id="{3D30B523-11A6-430F-9215-B7D6CE2407B9}"/>
              </a:ext>
            </a:extLst>
          </p:cNvPr>
          <p:cNvSpPr>
            <a:spLocks xmlns:a="http://schemas.openxmlformats.org/drawingml/2006/main" noGrp="1"/>
          </p:cNvSpPr>
          <p:nvPr/>
        </p:nvSpPr>
        <p:spPr>
          <a:xfrm xmlns:a="http://schemas.openxmlformats.org/drawingml/2006/main">
            <a:off x="685800" y="188595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13" name="Google Shape;1513;p25">
            <a:extLst xmlns:a="http://schemas.openxmlformats.org/drawingml/2006/main">
              <a:ext uri="{FF2B5EF4-FFF2-40B4-BE49-F238E27FC236}">
                <a16:creationId xmlns:a16="http://schemas.microsoft.com/office/drawing/2014/main" id="{A3713F12-C96B-45B1-BA52-6BE763E82B79}"/>
              </a:ext>
            </a:extLst>
          </p:cNvPr>
          <p:cNvSpPr>
            <a:spLocks xmlns:a="http://schemas.openxmlformats.org/drawingml/2006/main" noGrp="1"/>
          </p:cNvSpPr>
          <p:nvPr/>
        </p:nvSpPr>
        <p:spPr>
          <a:xfrm xmlns:a="http://schemas.openxmlformats.org/drawingml/2006/main">
            <a:off x="781050" y="2019300"/>
            <a:ext cx="400050" cy="371475"/>
          </a:xfrm>
          <a:prstGeom xmlns:a="http://schemas.openxmlformats.org/drawingml/2006/main" prst="roundRect">
            <a:avLst>
              <a:gd name="adj" fmla="val 2051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14" name="Google Shape;1514;p25">
            <a:extLst xmlns:a="http://schemas.openxmlformats.org/drawingml/2006/main">
              <a:ext uri="{FF2B5EF4-FFF2-40B4-BE49-F238E27FC236}">
                <a16:creationId xmlns:a16="http://schemas.microsoft.com/office/drawing/2014/main" id="{885F2F8E-D6AD-4C5C-AB96-C034962725B5}"/>
              </a:ext>
            </a:extLst>
          </p:cNvPr>
          <p:cNvSpPr>
            <a:spLocks xmlns:a="http://schemas.openxmlformats.org/drawingml/2006/main" noGrp="1"/>
          </p:cNvSpPr>
          <p:nvPr/>
        </p:nvSpPr>
        <p:spPr>
          <a:xfrm xmlns:a="http://schemas.openxmlformats.org/drawingml/2006/main">
            <a:off x="781050" y="210502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T1</a:t>
            </a:r>
            <a:endParaRPr/>
          </a:p>
        </p:txBody>
      </p:sp>
      <p:sp>
        <p:nvSpPr>
          <p:cNvPr id="1515" name="Google Shape;1515;p25">
            <a:extLst xmlns:a="http://schemas.openxmlformats.org/drawingml/2006/main">
              <a:ext uri="{FF2B5EF4-FFF2-40B4-BE49-F238E27FC236}">
                <a16:creationId xmlns:a16="http://schemas.microsoft.com/office/drawing/2014/main" id="{00DE01E3-EFA4-4F23-85E4-4644B319B40C}"/>
              </a:ext>
            </a:extLst>
          </p:cNvPr>
          <p:cNvSpPr>
            <a:spLocks xmlns:a="http://schemas.openxmlformats.org/drawingml/2006/main" noGrp="1"/>
          </p:cNvSpPr>
          <p:nvPr/>
        </p:nvSpPr>
        <p:spPr>
          <a:xfrm xmlns:a="http://schemas.openxmlformats.org/drawingml/2006/main">
            <a:off x="1323975" y="195262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“The user should be able to filter reports by date range, category, and status. Results must load in under 2 seconds. PM: Sarah. Deadline: Q3.”</a:t>
            </a:r>
            <a:endParaRPr/>
          </a:p>
        </p:txBody>
      </p:sp>
      <p:sp>
        <p:nvSpPr>
          <p:cNvPr id="1516" name="Google Shape;1516;p25">
            <a:extLst xmlns:a="http://schemas.openxmlformats.org/drawingml/2006/main">
              <a:ext uri="{FF2B5EF4-FFF2-40B4-BE49-F238E27FC236}">
                <a16:creationId xmlns:a16="http://schemas.microsoft.com/office/drawing/2014/main" id="{3FE95B14-2E5B-49E4-8779-C94864034AD1}"/>
              </a:ext>
            </a:extLst>
          </p:cNvPr>
          <p:cNvSpPr>
            <a:spLocks xmlns:a="http://schemas.openxmlformats.org/drawingml/2006/main" noGrp="1"/>
          </p:cNvSpPr>
          <p:nvPr/>
        </p:nvSpPr>
        <p:spPr>
          <a:xfrm xmlns:a="http://schemas.openxmlformats.org/drawingml/2006/main">
            <a:off x="5372100" y="195262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complete · FR-001 report filtering · NFR-001 &lt;2 sec · STK-001 Sarah · DDL-001 Q3</a:t>
            </a:r>
            <a:endParaRPr/>
          </a:p>
        </p:txBody>
      </p:sp>
      <p:sp>
        <p:nvSpPr>
          <p:cNvPr id="1517" name="Google Shape;1517;p25">
            <a:extLst xmlns:a="http://schemas.openxmlformats.org/drawingml/2006/main">
              <a:ext uri="{FF2B5EF4-FFF2-40B4-BE49-F238E27FC236}">
                <a16:creationId xmlns:a16="http://schemas.microsoft.com/office/drawing/2014/main" id="{B780450A-7D08-41EC-8849-823B5E5288F0}"/>
              </a:ext>
            </a:extLst>
          </p:cNvPr>
          <p:cNvSpPr>
            <a:spLocks xmlns:a="http://schemas.openxmlformats.org/drawingml/2006/main" noGrp="1"/>
          </p:cNvSpPr>
          <p:nvPr/>
        </p:nvSpPr>
        <p:spPr>
          <a:xfrm xmlns:a="http://schemas.openxmlformats.org/drawingml/2006/main">
            <a:off x="10039350" y="198120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RUN-T1-1785799870489</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f14cab…0002</a:t>
            </a:r>
            <a:endParaRPr/>
          </a:p>
        </p:txBody>
      </p:sp>
      <p:sp>
        <p:nvSpPr>
          <p:cNvPr id="1518" name="Google Shape;1518;p25">
            <a:extLst xmlns:a="http://schemas.openxmlformats.org/drawingml/2006/main">
              <a:ext uri="{FF2B5EF4-FFF2-40B4-BE49-F238E27FC236}">
                <a16:creationId xmlns:a16="http://schemas.microsoft.com/office/drawing/2014/main" id="{D3A3A5C9-264B-4E3D-8822-AF48B775783C}"/>
              </a:ext>
            </a:extLst>
          </p:cNvPr>
          <p:cNvSpPr>
            <a:spLocks xmlns:a="http://schemas.openxmlformats.org/drawingml/2006/main" noGrp="1"/>
          </p:cNvSpPr>
          <p:nvPr/>
        </p:nvSpPr>
        <p:spPr>
          <a:xfrm xmlns:a="http://schemas.openxmlformats.org/drawingml/2006/main">
            <a:off x="10239375" y="228600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19" name="Google Shape;1519;p25">
            <a:extLst xmlns:a="http://schemas.openxmlformats.org/drawingml/2006/main">
              <a:ext uri="{FF2B5EF4-FFF2-40B4-BE49-F238E27FC236}">
                <a16:creationId xmlns:a16="http://schemas.microsoft.com/office/drawing/2014/main" id="{26123D4C-F8C6-4547-B788-5EF8B459136D}"/>
              </a:ext>
            </a:extLst>
          </p:cNvPr>
          <p:cNvSpPr>
            <a:spLocks xmlns:a="http://schemas.openxmlformats.org/drawingml/2006/main" noGrp="1"/>
          </p:cNvSpPr>
          <p:nvPr/>
        </p:nvSpPr>
        <p:spPr>
          <a:xfrm xmlns:a="http://schemas.openxmlformats.org/drawingml/2006/main">
            <a:off x="10239375" y="229552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520" name="Google Shape;1520;p25">
            <a:extLst xmlns:a="http://schemas.openxmlformats.org/drawingml/2006/main">
              <a:ext uri="{FF2B5EF4-FFF2-40B4-BE49-F238E27FC236}">
                <a16:creationId xmlns:a16="http://schemas.microsoft.com/office/drawing/2014/main" id="{AFA2E0A9-15D1-435F-B5B0-4D4BAD076999}"/>
              </a:ext>
            </a:extLst>
          </p:cNvPr>
          <p:cNvSpPr>
            <a:spLocks xmlns:a="http://schemas.openxmlformats.org/drawingml/2006/main" noGrp="1"/>
          </p:cNvSpPr>
          <p:nvPr/>
        </p:nvSpPr>
        <p:spPr>
          <a:xfrm xmlns:a="http://schemas.openxmlformats.org/drawingml/2006/main">
            <a:off x="685800" y="255270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21" name="Google Shape;1521;p25">
            <a:extLst xmlns:a="http://schemas.openxmlformats.org/drawingml/2006/main">
              <a:ext uri="{FF2B5EF4-FFF2-40B4-BE49-F238E27FC236}">
                <a16:creationId xmlns:a16="http://schemas.microsoft.com/office/drawing/2014/main" id="{32F1927F-046A-4A64-A38C-3C5909375603}"/>
              </a:ext>
            </a:extLst>
          </p:cNvPr>
          <p:cNvSpPr>
            <a:spLocks xmlns:a="http://schemas.openxmlformats.org/drawingml/2006/main" noGrp="1"/>
          </p:cNvSpPr>
          <p:nvPr/>
        </p:nvSpPr>
        <p:spPr>
          <a:xfrm xmlns:a="http://schemas.openxmlformats.org/drawingml/2006/main">
            <a:off x="781050" y="2686050"/>
            <a:ext cx="400050" cy="371475"/>
          </a:xfrm>
          <a:prstGeom xmlns:a="http://schemas.openxmlformats.org/drawingml/2006/main" prst="roundRect">
            <a:avLst>
              <a:gd name="adj" fmla="val 2051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22" name="Google Shape;1522;p25">
            <a:extLst xmlns:a="http://schemas.openxmlformats.org/drawingml/2006/main">
              <a:ext uri="{FF2B5EF4-FFF2-40B4-BE49-F238E27FC236}">
                <a16:creationId xmlns:a16="http://schemas.microsoft.com/office/drawing/2014/main" id="{AADF00C8-1966-4370-93CF-37CFD880A426}"/>
              </a:ext>
            </a:extLst>
          </p:cNvPr>
          <p:cNvSpPr>
            <a:spLocks xmlns:a="http://schemas.openxmlformats.org/drawingml/2006/main" noGrp="1"/>
          </p:cNvSpPr>
          <p:nvPr/>
        </p:nvSpPr>
        <p:spPr>
          <a:xfrm xmlns:a="http://schemas.openxmlformats.org/drawingml/2006/main">
            <a:off x="781050" y="277177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T2</a:t>
            </a:r>
            <a:endParaRPr/>
          </a:p>
        </p:txBody>
      </p:sp>
      <p:sp>
        <p:nvSpPr>
          <p:cNvPr id="1523" name="Google Shape;1523;p25">
            <a:extLst xmlns:a="http://schemas.openxmlformats.org/drawingml/2006/main">
              <a:ext uri="{FF2B5EF4-FFF2-40B4-BE49-F238E27FC236}">
                <a16:creationId xmlns:a16="http://schemas.microsoft.com/office/drawing/2014/main" id="{912E97F1-2750-4B4A-90B9-BDACAC0317ED}"/>
              </a:ext>
            </a:extLst>
          </p:cNvPr>
          <p:cNvSpPr>
            <a:spLocks xmlns:a="http://schemas.openxmlformats.org/drawingml/2006/main" noGrp="1"/>
          </p:cNvSpPr>
          <p:nvPr/>
        </p:nvSpPr>
        <p:spPr>
          <a:xfrm xmlns:a="http://schemas.openxmlformats.org/drawingml/2006/main">
            <a:off x="1323975" y="261937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“We need better reporting. Something like what Competitor X has.”</a:t>
            </a:r>
            <a:endParaRPr/>
          </a:p>
        </p:txBody>
      </p:sp>
      <p:sp>
        <p:nvSpPr>
          <p:cNvPr id="1524" name="Google Shape;1524;p25">
            <a:extLst xmlns:a="http://schemas.openxmlformats.org/drawingml/2006/main">
              <a:ext uri="{FF2B5EF4-FFF2-40B4-BE49-F238E27FC236}">
                <a16:creationId xmlns:a16="http://schemas.microsoft.com/office/drawing/2014/main" id="{7EC974E4-7217-4D6A-BE99-C49BFA3FE50E}"/>
              </a:ext>
            </a:extLst>
          </p:cNvPr>
          <p:cNvSpPr>
            <a:spLocks xmlns:a="http://schemas.openxmlformats.org/drawingml/2006/main" noGrp="1"/>
          </p:cNvSpPr>
          <p:nvPr/>
        </p:nvSpPr>
        <p:spPr>
          <a:xfrm xmlns:a="http://schemas.openxmlformats.org/drawingml/2006/main">
            <a:off x="5372100" y="261937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partial · FR-001 better reporting · MISS-001 users · MISS-002 success definition · MISS-003 format/delivery · MISS-004 competitor scope</a:t>
            </a:r>
            <a:endParaRPr/>
          </a:p>
        </p:txBody>
      </p:sp>
      <p:sp>
        <p:nvSpPr>
          <p:cNvPr id="1525" name="Google Shape;1525;p25">
            <a:extLst xmlns:a="http://schemas.openxmlformats.org/drawingml/2006/main">
              <a:ext uri="{FF2B5EF4-FFF2-40B4-BE49-F238E27FC236}">
                <a16:creationId xmlns:a16="http://schemas.microsoft.com/office/drawing/2014/main" id="{61BC7CED-7AC3-4C07-A446-233D571AD5DE}"/>
              </a:ext>
            </a:extLst>
          </p:cNvPr>
          <p:cNvSpPr>
            <a:spLocks xmlns:a="http://schemas.openxmlformats.org/drawingml/2006/main" noGrp="1"/>
          </p:cNvSpPr>
          <p:nvPr/>
        </p:nvSpPr>
        <p:spPr>
          <a:xfrm xmlns:a="http://schemas.openxmlformats.org/drawingml/2006/main">
            <a:off x="10039350" y="264795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114917…4b95</a:t>
            </a:r>
            <a:endParaRPr/>
          </a:p>
        </p:txBody>
      </p:sp>
      <p:sp>
        <p:nvSpPr>
          <p:cNvPr id="1526" name="Google Shape;1526;p25">
            <a:extLst xmlns:a="http://schemas.openxmlformats.org/drawingml/2006/main">
              <a:ext uri="{FF2B5EF4-FFF2-40B4-BE49-F238E27FC236}">
                <a16:creationId xmlns:a16="http://schemas.microsoft.com/office/drawing/2014/main" id="{7A5120F1-C73B-4998-8EA6-62116F17A045}"/>
              </a:ext>
            </a:extLst>
          </p:cNvPr>
          <p:cNvSpPr>
            <a:spLocks xmlns:a="http://schemas.openxmlformats.org/drawingml/2006/main" noGrp="1"/>
          </p:cNvSpPr>
          <p:nvPr/>
        </p:nvSpPr>
        <p:spPr>
          <a:xfrm xmlns:a="http://schemas.openxmlformats.org/drawingml/2006/main">
            <a:off x="10239375" y="295275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27" name="Google Shape;1527;p25">
            <a:extLst xmlns:a="http://schemas.openxmlformats.org/drawingml/2006/main">
              <a:ext uri="{FF2B5EF4-FFF2-40B4-BE49-F238E27FC236}">
                <a16:creationId xmlns:a16="http://schemas.microsoft.com/office/drawing/2014/main" id="{4CB71471-D103-4DBD-9A07-70CFF109328B}"/>
              </a:ext>
            </a:extLst>
          </p:cNvPr>
          <p:cNvSpPr>
            <a:spLocks xmlns:a="http://schemas.openxmlformats.org/drawingml/2006/main" noGrp="1"/>
          </p:cNvSpPr>
          <p:nvPr/>
        </p:nvSpPr>
        <p:spPr>
          <a:xfrm xmlns:a="http://schemas.openxmlformats.org/drawingml/2006/main">
            <a:off x="10239375" y="296227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528" name="Google Shape;1528;p25">
            <a:extLst xmlns:a="http://schemas.openxmlformats.org/drawingml/2006/main">
              <a:ext uri="{FF2B5EF4-FFF2-40B4-BE49-F238E27FC236}">
                <a16:creationId xmlns:a16="http://schemas.microsoft.com/office/drawing/2014/main" id="{4A9731A7-F96D-4489-B338-04876D306424}"/>
              </a:ext>
            </a:extLst>
          </p:cNvPr>
          <p:cNvSpPr>
            <a:spLocks xmlns:a="http://schemas.openxmlformats.org/drawingml/2006/main" noGrp="1"/>
          </p:cNvSpPr>
          <p:nvPr/>
        </p:nvSpPr>
        <p:spPr>
          <a:xfrm xmlns:a="http://schemas.openxmlformats.org/drawingml/2006/main">
            <a:off x="685800" y="321945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29" name="Google Shape;1529;p25">
            <a:extLst xmlns:a="http://schemas.openxmlformats.org/drawingml/2006/main">
              <a:ext uri="{FF2B5EF4-FFF2-40B4-BE49-F238E27FC236}">
                <a16:creationId xmlns:a16="http://schemas.microsoft.com/office/drawing/2014/main" id="{F2ADC431-E5B8-4B04-912F-78EA474FE38E}"/>
              </a:ext>
            </a:extLst>
          </p:cNvPr>
          <p:cNvSpPr>
            <a:spLocks xmlns:a="http://schemas.openxmlformats.org/drawingml/2006/main" noGrp="1"/>
          </p:cNvSpPr>
          <p:nvPr/>
        </p:nvSpPr>
        <p:spPr>
          <a:xfrm xmlns:a="http://schemas.openxmlformats.org/drawingml/2006/main">
            <a:off x="781050" y="3352800"/>
            <a:ext cx="400050" cy="371475"/>
          </a:xfrm>
          <a:prstGeom xmlns:a="http://schemas.openxmlformats.org/drawingml/2006/main" prst="roundRect">
            <a:avLst>
              <a:gd name="adj" fmla="val 2051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30" name="Google Shape;1530;p25">
            <a:extLst xmlns:a="http://schemas.openxmlformats.org/drawingml/2006/main">
              <a:ext uri="{FF2B5EF4-FFF2-40B4-BE49-F238E27FC236}">
                <a16:creationId xmlns:a16="http://schemas.microsoft.com/office/drawing/2014/main" id="{62069995-CD26-4829-B5DB-ABDA1011294B}"/>
              </a:ext>
            </a:extLst>
          </p:cNvPr>
          <p:cNvSpPr>
            <a:spLocks xmlns:a="http://schemas.openxmlformats.org/drawingml/2006/main" noGrp="1"/>
          </p:cNvSpPr>
          <p:nvPr/>
        </p:nvSpPr>
        <p:spPr>
          <a:xfrm xmlns:a="http://schemas.openxmlformats.org/drawingml/2006/main">
            <a:off x="781050" y="343852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T3</a:t>
            </a:r>
            <a:endParaRPr/>
          </a:p>
        </p:txBody>
      </p:sp>
      <p:sp>
        <p:nvSpPr>
          <p:cNvPr id="1531" name="Google Shape;1531;p25">
            <a:extLst xmlns:a="http://schemas.openxmlformats.org/drawingml/2006/main">
              <a:ext uri="{FF2B5EF4-FFF2-40B4-BE49-F238E27FC236}">
                <a16:creationId xmlns:a16="http://schemas.microsoft.com/office/drawing/2014/main" id="{5A2DA78A-C929-465F-9159-4E3F31B06F73}"/>
              </a:ext>
            </a:extLst>
          </p:cNvPr>
          <p:cNvSpPr>
            <a:spLocks xmlns:a="http://schemas.openxmlformats.org/drawingml/2006/main" noGrp="1"/>
          </p:cNvSpPr>
          <p:nvPr/>
        </p:nvSpPr>
        <p:spPr>
          <a:xfrm xmlns:a="http://schemas.openxmlformats.org/drawingml/2006/main">
            <a:off x="1323975" y="328612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“The dashboard should auto-refresh every 5 seconds. [Later in same meeting] Performance is critical, minimize API calls.”</a:t>
            </a:r>
            <a:endParaRPr/>
          </a:p>
        </p:txBody>
      </p:sp>
      <p:sp>
        <p:nvSpPr>
          <p:cNvPr id="1532" name="Google Shape;1532;p25">
            <a:extLst xmlns:a="http://schemas.openxmlformats.org/drawingml/2006/main">
              <a:ext uri="{FF2B5EF4-FFF2-40B4-BE49-F238E27FC236}">
                <a16:creationId xmlns:a16="http://schemas.microsoft.com/office/drawing/2014/main" id="{95D297FE-CEA2-4EB7-B7C8-6B81D4CACA66}"/>
              </a:ext>
            </a:extLst>
          </p:cNvPr>
          <p:cNvSpPr>
            <a:spLocks xmlns:a="http://schemas.openxmlformats.org/drawingml/2006/main" noGrp="1"/>
          </p:cNvSpPr>
          <p:nvPr/>
        </p:nvSpPr>
        <p:spPr>
          <a:xfrm xmlns:a="http://schemas.openxmlformats.org/drawingml/2006/main">
            <a:off x="5372100" y="328612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partial · FR-001 5-sec refresh · NFR-001 minimize API calls · CTR-001 conflict preserved unresolved</a:t>
            </a:r>
            <a:endParaRPr/>
          </a:p>
        </p:txBody>
      </p:sp>
      <p:sp>
        <p:nvSpPr>
          <p:cNvPr id="1533" name="Google Shape;1533;p25">
            <a:extLst xmlns:a="http://schemas.openxmlformats.org/drawingml/2006/main">
              <a:ext uri="{FF2B5EF4-FFF2-40B4-BE49-F238E27FC236}">
                <a16:creationId xmlns:a16="http://schemas.microsoft.com/office/drawing/2014/main" id="{FBB9E279-291D-4D25-ADED-8462609F508C}"/>
              </a:ext>
            </a:extLst>
          </p:cNvPr>
          <p:cNvSpPr>
            <a:spLocks xmlns:a="http://schemas.openxmlformats.org/drawingml/2006/main" noGrp="1"/>
          </p:cNvSpPr>
          <p:nvPr/>
        </p:nvSpPr>
        <p:spPr>
          <a:xfrm xmlns:a="http://schemas.openxmlformats.org/drawingml/2006/main">
            <a:off x="10039350" y="331470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1d107c…7d9d</a:t>
            </a:r>
            <a:endParaRPr/>
          </a:p>
        </p:txBody>
      </p:sp>
      <p:sp>
        <p:nvSpPr>
          <p:cNvPr id="1534" name="Google Shape;1534;p25">
            <a:extLst xmlns:a="http://schemas.openxmlformats.org/drawingml/2006/main">
              <a:ext uri="{FF2B5EF4-FFF2-40B4-BE49-F238E27FC236}">
                <a16:creationId xmlns:a16="http://schemas.microsoft.com/office/drawing/2014/main" id="{A42708D0-ED4F-46CC-B694-CA461CC70B22}"/>
              </a:ext>
            </a:extLst>
          </p:cNvPr>
          <p:cNvSpPr>
            <a:spLocks xmlns:a="http://schemas.openxmlformats.org/drawingml/2006/main" noGrp="1"/>
          </p:cNvSpPr>
          <p:nvPr/>
        </p:nvSpPr>
        <p:spPr>
          <a:xfrm xmlns:a="http://schemas.openxmlformats.org/drawingml/2006/main">
            <a:off x="10239375" y="361950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35" name="Google Shape;1535;p25">
            <a:extLst xmlns:a="http://schemas.openxmlformats.org/drawingml/2006/main">
              <a:ext uri="{FF2B5EF4-FFF2-40B4-BE49-F238E27FC236}">
                <a16:creationId xmlns:a16="http://schemas.microsoft.com/office/drawing/2014/main" id="{FE5E4D32-6A19-4D5A-987B-C091A7A13AD6}"/>
              </a:ext>
            </a:extLst>
          </p:cNvPr>
          <p:cNvSpPr>
            <a:spLocks xmlns:a="http://schemas.openxmlformats.org/drawingml/2006/main" noGrp="1"/>
          </p:cNvSpPr>
          <p:nvPr/>
        </p:nvSpPr>
        <p:spPr>
          <a:xfrm xmlns:a="http://schemas.openxmlformats.org/drawingml/2006/main">
            <a:off x="10239375" y="362902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536" name="Google Shape;1536;p25">
            <a:extLst xmlns:a="http://schemas.openxmlformats.org/drawingml/2006/main">
              <a:ext uri="{FF2B5EF4-FFF2-40B4-BE49-F238E27FC236}">
                <a16:creationId xmlns:a16="http://schemas.microsoft.com/office/drawing/2014/main" id="{010E35FB-81B7-419D-8C8B-777695A5254E}"/>
              </a:ext>
            </a:extLst>
          </p:cNvPr>
          <p:cNvSpPr>
            <a:spLocks xmlns:a="http://schemas.openxmlformats.org/drawingml/2006/main" noGrp="1"/>
          </p:cNvSpPr>
          <p:nvPr/>
        </p:nvSpPr>
        <p:spPr>
          <a:xfrm xmlns:a="http://schemas.openxmlformats.org/drawingml/2006/main">
            <a:off x="685800" y="388620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37" name="Google Shape;1537;p25">
            <a:extLst xmlns:a="http://schemas.openxmlformats.org/drawingml/2006/main">
              <a:ext uri="{FF2B5EF4-FFF2-40B4-BE49-F238E27FC236}">
                <a16:creationId xmlns:a16="http://schemas.microsoft.com/office/drawing/2014/main" id="{7A8C2F6F-904F-4D72-A51D-F6D571E9B5BE}"/>
              </a:ext>
            </a:extLst>
          </p:cNvPr>
          <p:cNvSpPr>
            <a:spLocks xmlns:a="http://schemas.openxmlformats.org/drawingml/2006/main" noGrp="1"/>
          </p:cNvSpPr>
          <p:nvPr/>
        </p:nvSpPr>
        <p:spPr>
          <a:xfrm xmlns:a="http://schemas.openxmlformats.org/drawingml/2006/main">
            <a:off x="781050" y="4019550"/>
            <a:ext cx="400050" cy="371475"/>
          </a:xfrm>
          <a:prstGeom xmlns:a="http://schemas.openxmlformats.org/drawingml/2006/main" prst="roundRect">
            <a:avLst>
              <a:gd name="adj" fmla="val 2051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38" name="Google Shape;1538;p25">
            <a:extLst xmlns:a="http://schemas.openxmlformats.org/drawingml/2006/main">
              <a:ext uri="{FF2B5EF4-FFF2-40B4-BE49-F238E27FC236}">
                <a16:creationId xmlns:a16="http://schemas.microsoft.com/office/drawing/2014/main" id="{395D8516-AE55-436E-A94E-4A23715A0B85}"/>
              </a:ext>
            </a:extLst>
          </p:cNvPr>
          <p:cNvSpPr>
            <a:spLocks xmlns:a="http://schemas.openxmlformats.org/drawingml/2006/main" noGrp="1"/>
          </p:cNvSpPr>
          <p:nvPr/>
        </p:nvSpPr>
        <p:spPr>
          <a:xfrm xmlns:a="http://schemas.openxmlformats.org/drawingml/2006/main">
            <a:off x="781050" y="410527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T4</a:t>
            </a:r>
            <a:endParaRPr/>
          </a:p>
        </p:txBody>
      </p:sp>
      <p:sp>
        <p:nvSpPr>
          <p:cNvPr id="1539" name="Google Shape;1539;p25">
            <a:extLst xmlns:a="http://schemas.openxmlformats.org/drawingml/2006/main">
              <a:ext uri="{FF2B5EF4-FFF2-40B4-BE49-F238E27FC236}">
                <a16:creationId xmlns:a16="http://schemas.microsoft.com/office/drawing/2014/main" id="{649F05B7-A5FA-4165-8204-D65F5D473576}"/>
              </a:ext>
            </a:extLst>
          </p:cNvPr>
          <p:cNvSpPr>
            <a:spLocks xmlns:a="http://schemas.openxmlformats.org/drawingml/2006/main" noGrp="1"/>
          </p:cNvSpPr>
          <p:nvPr/>
        </p:nvSpPr>
        <p:spPr>
          <a:xfrm xmlns:a="http://schemas.openxmlformats.org/drawingml/2006/main">
            <a:off x="1323975" y="395287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“Users need to export reports as PDF and CSV. PDF must include company logo. CSV must preserve formulas.”</a:t>
            </a:r>
            <a:endParaRPr/>
          </a:p>
        </p:txBody>
      </p:sp>
      <p:sp>
        <p:nvSpPr>
          <p:cNvPr id="1540" name="Google Shape;1540;p25">
            <a:extLst xmlns:a="http://schemas.openxmlformats.org/drawingml/2006/main">
              <a:ext uri="{FF2B5EF4-FFF2-40B4-BE49-F238E27FC236}">
                <a16:creationId xmlns:a16="http://schemas.microsoft.com/office/drawing/2014/main" id="{3A2E902C-F995-4E25-AD71-66B736E29911}"/>
              </a:ext>
            </a:extLst>
          </p:cNvPr>
          <p:cNvSpPr>
            <a:spLocks xmlns:a="http://schemas.openxmlformats.org/drawingml/2006/main" noGrp="1"/>
          </p:cNvSpPr>
          <p:nvPr/>
        </p:nvSpPr>
        <p:spPr>
          <a:xfrm xmlns:a="http://schemas.openxmlformats.org/drawingml/2006/main">
            <a:off x="5372100" y="395287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complete · FR-001 PDF/CSV export · AC-001 PDF logo · AC-002 CSV formulas preserved</a:t>
            </a:r>
            <a:endParaRPr/>
          </a:p>
        </p:txBody>
      </p:sp>
      <p:sp>
        <p:nvSpPr>
          <p:cNvPr id="1541" name="Google Shape;1541;p25">
            <a:extLst xmlns:a="http://schemas.openxmlformats.org/drawingml/2006/main">
              <a:ext uri="{FF2B5EF4-FFF2-40B4-BE49-F238E27FC236}">
                <a16:creationId xmlns:a16="http://schemas.microsoft.com/office/drawing/2014/main" id="{546C85B0-2633-438E-BE21-CD9FE172BFED}"/>
              </a:ext>
            </a:extLst>
          </p:cNvPr>
          <p:cNvSpPr>
            <a:spLocks xmlns:a="http://schemas.openxmlformats.org/drawingml/2006/main" noGrp="1"/>
          </p:cNvSpPr>
          <p:nvPr/>
        </p:nvSpPr>
        <p:spPr>
          <a:xfrm xmlns:a="http://schemas.openxmlformats.org/drawingml/2006/main">
            <a:off x="10039350" y="398145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119cf3…0901</a:t>
            </a:r>
            <a:endParaRPr/>
          </a:p>
        </p:txBody>
      </p:sp>
      <p:sp>
        <p:nvSpPr>
          <p:cNvPr id="1542" name="Google Shape;1542;p25">
            <a:extLst xmlns:a="http://schemas.openxmlformats.org/drawingml/2006/main">
              <a:ext uri="{FF2B5EF4-FFF2-40B4-BE49-F238E27FC236}">
                <a16:creationId xmlns:a16="http://schemas.microsoft.com/office/drawing/2014/main" id="{A1EF4D38-6D9C-4576-B88D-4DBBD32E4B2E}"/>
              </a:ext>
            </a:extLst>
          </p:cNvPr>
          <p:cNvSpPr>
            <a:spLocks xmlns:a="http://schemas.openxmlformats.org/drawingml/2006/main" noGrp="1"/>
          </p:cNvSpPr>
          <p:nvPr/>
        </p:nvSpPr>
        <p:spPr>
          <a:xfrm xmlns:a="http://schemas.openxmlformats.org/drawingml/2006/main">
            <a:off x="10239375" y="428625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43" name="Google Shape;1543;p25">
            <a:extLst xmlns:a="http://schemas.openxmlformats.org/drawingml/2006/main">
              <a:ext uri="{FF2B5EF4-FFF2-40B4-BE49-F238E27FC236}">
                <a16:creationId xmlns:a16="http://schemas.microsoft.com/office/drawing/2014/main" id="{37D81514-3D60-480E-9895-2724C7829E1F}"/>
              </a:ext>
            </a:extLst>
          </p:cNvPr>
          <p:cNvSpPr>
            <a:spLocks xmlns:a="http://schemas.openxmlformats.org/drawingml/2006/main" noGrp="1"/>
          </p:cNvSpPr>
          <p:nvPr/>
        </p:nvSpPr>
        <p:spPr>
          <a:xfrm xmlns:a="http://schemas.openxmlformats.org/drawingml/2006/main">
            <a:off x="10239375" y="429577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544" name="Google Shape;1544;p25">
            <a:extLst xmlns:a="http://schemas.openxmlformats.org/drawingml/2006/main">
              <a:ext uri="{FF2B5EF4-FFF2-40B4-BE49-F238E27FC236}">
                <a16:creationId xmlns:a16="http://schemas.microsoft.com/office/drawing/2014/main" id="{08819B77-A2EC-46C9-B948-889B9F881190}"/>
              </a:ext>
            </a:extLst>
          </p:cNvPr>
          <p:cNvSpPr>
            <a:spLocks xmlns:a="http://schemas.openxmlformats.org/drawingml/2006/main" noGrp="1"/>
          </p:cNvSpPr>
          <p:nvPr/>
        </p:nvSpPr>
        <p:spPr>
          <a:xfrm xmlns:a="http://schemas.openxmlformats.org/drawingml/2006/main">
            <a:off x="685800" y="455295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45" name="Google Shape;1545;p25">
            <a:extLst xmlns:a="http://schemas.openxmlformats.org/drawingml/2006/main">
              <a:ext uri="{FF2B5EF4-FFF2-40B4-BE49-F238E27FC236}">
                <a16:creationId xmlns:a16="http://schemas.microsoft.com/office/drawing/2014/main" id="{4EC85E1F-BEE4-4EC9-85FD-85AFD5FBE87D}"/>
              </a:ext>
            </a:extLst>
          </p:cNvPr>
          <p:cNvSpPr>
            <a:spLocks xmlns:a="http://schemas.openxmlformats.org/drawingml/2006/main" noGrp="1"/>
          </p:cNvSpPr>
          <p:nvPr/>
        </p:nvSpPr>
        <p:spPr>
          <a:xfrm xmlns:a="http://schemas.openxmlformats.org/drawingml/2006/main">
            <a:off x="781050" y="4686300"/>
            <a:ext cx="400050" cy="371475"/>
          </a:xfrm>
          <a:prstGeom xmlns:a="http://schemas.openxmlformats.org/drawingml/2006/main" prst="roundRect">
            <a:avLst>
              <a:gd name="adj" fmla="val 2051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46" name="Google Shape;1546;p25">
            <a:extLst xmlns:a="http://schemas.openxmlformats.org/drawingml/2006/main">
              <a:ext uri="{FF2B5EF4-FFF2-40B4-BE49-F238E27FC236}">
                <a16:creationId xmlns:a16="http://schemas.microsoft.com/office/drawing/2014/main" id="{0FDD3040-0DE5-443F-ACDB-9E660529AFB3}"/>
              </a:ext>
            </a:extLst>
          </p:cNvPr>
          <p:cNvSpPr>
            <a:spLocks xmlns:a="http://schemas.openxmlformats.org/drawingml/2006/main" noGrp="1"/>
          </p:cNvSpPr>
          <p:nvPr/>
        </p:nvSpPr>
        <p:spPr>
          <a:xfrm xmlns:a="http://schemas.openxmlformats.org/drawingml/2006/main">
            <a:off x="781050" y="477202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T5</a:t>
            </a:r>
            <a:endParaRPr/>
          </a:p>
        </p:txBody>
      </p:sp>
      <p:sp>
        <p:nvSpPr>
          <p:cNvPr id="1547" name="Google Shape;1547;p25">
            <a:extLst xmlns:a="http://schemas.openxmlformats.org/drawingml/2006/main">
              <a:ext uri="{FF2B5EF4-FFF2-40B4-BE49-F238E27FC236}">
                <a16:creationId xmlns:a16="http://schemas.microsoft.com/office/drawing/2014/main" id="{A0FAF3FA-8732-41F7-B4E5-196BB4B457DE}"/>
              </a:ext>
            </a:extLst>
          </p:cNvPr>
          <p:cNvSpPr>
            <a:spLocks xmlns:a="http://schemas.openxmlformats.org/drawingml/2006/main" noGrp="1"/>
          </p:cNvSpPr>
          <p:nvPr/>
        </p:nvSpPr>
        <p:spPr>
          <a:xfrm xmlns:a="http://schemas.openxmlformats.org/drawingml/2006/main">
            <a:off x="1323975" y="461962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“Discussed dashboard... John mentioned something about real-time... budget TBD...”</a:t>
            </a:r>
            <a:endParaRPr/>
          </a:p>
        </p:txBody>
      </p:sp>
      <p:sp>
        <p:nvSpPr>
          <p:cNvPr id="1548" name="Google Shape;1548;p25">
            <a:extLst xmlns:a="http://schemas.openxmlformats.org/drawingml/2006/main">
              <a:ext uri="{FF2B5EF4-FFF2-40B4-BE49-F238E27FC236}">
                <a16:creationId xmlns:a16="http://schemas.microsoft.com/office/drawing/2014/main" id="{0A08B7A3-5A38-4BA8-9998-CBA399AB7C96}"/>
              </a:ext>
            </a:extLst>
          </p:cNvPr>
          <p:cNvSpPr>
            <a:spLocks xmlns:a="http://schemas.openxmlformats.org/drawingml/2006/main" noGrp="1"/>
          </p:cNvSpPr>
          <p:nvPr/>
        </p:nvSpPr>
        <p:spPr>
          <a:xfrm xmlns:a="http://schemas.openxmlformats.org/drawingml/2006/main">
            <a:off x="5372100" y="461962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partial · no unsupported requirement · MISS-001 dashboard scope · MISS-002 real-time meaning · MISS-003 budget</a:t>
            </a:r>
            <a:endParaRPr/>
          </a:p>
        </p:txBody>
      </p:sp>
      <p:sp>
        <p:nvSpPr>
          <p:cNvPr id="1549" name="Google Shape;1549;p25">
            <a:extLst xmlns:a="http://schemas.openxmlformats.org/drawingml/2006/main">
              <a:ext uri="{FF2B5EF4-FFF2-40B4-BE49-F238E27FC236}">
                <a16:creationId xmlns:a16="http://schemas.microsoft.com/office/drawing/2014/main" id="{34CA45D3-10EC-45EC-88A2-B32B603150F9}"/>
              </a:ext>
            </a:extLst>
          </p:cNvPr>
          <p:cNvSpPr>
            <a:spLocks xmlns:a="http://schemas.openxmlformats.org/drawingml/2006/main" noGrp="1"/>
          </p:cNvSpPr>
          <p:nvPr/>
        </p:nvSpPr>
        <p:spPr>
          <a:xfrm xmlns:a="http://schemas.openxmlformats.org/drawingml/2006/main">
            <a:off x="10039350" y="464820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e6fd72…38e1</a:t>
            </a:r>
            <a:endParaRPr/>
          </a:p>
        </p:txBody>
      </p:sp>
      <p:sp>
        <p:nvSpPr>
          <p:cNvPr id="1550" name="Google Shape;1550;p25">
            <a:extLst xmlns:a="http://schemas.openxmlformats.org/drawingml/2006/main">
              <a:ext uri="{FF2B5EF4-FFF2-40B4-BE49-F238E27FC236}">
                <a16:creationId xmlns:a16="http://schemas.microsoft.com/office/drawing/2014/main" id="{AB318F7C-77F7-4492-9C5D-82EC9CA739E0}"/>
              </a:ext>
            </a:extLst>
          </p:cNvPr>
          <p:cNvSpPr>
            <a:spLocks xmlns:a="http://schemas.openxmlformats.org/drawingml/2006/main" noGrp="1"/>
          </p:cNvSpPr>
          <p:nvPr/>
        </p:nvSpPr>
        <p:spPr>
          <a:xfrm xmlns:a="http://schemas.openxmlformats.org/drawingml/2006/main">
            <a:off x="10239375" y="495300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51" name="Google Shape;1551;p25">
            <a:extLst xmlns:a="http://schemas.openxmlformats.org/drawingml/2006/main">
              <a:ext uri="{FF2B5EF4-FFF2-40B4-BE49-F238E27FC236}">
                <a16:creationId xmlns:a16="http://schemas.microsoft.com/office/drawing/2014/main" id="{C59B1E64-2DF0-45DA-ADC2-3433C2FCCEF6}"/>
              </a:ext>
            </a:extLst>
          </p:cNvPr>
          <p:cNvSpPr>
            <a:spLocks xmlns:a="http://schemas.openxmlformats.org/drawingml/2006/main" noGrp="1"/>
          </p:cNvSpPr>
          <p:nvPr/>
        </p:nvSpPr>
        <p:spPr>
          <a:xfrm xmlns:a="http://schemas.openxmlformats.org/drawingml/2006/main">
            <a:off x="10239375" y="496252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552" name="Google Shape;1552;p25">
            <a:extLst xmlns:a="http://schemas.openxmlformats.org/drawingml/2006/main">
              <a:ext uri="{FF2B5EF4-FFF2-40B4-BE49-F238E27FC236}">
                <a16:creationId xmlns:a16="http://schemas.microsoft.com/office/drawing/2014/main" id="{81B47956-CB87-40DE-A039-6A5AF065C5BA}"/>
              </a:ext>
            </a:extLst>
          </p:cNvPr>
          <p:cNvSpPr>
            <a:spLocks xmlns:a="http://schemas.openxmlformats.org/drawingml/2006/main" noGrp="1"/>
          </p:cNvSpPr>
          <p:nvPr/>
        </p:nvSpPr>
        <p:spPr>
          <a:xfrm xmlns:a="http://schemas.openxmlformats.org/drawingml/2006/main">
            <a:off x="685800" y="521970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53" name="Google Shape;1553;p25">
            <a:extLst xmlns:a="http://schemas.openxmlformats.org/drawingml/2006/main">
              <a:ext uri="{FF2B5EF4-FFF2-40B4-BE49-F238E27FC236}">
                <a16:creationId xmlns:a16="http://schemas.microsoft.com/office/drawing/2014/main" id="{24BB9895-FBE1-46BB-9B43-9DF65177F30F}"/>
              </a:ext>
            </a:extLst>
          </p:cNvPr>
          <p:cNvSpPr>
            <a:spLocks xmlns:a="http://schemas.openxmlformats.org/drawingml/2006/main" noGrp="1"/>
          </p:cNvSpPr>
          <p:nvPr/>
        </p:nvSpPr>
        <p:spPr>
          <a:xfrm xmlns:a="http://schemas.openxmlformats.org/drawingml/2006/main">
            <a:off x="781050" y="5353050"/>
            <a:ext cx="400050" cy="371475"/>
          </a:xfrm>
          <a:prstGeom xmlns:a="http://schemas.openxmlformats.org/drawingml/2006/main" prst="roundRect">
            <a:avLst>
              <a:gd name="adj" fmla="val 20513"/>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54" name="Google Shape;1554;p25">
            <a:extLst xmlns:a="http://schemas.openxmlformats.org/drawingml/2006/main">
              <a:ext uri="{FF2B5EF4-FFF2-40B4-BE49-F238E27FC236}">
                <a16:creationId xmlns:a16="http://schemas.microsoft.com/office/drawing/2014/main" id="{029DE9D3-F729-485E-8161-686877990CCB}"/>
              </a:ext>
            </a:extLst>
          </p:cNvPr>
          <p:cNvSpPr>
            <a:spLocks xmlns:a="http://schemas.openxmlformats.org/drawingml/2006/main" noGrp="1"/>
          </p:cNvSpPr>
          <p:nvPr/>
        </p:nvSpPr>
        <p:spPr>
          <a:xfrm xmlns:a="http://schemas.openxmlformats.org/drawingml/2006/main">
            <a:off x="781050" y="543877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50"/>
              <a:buFont typeface="Arial"/>
              <a:buNone/>
            </a:pPr>
            <a:r>
              <a:rPr sz="750" b="1">
                <a:solidFill>
                  <a:srgbClr val="3B6EBF"/>
                </a:solidFill>
              </a:rPr>
              <a:t>T6</a:t>
            </a:r>
            <a:endParaRPr/>
          </a:p>
        </p:txBody>
      </p:sp>
      <p:sp>
        <p:nvSpPr>
          <p:cNvPr id="1555" name="Google Shape;1555;p25">
            <a:extLst xmlns:a="http://schemas.openxmlformats.org/drawingml/2006/main">
              <a:ext uri="{FF2B5EF4-FFF2-40B4-BE49-F238E27FC236}">
                <a16:creationId xmlns:a16="http://schemas.microsoft.com/office/drawing/2014/main" id="{1BBDC1F8-60F4-48C7-8C96-9DF6701C3BE3}"/>
              </a:ext>
            </a:extLst>
          </p:cNvPr>
          <p:cNvSpPr>
            <a:spLocks xmlns:a="http://schemas.openxmlformats.org/drawingml/2006/main" noGrp="1"/>
          </p:cNvSpPr>
          <p:nvPr/>
        </p:nvSpPr>
        <p:spPr>
          <a:xfrm xmlns:a="http://schemas.openxmlformats.org/drawingml/2006/main">
            <a:off x="1323975" y="528637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“Engineering wants microservices. Design wants single-page app. PM wants it shipped by March.”</a:t>
            </a:r>
            <a:endParaRPr/>
          </a:p>
        </p:txBody>
      </p:sp>
      <p:sp>
        <p:nvSpPr>
          <p:cNvPr id="1556" name="Google Shape;1556;p25">
            <a:extLst xmlns:a="http://schemas.openxmlformats.org/drawingml/2006/main">
              <a:ext uri="{FF2B5EF4-FFF2-40B4-BE49-F238E27FC236}">
                <a16:creationId xmlns:a16="http://schemas.microsoft.com/office/drawing/2014/main" id="{D5CE3A02-2128-4245-A88F-324C4F363EC2}"/>
              </a:ext>
            </a:extLst>
          </p:cNvPr>
          <p:cNvSpPr>
            <a:spLocks xmlns:a="http://schemas.openxmlformats.org/drawingml/2006/main" noGrp="1"/>
          </p:cNvSpPr>
          <p:nvPr/>
        </p:nvSpPr>
        <p:spPr>
          <a:xfrm xmlns:a="http://schemas.openxmlformats.org/drawingml/2006/main">
            <a:off x="5372100" y="528637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partial · CON-001 microservices · CON-002 SPA · DDL-001 March · CTR-001 architecture conflict unresolved</a:t>
            </a:r>
            <a:endParaRPr/>
          </a:p>
        </p:txBody>
      </p:sp>
      <p:sp>
        <p:nvSpPr>
          <p:cNvPr id="1557" name="Google Shape;1557;p25">
            <a:extLst xmlns:a="http://schemas.openxmlformats.org/drawingml/2006/main">
              <a:ext uri="{FF2B5EF4-FFF2-40B4-BE49-F238E27FC236}">
                <a16:creationId xmlns:a16="http://schemas.microsoft.com/office/drawing/2014/main" id="{6ACB8A5C-E379-49F6-8A0F-4D839A7266B4}"/>
              </a:ext>
            </a:extLst>
          </p:cNvPr>
          <p:cNvSpPr>
            <a:spLocks xmlns:a="http://schemas.openxmlformats.org/drawingml/2006/main" noGrp="1"/>
          </p:cNvSpPr>
          <p:nvPr/>
        </p:nvSpPr>
        <p:spPr>
          <a:xfrm xmlns:a="http://schemas.openxmlformats.org/drawingml/2006/main">
            <a:off x="10039350" y="531495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4df943…f4d7</a:t>
            </a:r>
            <a:endParaRPr/>
          </a:p>
        </p:txBody>
      </p:sp>
      <p:sp>
        <p:nvSpPr>
          <p:cNvPr id="1558" name="Google Shape;1558;p25">
            <a:extLst xmlns:a="http://schemas.openxmlformats.org/drawingml/2006/main">
              <a:ext uri="{FF2B5EF4-FFF2-40B4-BE49-F238E27FC236}">
                <a16:creationId xmlns:a16="http://schemas.microsoft.com/office/drawing/2014/main" id="{AEC9F16F-0DD5-4ADE-B7BC-A277FBFD7035}"/>
              </a:ext>
            </a:extLst>
          </p:cNvPr>
          <p:cNvSpPr>
            <a:spLocks xmlns:a="http://schemas.openxmlformats.org/drawingml/2006/main" noGrp="1"/>
          </p:cNvSpPr>
          <p:nvPr/>
        </p:nvSpPr>
        <p:spPr>
          <a:xfrm xmlns:a="http://schemas.openxmlformats.org/drawingml/2006/main">
            <a:off x="10239375" y="561975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59" name="Google Shape;1559;p25">
            <a:extLst xmlns:a="http://schemas.openxmlformats.org/drawingml/2006/main">
              <a:ext uri="{FF2B5EF4-FFF2-40B4-BE49-F238E27FC236}">
                <a16:creationId xmlns:a16="http://schemas.microsoft.com/office/drawing/2014/main" id="{050A76F1-82DD-4C0A-A2ED-9DC667C56A19}"/>
              </a:ext>
            </a:extLst>
          </p:cNvPr>
          <p:cNvSpPr>
            <a:spLocks xmlns:a="http://schemas.openxmlformats.org/drawingml/2006/main" noGrp="1"/>
          </p:cNvSpPr>
          <p:nvPr/>
        </p:nvSpPr>
        <p:spPr>
          <a:xfrm xmlns:a="http://schemas.openxmlformats.org/drawingml/2006/main">
            <a:off x="10239375" y="562927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560" name="Google Shape;1560;p25">
            <a:extLst xmlns:a="http://schemas.openxmlformats.org/drawingml/2006/main">
              <a:ext uri="{FF2B5EF4-FFF2-40B4-BE49-F238E27FC236}">
                <a16:creationId xmlns:a16="http://schemas.microsoft.com/office/drawing/2014/main" id="{0BE019D0-A4C0-4B14-A849-56D9416E25E3}"/>
              </a:ext>
            </a:extLst>
          </p:cNvPr>
          <p:cNvSpPr>
            <a:spLocks xmlns:a="http://schemas.openxmlformats.org/drawingml/2006/main" noGrp="1"/>
          </p:cNvSpPr>
          <p:nvPr/>
        </p:nvSpPr>
        <p:spPr>
          <a:xfrm xmlns:a="http://schemas.openxmlformats.org/drawingml/2006/main">
            <a:off x="685800" y="5924550"/>
            <a:ext cx="10820400" cy="285750"/>
          </a:xfrm>
          <a:prstGeom xmlns:a="http://schemas.openxmlformats.org/drawingml/2006/main" prst="roundRect">
            <a:avLst>
              <a:gd name="adj" fmla="val 2666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61" name="Google Shape;1561;p25">
            <a:extLst xmlns:a="http://schemas.openxmlformats.org/drawingml/2006/main">
              <a:ext uri="{FF2B5EF4-FFF2-40B4-BE49-F238E27FC236}">
                <a16:creationId xmlns:a16="http://schemas.microsoft.com/office/drawing/2014/main" id="{B5BEEE70-A3AF-47AB-9445-0000FA3A7B29}"/>
              </a:ext>
            </a:extLst>
          </p:cNvPr>
          <p:cNvSpPr>
            <a:spLocks xmlns:a="http://schemas.openxmlformats.org/drawingml/2006/main" noGrp="1"/>
          </p:cNvSpPr>
          <p:nvPr/>
        </p:nvSpPr>
        <p:spPr>
          <a:xfrm xmlns:a="http://schemas.openxmlformats.org/drawingml/2006/main">
            <a:off x="952500" y="5981700"/>
            <a:ext cx="10287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28"/>
              <a:buFont typeface="Arial"/>
              <a:buNone/>
            </a:pPr>
            <a:r>
              <a:rPr sz="728" b="1">
                <a:solidFill>
                  <a:srgbClr val="2F6F57"/>
                </a:solidFill>
              </a:rPr>
              <a:t>Method: human-reviewed expected output ↔ preserved actual JSON/Markdown ↔ successful n8n/Langfuse receipt</a:t>
            </a:r>
            <a:endParaRPr/>
          </a:p>
        </p:txBody>
      </p:sp>
      <p:sp>
        <p:nvSpPr>
          <p:cNvPr id="1562" name="Google Shape;1562;p25">
            <a:extLst xmlns:a="http://schemas.openxmlformats.org/drawingml/2006/main">
              <a:ext uri="{FF2B5EF4-FFF2-40B4-BE49-F238E27FC236}">
                <a16:creationId xmlns:a16="http://schemas.microsoft.com/office/drawing/2014/main" id="{93895FC9-75C8-43D8-9C65-BDF8A98E9D58}"/>
              </a:ext>
            </a:extLst>
          </p:cNvPr>
          <p:cNvSpPr>
            <a:spLocks xmlns:a="http://schemas.openxmlformats.org/drawingml/2006/main" noGrp="1"/>
          </p:cNvSpPr>
          <p:nvPr/>
        </p:nvSpPr>
        <p:spPr>
          <a:xfrm xmlns:a="http://schemas.openxmlformats.org/drawingml/2006/main">
            <a:off x="0" y="6305550"/>
            <a:ext cx="12192000" cy="5524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63" name="Google Shape;1563;p25">
            <a:extLst xmlns:a="http://schemas.openxmlformats.org/drawingml/2006/main">
              <a:ext uri="{FF2B5EF4-FFF2-40B4-BE49-F238E27FC236}">
                <a16:creationId xmlns:a16="http://schemas.microsoft.com/office/drawing/2014/main" id="{6DFD04FF-C679-49F7-A73A-FCF27DF12C96}"/>
              </a:ext>
            </a:extLst>
          </p:cNvPr>
          <p:cNvSpPr>
            <a:spLocks xmlns:a="http://schemas.openxmlformats.org/drawingml/2006/main" noGrp="1"/>
          </p:cNvSpPr>
          <p:nvPr/>
        </p:nvSpPr>
        <p:spPr>
          <a:xfrm xmlns:a="http://schemas.openxmlformats.org/drawingml/2006/main">
            <a:off x="781050" y="6429375"/>
            <a:ext cx="1714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10"/>
              <a:buFont typeface="Arial"/>
              <a:buNone/>
            </a:pPr>
            <a:r>
              <a:rPr sz="810" b="1">
                <a:solidFill>
                  <a:srgbClr val="C9C6D8"/>
                </a:solidFill>
              </a:rPr>
              <a:t>A6</a:t>
            </a:r>
            <a:endParaRPr/>
          </a:p>
        </p:txBody>
      </p:sp>
      <p:sp>
        <p:nvSpPr>
          <p:cNvPr id="1564" name="Google Shape;1564;p25">
            <a:extLst xmlns:a="http://schemas.openxmlformats.org/drawingml/2006/main">
              <a:ext uri="{FF2B5EF4-FFF2-40B4-BE49-F238E27FC236}">
                <a16:creationId xmlns:a16="http://schemas.microsoft.com/office/drawing/2014/main" id="{174BACA6-F0AD-476E-9C67-06D9EE0289D2}"/>
              </a:ext>
            </a:extLst>
          </p:cNvPr>
          <p:cNvSpPr>
            <a:spLocks xmlns:a="http://schemas.openxmlformats.org/drawingml/2006/main" noGrp="1"/>
          </p:cNvSpPr>
          <p:nvPr/>
        </p:nvSpPr>
        <p:spPr>
          <a:xfrm xmlns:a="http://schemas.openxmlformats.org/drawingml/2006/main">
            <a:off x="2476500" y="6391275"/>
            <a:ext cx="89344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065"/>
              <a:buFont typeface="Arial"/>
              <a:buNone/>
            </a:pPr>
            <a:r>
              <a:rPr sz="1065" b="1">
                <a:solidFill>
                  <a:srgbClr val="FFFFFF"/>
                </a:solidFill>
              </a:rPr>
              <a:t>The extractor preserves facts, contradictions, and missing information without inventing requirements.</a:t>
            </a:r>
            <a:endParaRPr/>
          </a:p>
        </p:txBody>
      </p:sp>
    </p:spTree>
    <p:extLst>
      <p:ext uri="{BB962C8B-B14F-4D97-AF65-F5344CB8AC3E}">
        <p14:creationId xmlns:p14="http://schemas.microsoft.com/office/powerpoint/2010/main" val="582255768"/>
      </p:ext>
    </p:extLst>
  </p:cSld>
</p:sld>
</file>

<file path=ppt/slides/slide26.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570" name="Google Shape;1570;p26">
            <a:extLst xmlns:a="http://schemas.openxmlformats.org/drawingml/2006/main">
              <a:ext uri="{FF2B5EF4-FFF2-40B4-BE49-F238E27FC236}">
                <a16:creationId xmlns:a16="http://schemas.microsoft.com/office/drawing/2014/main" id="{376B6111-ACF4-42D9-B11F-731FADA9158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71" name="Google Shape;1571;p26">
            <a:extLst xmlns:a="http://schemas.openxmlformats.org/drawingml/2006/main">
              <a:ext uri="{FF2B5EF4-FFF2-40B4-BE49-F238E27FC236}">
                <a16:creationId xmlns:a16="http://schemas.microsoft.com/office/drawing/2014/main" id="{CA19375F-2D87-4328-A1FE-B89007A591FB}"/>
              </a:ext>
            </a:extLst>
          </p:cNvPr>
          <p:cNvSpPr>
            <a:spLocks xmlns:a="http://schemas.openxmlformats.org/drawingml/2006/main" noGrp="1"/>
          </p:cNvSpPr>
          <p:nvPr/>
        </p:nvSpPr>
        <p:spPr>
          <a:xfrm xmlns:a="http://schemas.openxmlformats.org/drawingml/2006/main">
            <a:off x="514350" y="590550"/>
            <a:ext cx="66675" cy="7239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72" name="Google Shape;1572;p26">
            <a:extLst xmlns:a="http://schemas.openxmlformats.org/drawingml/2006/main">
              <a:ext uri="{FF2B5EF4-FFF2-40B4-BE49-F238E27FC236}">
                <a16:creationId xmlns:a16="http://schemas.microsoft.com/office/drawing/2014/main" id="{83339C1A-8333-4735-A9EA-3620F0DA46D6}"/>
              </a:ext>
            </a:extLst>
          </p:cNvPr>
          <p:cNvSpPr>
            <a:spLocks xmlns:a="http://schemas.openxmlformats.org/drawingml/2006/main" noGrp="1"/>
          </p:cNvSpPr>
          <p:nvPr/>
        </p:nvSpPr>
        <p:spPr>
          <a:xfrm xmlns:a="http://schemas.openxmlformats.org/drawingml/2006/main">
            <a:off x="781050" y="438150"/>
            <a:ext cx="87630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38"/>
              <a:buFont typeface="Arial"/>
              <a:buNone/>
            </a:pPr>
            <a:r>
              <a:rPr sz="938" b="1">
                <a:solidFill>
                  <a:srgbClr val="B85042"/>
                </a:solidFill>
              </a:rPr>
              <a:t>A7  ·  BASELINE INPUT → OUTPUT EVIDENCE · T7–T12</a:t>
            </a:r>
            <a:endParaRPr/>
          </a:p>
        </p:txBody>
      </p:sp>
      <p:sp>
        <p:nvSpPr>
          <p:cNvPr id="1573" name="Google Shape;1573;p26">
            <a:extLst xmlns:a="http://schemas.openxmlformats.org/drawingml/2006/main">
              <a:ext uri="{FF2B5EF4-FFF2-40B4-BE49-F238E27FC236}">
                <a16:creationId xmlns:a16="http://schemas.microsoft.com/office/drawing/2014/main" id="{4F9A5594-16F9-43A6-A2D0-9FD5C8FD496F}"/>
              </a:ext>
            </a:extLst>
          </p:cNvPr>
          <p:cNvSpPr>
            <a:spLocks xmlns:a="http://schemas.openxmlformats.org/drawingml/2006/main" noGrp="1"/>
          </p:cNvSpPr>
          <p:nvPr/>
        </p:nvSpPr>
        <p:spPr>
          <a:xfrm xmlns:a="http://schemas.openxmlformats.org/drawingml/2006/main">
            <a:off x="781050" y="723900"/>
            <a:ext cx="106299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325"/>
              <a:buFont typeface="Arial"/>
              <a:buNone/>
            </a:pPr>
            <a:r>
              <a:rPr sz="2325" b="1">
                <a:solidFill>
                  <a:srgbClr val="1A1A2E"/>
                </a:solidFill>
              </a:rPr>
              <a:t>Technical constraints flow into grounded PRD and story artifacts</a:t>
            </a:r>
            <a:endParaRPr/>
          </a:p>
        </p:txBody>
      </p:sp>
      <p:sp>
        <p:nvSpPr>
          <p:cNvPr id="1574" name="Google Shape;1574;p26">
            <a:extLst xmlns:a="http://schemas.openxmlformats.org/drawingml/2006/main">
              <a:ext uri="{FF2B5EF4-FFF2-40B4-BE49-F238E27FC236}">
                <a16:creationId xmlns:a16="http://schemas.microsoft.com/office/drawing/2014/main" id="{6B595F1D-57A8-488F-8714-6AEC67F2B213}"/>
              </a:ext>
            </a:extLst>
          </p:cNvPr>
          <p:cNvSpPr>
            <a:spLocks xmlns:a="http://schemas.openxmlformats.org/drawingml/2006/main" noGrp="1"/>
          </p:cNvSpPr>
          <p:nvPr/>
        </p:nvSpPr>
        <p:spPr>
          <a:xfrm xmlns:a="http://schemas.openxmlformats.org/drawingml/2006/main">
            <a:off x="781050" y="1238250"/>
            <a:ext cx="10629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35"/>
              <a:buFont typeface="Arial"/>
              <a:buNone/>
            </a:pPr>
            <a:r>
              <a:rPr sz="1035">
                <a:solidFill>
                  <a:srgbClr val="666B70"/>
                </a:solidFill>
              </a:rPr>
              <a:t>The remaining cases verify exact metrics, personas, refusal behavior, dependencies, PRD generation, and story decomposition.</a:t>
            </a:r>
            <a:endParaRPr/>
          </a:p>
        </p:txBody>
      </p:sp>
      <p:sp>
        <p:nvSpPr>
          <p:cNvPr id="1575" name="Google Shape;1575;p26">
            <a:extLst xmlns:a="http://schemas.openxmlformats.org/drawingml/2006/main">
              <a:ext uri="{FF2B5EF4-FFF2-40B4-BE49-F238E27FC236}">
                <a16:creationId xmlns:a16="http://schemas.microsoft.com/office/drawing/2014/main" id="{D1117794-50C2-44C7-85AA-9C252823C61E}"/>
              </a:ext>
            </a:extLst>
          </p:cNvPr>
          <p:cNvSpPr>
            <a:spLocks xmlns:a="http://schemas.openxmlformats.org/drawingml/2006/main" noGrp="1"/>
          </p:cNvSpPr>
          <p:nvPr/>
        </p:nvSpPr>
        <p:spPr>
          <a:xfrm xmlns:a="http://schemas.openxmlformats.org/drawingml/2006/main">
            <a:off x="1323975" y="1657350"/>
            <a:ext cx="38576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88"/>
              <a:buFont typeface="Arial"/>
              <a:buNone/>
            </a:pPr>
            <a:r>
              <a:rPr sz="788" b="1">
                <a:solidFill>
                  <a:srgbClr val="3B6EBF"/>
                </a:solidFill>
              </a:rPr>
              <a:t>EXACT BASELINE INPUT</a:t>
            </a:r>
            <a:endParaRPr/>
          </a:p>
        </p:txBody>
      </p:sp>
      <p:sp>
        <p:nvSpPr>
          <p:cNvPr id="1576" name="Google Shape;1576;p26">
            <a:extLst xmlns:a="http://schemas.openxmlformats.org/drawingml/2006/main">
              <a:ext uri="{FF2B5EF4-FFF2-40B4-BE49-F238E27FC236}">
                <a16:creationId xmlns:a16="http://schemas.microsoft.com/office/drawing/2014/main" id="{B4355C1B-A5B2-4F1A-918C-EF64AD58418C}"/>
              </a:ext>
            </a:extLst>
          </p:cNvPr>
          <p:cNvSpPr>
            <a:spLocks xmlns:a="http://schemas.openxmlformats.org/drawingml/2006/main" noGrp="1"/>
          </p:cNvSpPr>
          <p:nvPr/>
        </p:nvSpPr>
        <p:spPr>
          <a:xfrm xmlns:a="http://schemas.openxmlformats.org/drawingml/2006/main">
            <a:off x="5372100" y="1657350"/>
            <a:ext cx="4476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ACTUAL PRESERVED OUTPUT</a:t>
            </a:r>
            <a:endParaRPr/>
          </a:p>
        </p:txBody>
      </p:sp>
      <p:sp>
        <p:nvSpPr>
          <p:cNvPr id="1577" name="Google Shape;1577;p26">
            <a:extLst xmlns:a="http://schemas.openxmlformats.org/drawingml/2006/main">
              <a:ext uri="{FF2B5EF4-FFF2-40B4-BE49-F238E27FC236}">
                <a16:creationId xmlns:a16="http://schemas.microsoft.com/office/drawing/2014/main" id="{5245E960-303F-475B-9822-257D365D2973}"/>
              </a:ext>
            </a:extLst>
          </p:cNvPr>
          <p:cNvSpPr>
            <a:spLocks xmlns:a="http://schemas.openxmlformats.org/drawingml/2006/main" noGrp="1"/>
          </p:cNvSpPr>
          <p:nvPr/>
        </p:nvSpPr>
        <p:spPr>
          <a:xfrm xmlns:a="http://schemas.openxmlformats.org/drawingml/2006/main">
            <a:off x="10039350" y="1657350"/>
            <a:ext cx="12192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682"/>
              <a:buFont typeface="Arial"/>
              <a:buNone/>
            </a:pPr>
            <a:r>
              <a:rPr sz="682" b="1">
                <a:solidFill>
                  <a:srgbClr val="B85042"/>
                </a:solidFill>
              </a:rPr>
              <a:t>EXECUTION RECEIPT</a:t>
            </a:r>
            <a:endParaRPr/>
          </a:p>
        </p:txBody>
      </p:sp>
      <p:sp>
        <p:nvSpPr>
          <p:cNvPr id="1578" name="Google Shape;1578;p26">
            <a:extLst xmlns:a="http://schemas.openxmlformats.org/drawingml/2006/main">
              <a:ext uri="{FF2B5EF4-FFF2-40B4-BE49-F238E27FC236}">
                <a16:creationId xmlns:a16="http://schemas.microsoft.com/office/drawing/2014/main" id="{0310D618-BF8F-4CFA-A08F-5FA3A6131C65}"/>
              </a:ext>
            </a:extLst>
          </p:cNvPr>
          <p:cNvSpPr>
            <a:spLocks xmlns:a="http://schemas.openxmlformats.org/drawingml/2006/main" noGrp="1"/>
          </p:cNvSpPr>
          <p:nvPr/>
        </p:nvSpPr>
        <p:spPr>
          <a:xfrm xmlns:a="http://schemas.openxmlformats.org/drawingml/2006/main">
            <a:off x="685800" y="188595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79" name="Google Shape;1579;p26">
            <a:extLst xmlns:a="http://schemas.openxmlformats.org/drawingml/2006/main">
              <a:ext uri="{FF2B5EF4-FFF2-40B4-BE49-F238E27FC236}">
                <a16:creationId xmlns:a16="http://schemas.microsoft.com/office/drawing/2014/main" id="{1F3732A4-AA59-4597-B1D1-F5795A263145}"/>
              </a:ext>
            </a:extLst>
          </p:cNvPr>
          <p:cNvSpPr>
            <a:spLocks xmlns:a="http://schemas.openxmlformats.org/drawingml/2006/main" noGrp="1"/>
          </p:cNvSpPr>
          <p:nvPr/>
        </p:nvSpPr>
        <p:spPr>
          <a:xfrm xmlns:a="http://schemas.openxmlformats.org/drawingml/2006/main">
            <a:off x="781050" y="2019300"/>
            <a:ext cx="400050" cy="371475"/>
          </a:xfrm>
          <a:prstGeom xmlns:a="http://schemas.openxmlformats.org/drawingml/2006/main" prst="roundRect">
            <a:avLst>
              <a:gd name="adj" fmla="val 2051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80" name="Google Shape;1580;p26">
            <a:extLst xmlns:a="http://schemas.openxmlformats.org/drawingml/2006/main">
              <a:ext uri="{FF2B5EF4-FFF2-40B4-BE49-F238E27FC236}">
                <a16:creationId xmlns:a16="http://schemas.microsoft.com/office/drawing/2014/main" id="{DAD5E0A2-1179-4EF3-B7DF-FF13DBB167B1}"/>
              </a:ext>
            </a:extLst>
          </p:cNvPr>
          <p:cNvSpPr>
            <a:spLocks xmlns:a="http://schemas.openxmlformats.org/drawingml/2006/main" noGrp="1"/>
          </p:cNvSpPr>
          <p:nvPr/>
        </p:nvSpPr>
        <p:spPr>
          <a:xfrm xmlns:a="http://schemas.openxmlformats.org/drawingml/2006/main">
            <a:off x="781050" y="210502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50"/>
              <a:buFont typeface="Arial"/>
              <a:buNone/>
            </a:pPr>
            <a:r>
              <a:rPr sz="750" b="1">
                <a:solidFill>
                  <a:srgbClr val="2F6F57"/>
                </a:solidFill>
              </a:rPr>
              <a:t>T7</a:t>
            </a:r>
            <a:endParaRPr/>
          </a:p>
        </p:txBody>
      </p:sp>
      <p:sp>
        <p:nvSpPr>
          <p:cNvPr id="1581" name="Google Shape;1581;p26">
            <a:extLst xmlns:a="http://schemas.openxmlformats.org/drawingml/2006/main">
              <a:ext uri="{FF2B5EF4-FFF2-40B4-BE49-F238E27FC236}">
                <a16:creationId xmlns:a16="http://schemas.microsoft.com/office/drawing/2014/main" id="{0EED3D48-8721-4620-AFEE-98DD187E2710}"/>
              </a:ext>
            </a:extLst>
          </p:cNvPr>
          <p:cNvSpPr>
            <a:spLocks xmlns:a="http://schemas.openxmlformats.org/drawingml/2006/main" noGrp="1"/>
          </p:cNvSpPr>
          <p:nvPr/>
        </p:nvSpPr>
        <p:spPr>
          <a:xfrm xmlns:a="http://schemas.openxmlformats.org/drawingml/2006/main">
            <a:off x="1323975" y="195262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“API must support 10,000 concurrent users. Response time &lt; 200ms at p95. Must integrate with Salesforce REST API v52.”</a:t>
            </a:r>
            <a:endParaRPr/>
          </a:p>
        </p:txBody>
      </p:sp>
      <p:sp>
        <p:nvSpPr>
          <p:cNvPr id="1582" name="Google Shape;1582;p26">
            <a:extLst xmlns:a="http://schemas.openxmlformats.org/drawingml/2006/main">
              <a:ext uri="{FF2B5EF4-FFF2-40B4-BE49-F238E27FC236}">
                <a16:creationId xmlns:a16="http://schemas.microsoft.com/office/drawing/2014/main" id="{30609E64-D00C-4D2F-B996-4BDB43EF1C17}"/>
              </a:ext>
            </a:extLst>
          </p:cNvPr>
          <p:cNvSpPr>
            <a:spLocks xmlns:a="http://schemas.openxmlformats.org/drawingml/2006/main" noGrp="1"/>
          </p:cNvSpPr>
          <p:nvPr/>
        </p:nvSpPr>
        <p:spPr>
          <a:xfrm xmlns:a="http://schemas.openxmlformats.org/drawingml/2006/main">
            <a:off x="5372100" y="195262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complete · NFR-001 10,000 users · NFR-002 &lt;200 ms p95 · NFR-003 Salesforce REST API v52</a:t>
            </a:r>
            <a:endParaRPr/>
          </a:p>
        </p:txBody>
      </p:sp>
      <p:sp>
        <p:nvSpPr>
          <p:cNvPr id="1583" name="Google Shape;1583;p26">
            <a:extLst xmlns:a="http://schemas.openxmlformats.org/drawingml/2006/main">
              <a:ext uri="{FF2B5EF4-FFF2-40B4-BE49-F238E27FC236}">
                <a16:creationId xmlns:a16="http://schemas.microsoft.com/office/drawing/2014/main" id="{E824CB68-2555-4DAE-8654-2CD23F3B5F40}"/>
              </a:ext>
            </a:extLst>
          </p:cNvPr>
          <p:cNvSpPr>
            <a:spLocks xmlns:a="http://schemas.openxmlformats.org/drawingml/2006/main" noGrp="1"/>
          </p:cNvSpPr>
          <p:nvPr/>
        </p:nvSpPr>
        <p:spPr>
          <a:xfrm xmlns:a="http://schemas.openxmlformats.org/drawingml/2006/main">
            <a:off x="10039350" y="198120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f1f4b6…f56f</a:t>
            </a:r>
            <a:endParaRPr/>
          </a:p>
        </p:txBody>
      </p:sp>
      <p:sp>
        <p:nvSpPr>
          <p:cNvPr id="1584" name="Google Shape;1584;p26">
            <a:extLst xmlns:a="http://schemas.openxmlformats.org/drawingml/2006/main">
              <a:ext uri="{FF2B5EF4-FFF2-40B4-BE49-F238E27FC236}">
                <a16:creationId xmlns:a16="http://schemas.microsoft.com/office/drawing/2014/main" id="{B9C38A6F-6F5B-4FEB-9537-CD94B2677787}"/>
              </a:ext>
            </a:extLst>
          </p:cNvPr>
          <p:cNvSpPr>
            <a:spLocks xmlns:a="http://schemas.openxmlformats.org/drawingml/2006/main" noGrp="1"/>
          </p:cNvSpPr>
          <p:nvPr/>
        </p:nvSpPr>
        <p:spPr>
          <a:xfrm xmlns:a="http://schemas.openxmlformats.org/drawingml/2006/main">
            <a:off x="10239375" y="228600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85" name="Google Shape;1585;p26">
            <a:extLst xmlns:a="http://schemas.openxmlformats.org/drawingml/2006/main">
              <a:ext uri="{FF2B5EF4-FFF2-40B4-BE49-F238E27FC236}">
                <a16:creationId xmlns:a16="http://schemas.microsoft.com/office/drawing/2014/main" id="{6B622CAC-52AD-4346-ACF9-34F4D4E7A52B}"/>
              </a:ext>
            </a:extLst>
          </p:cNvPr>
          <p:cNvSpPr>
            <a:spLocks xmlns:a="http://schemas.openxmlformats.org/drawingml/2006/main" noGrp="1"/>
          </p:cNvSpPr>
          <p:nvPr/>
        </p:nvSpPr>
        <p:spPr>
          <a:xfrm xmlns:a="http://schemas.openxmlformats.org/drawingml/2006/main">
            <a:off x="10239375" y="229552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586" name="Google Shape;1586;p26">
            <a:extLst xmlns:a="http://schemas.openxmlformats.org/drawingml/2006/main">
              <a:ext uri="{FF2B5EF4-FFF2-40B4-BE49-F238E27FC236}">
                <a16:creationId xmlns:a16="http://schemas.microsoft.com/office/drawing/2014/main" id="{82384EA0-BE84-42E1-B96C-72794F796CD8}"/>
              </a:ext>
            </a:extLst>
          </p:cNvPr>
          <p:cNvSpPr>
            <a:spLocks xmlns:a="http://schemas.openxmlformats.org/drawingml/2006/main" noGrp="1"/>
          </p:cNvSpPr>
          <p:nvPr/>
        </p:nvSpPr>
        <p:spPr>
          <a:xfrm xmlns:a="http://schemas.openxmlformats.org/drawingml/2006/main">
            <a:off x="685800" y="255270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87" name="Google Shape;1587;p26">
            <a:extLst xmlns:a="http://schemas.openxmlformats.org/drawingml/2006/main">
              <a:ext uri="{FF2B5EF4-FFF2-40B4-BE49-F238E27FC236}">
                <a16:creationId xmlns:a16="http://schemas.microsoft.com/office/drawing/2014/main" id="{9AB85881-2892-4450-AB46-14D5BC51079E}"/>
              </a:ext>
            </a:extLst>
          </p:cNvPr>
          <p:cNvSpPr>
            <a:spLocks xmlns:a="http://schemas.openxmlformats.org/drawingml/2006/main" noGrp="1"/>
          </p:cNvSpPr>
          <p:nvPr/>
        </p:nvSpPr>
        <p:spPr>
          <a:xfrm xmlns:a="http://schemas.openxmlformats.org/drawingml/2006/main">
            <a:off x="781050" y="2686050"/>
            <a:ext cx="400050" cy="371475"/>
          </a:xfrm>
          <a:prstGeom xmlns:a="http://schemas.openxmlformats.org/drawingml/2006/main" prst="roundRect">
            <a:avLst>
              <a:gd name="adj" fmla="val 2051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88" name="Google Shape;1588;p26">
            <a:extLst xmlns:a="http://schemas.openxmlformats.org/drawingml/2006/main">
              <a:ext uri="{FF2B5EF4-FFF2-40B4-BE49-F238E27FC236}">
                <a16:creationId xmlns:a16="http://schemas.microsoft.com/office/drawing/2014/main" id="{721674E7-643E-4DF6-A8A0-E2B228A10BAE}"/>
              </a:ext>
            </a:extLst>
          </p:cNvPr>
          <p:cNvSpPr>
            <a:spLocks xmlns:a="http://schemas.openxmlformats.org/drawingml/2006/main" noGrp="1"/>
          </p:cNvSpPr>
          <p:nvPr/>
        </p:nvSpPr>
        <p:spPr>
          <a:xfrm xmlns:a="http://schemas.openxmlformats.org/drawingml/2006/main">
            <a:off x="781050" y="277177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50"/>
              <a:buFont typeface="Arial"/>
              <a:buNone/>
            </a:pPr>
            <a:r>
              <a:rPr sz="750" b="1">
                <a:solidFill>
                  <a:srgbClr val="2F6F57"/>
                </a:solidFill>
              </a:rPr>
              <a:t>T8</a:t>
            </a:r>
            <a:endParaRPr/>
          </a:p>
        </p:txBody>
      </p:sp>
      <p:sp>
        <p:nvSpPr>
          <p:cNvPr id="1589" name="Google Shape;1589;p26">
            <a:extLst xmlns:a="http://schemas.openxmlformats.org/drawingml/2006/main">
              <a:ext uri="{FF2B5EF4-FFF2-40B4-BE49-F238E27FC236}">
                <a16:creationId xmlns:a16="http://schemas.microsoft.com/office/drawing/2014/main" id="{9E5BC2C7-8146-4E47-8966-89F7EED478B7}"/>
              </a:ext>
            </a:extLst>
          </p:cNvPr>
          <p:cNvSpPr>
            <a:spLocks xmlns:a="http://schemas.openxmlformats.org/drawingml/2006/main" noGrp="1"/>
          </p:cNvSpPr>
          <p:nvPr/>
        </p:nvSpPr>
        <p:spPr>
          <a:xfrm xmlns:a="http://schemas.openxmlformats.org/drawingml/2006/main">
            <a:off x="1323975" y="261937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“Admins need bulk user management. End users need a simplified view. Auditors need read-only access with full history.”</a:t>
            </a:r>
            <a:endParaRPr/>
          </a:p>
        </p:txBody>
      </p:sp>
      <p:sp>
        <p:nvSpPr>
          <p:cNvPr id="1590" name="Google Shape;1590;p26">
            <a:extLst xmlns:a="http://schemas.openxmlformats.org/drawingml/2006/main">
              <a:ext uri="{FF2B5EF4-FFF2-40B4-BE49-F238E27FC236}">
                <a16:creationId xmlns:a16="http://schemas.microsoft.com/office/drawing/2014/main" id="{6E108AE5-8C96-4C0B-AC7A-29AB91D1D607}"/>
              </a:ext>
            </a:extLst>
          </p:cNvPr>
          <p:cNvSpPr>
            <a:spLocks xmlns:a="http://schemas.openxmlformats.org/drawingml/2006/main" noGrp="1"/>
          </p:cNvSpPr>
          <p:nvPr/>
        </p:nvSpPr>
        <p:spPr>
          <a:xfrm xmlns:a="http://schemas.openxmlformats.org/drawingml/2006/main">
            <a:off x="5372100" y="261937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complete · PER-001/FR-001 Admins · PER-002/FR-002 End users · PER-003/FR-003 Auditors</a:t>
            </a:r>
            <a:endParaRPr/>
          </a:p>
        </p:txBody>
      </p:sp>
      <p:sp>
        <p:nvSpPr>
          <p:cNvPr id="1591" name="Google Shape;1591;p26">
            <a:extLst xmlns:a="http://schemas.openxmlformats.org/drawingml/2006/main">
              <a:ext uri="{FF2B5EF4-FFF2-40B4-BE49-F238E27FC236}">
                <a16:creationId xmlns:a16="http://schemas.microsoft.com/office/drawing/2014/main" id="{04F9450B-23C2-49C7-80AF-D60243F6B0F6}"/>
              </a:ext>
            </a:extLst>
          </p:cNvPr>
          <p:cNvSpPr>
            <a:spLocks xmlns:a="http://schemas.openxmlformats.org/drawingml/2006/main" noGrp="1"/>
          </p:cNvSpPr>
          <p:nvPr/>
        </p:nvSpPr>
        <p:spPr>
          <a:xfrm xmlns:a="http://schemas.openxmlformats.org/drawingml/2006/main">
            <a:off x="10039350" y="264795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29a078…ab6e</a:t>
            </a:r>
            <a:endParaRPr/>
          </a:p>
        </p:txBody>
      </p:sp>
      <p:sp>
        <p:nvSpPr>
          <p:cNvPr id="1592" name="Google Shape;1592;p26">
            <a:extLst xmlns:a="http://schemas.openxmlformats.org/drawingml/2006/main">
              <a:ext uri="{FF2B5EF4-FFF2-40B4-BE49-F238E27FC236}">
                <a16:creationId xmlns:a16="http://schemas.microsoft.com/office/drawing/2014/main" id="{03FDEAE9-ED97-4B28-9D20-49358BFDD988}"/>
              </a:ext>
            </a:extLst>
          </p:cNvPr>
          <p:cNvSpPr>
            <a:spLocks xmlns:a="http://schemas.openxmlformats.org/drawingml/2006/main" noGrp="1"/>
          </p:cNvSpPr>
          <p:nvPr/>
        </p:nvSpPr>
        <p:spPr>
          <a:xfrm xmlns:a="http://schemas.openxmlformats.org/drawingml/2006/main">
            <a:off x="10239375" y="295275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93" name="Google Shape;1593;p26">
            <a:extLst xmlns:a="http://schemas.openxmlformats.org/drawingml/2006/main">
              <a:ext uri="{FF2B5EF4-FFF2-40B4-BE49-F238E27FC236}">
                <a16:creationId xmlns:a16="http://schemas.microsoft.com/office/drawing/2014/main" id="{A6478899-F783-4AFA-A199-AD934965BEBB}"/>
              </a:ext>
            </a:extLst>
          </p:cNvPr>
          <p:cNvSpPr>
            <a:spLocks xmlns:a="http://schemas.openxmlformats.org/drawingml/2006/main" noGrp="1"/>
          </p:cNvSpPr>
          <p:nvPr/>
        </p:nvSpPr>
        <p:spPr>
          <a:xfrm xmlns:a="http://schemas.openxmlformats.org/drawingml/2006/main">
            <a:off x="10239375" y="296227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594" name="Google Shape;1594;p26">
            <a:extLst xmlns:a="http://schemas.openxmlformats.org/drawingml/2006/main">
              <a:ext uri="{FF2B5EF4-FFF2-40B4-BE49-F238E27FC236}">
                <a16:creationId xmlns:a16="http://schemas.microsoft.com/office/drawing/2014/main" id="{47E25417-74C5-47F8-8B42-0D7376B4369F}"/>
              </a:ext>
            </a:extLst>
          </p:cNvPr>
          <p:cNvSpPr>
            <a:spLocks xmlns:a="http://schemas.openxmlformats.org/drawingml/2006/main" noGrp="1"/>
          </p:cNvSpPr>
          <p:nvPr/>
        </p:nvSpPr>
        <p:spPr>
          <a:xfrm xmlns:a="http://schemas.openxmlformats.org/drawingml/2006/main">
            <a:off x="685800" y="321945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95" name="Google Shape;1595;p26">
            <a:extLst xmlns:a="http://schemas.openxmlformats.org/drawingml/2006/main">
              <a:ext uri="{FF2B5EF4-FFF2-40B4-BE49-F238E27FC236}">
                <a16:creationId xmlns:a16="http://schemas.microsoft.com/office/drawing/2014/main" id="{9F77F8DA-4EEF-400C-AADE-1F2F6815F800}"/>
              </a:ext>
            </a:extLst>
          </p:cNvPr>
          <p:cNvSpPr>
            <a:spLocks xmlns:a="http://schemas.openxmlformats.org/drawingml/2006/main" noGrp="1"/>
          </p:cNvSpPr>
          <p:nvPr/>
        </p:nvSpPr>
        <p:spPr>
          <a:xfrm xmlns:a="http://schemas.openxmlformats.org/drawingml/2006/main">
            <a:off x="781050" y="3352800"/>
            <a:ext cx="400050" cy="371475"/>
          </a:xfrm>
          <a:prstGeom xmlns:a="http://schemas.openxmlformats.org/drawingml/2006/main" prst="roundRect">
            <a:avLst>
              <a:gd name="adj" fmla="val 2051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596" name="Google Shape;1596;p26">
            <a:extLst xmlns:a="http://schemas.openxmlformats.org/drawingml/2006/main">
              <a:ext uri="{FF2B5EF4-FFF2-40B4-BE49-F238E27FC236}">
                <a16:creationId xmlns:a16="http://schemas.microsoft.com/office/drawing/2014/main" id="{550CC99F-DF85-4444-89BC-A375C5567B38}"/>
              </a:ext>
            </a:extLst>
          </p:cNvPr>
          <p:cNvSpPr>
            <a:spLocks xmlns:a="http://schemas.openxmlformats.org/drawingml/2006/main" noGrp="1"/>
          </p:cNvSpPr>
          <p:nvPr/>
        </p:nvSpPr>
        <p:spPr>
          <a:xfrm xmlns:a="http://schemas.openxmlformats.org/drawingml/2006/main">
            <a:off x="781050" y="343852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50"/>
              <a:buFont typeface="Arial"/>
              <a:buNone/>
            </a:pPr>
            <a:r>
              <a:rPr sz="750" b="1">
                <a:solidFill>
                  <a:srgbClr val="2F6F57"/>
                </a:solidFill>
              </a:rPr>
              <a:t>T9</a:t>
            </a:r>
            <a:endParaRPr/>
          </a:p>
        </p:txBody>
      </p:sp>
      <p:sp>
        <p:nvSpPr>
          <p:cNvPr id="1597" name="Google Shape;1597;p26">
            <a:extLst xmlns:a="http://schemas.openxmlformats.org/drawingml/2006/main">
              <a:ext uri="{FF2B5EF4-FFF2-40B4-BE49-F238E27FC236}">
                <a16:creationId xmlns:a16="http://schemas.microsoft.com/office/drawing/2014/main" id="{A8D19662-327B-4DD8-ABF1-299160B770B8}"/>
              </a:ext>
            </a:extLst>
          </p:cNvPr>
          <p:cNvSpPr>
            <a:spLocks xmlns:a="http://schemas.openxmlformats.org/drawingml/2006/main" noGrp="1"/>
          </p:cNvSpPr>
          <p:nvPr/>
        </p:nvSpPr>
        <p:spPr>
          <a:xfrm xmlns:a="http://schemas.openxmlformats.org/drawingml/2006/main">
            <a:off x="1323975" y="328612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“Meeting happened. Notes: none.”</a:t>
            </a:r>
            <a:endParaRPr/>
          </a:p>
        </p:txBody>
      </p:sp>
      <p:sp>
        <p:nvSpPr>
          <p:cNvPr id="1598" name="Google Shape;1598;p26">
            <a:extLst xmlns:a="http://schemas.openxmlformats.org/drawingml/2006/main">
              <a:ext uri="{FF2B5EF4-FFF2-40B4-BE49-F238E27FC236}">
                <a16:creationId xmlns:a16="http://schemas.microsoft.com/office/drawing/2014/main" id="{680A26E0-D7E1-4449-886E-4A890CCF3B9B}"/>
              </a:ext>
            </a:extLst>
          </p:cNvPr>
          <p:cNvSpPr>
            <a:spLocks xmlns:a="http://schemas.openxmlformats.org/drawingml/2006/main" noGrp="1"/>
          </p:cNvSpPr>
          <p:nvPr/>
        </p:nvSpPr>
        <p:spPr>
          <a:xfrm xmlns:a="http://schemas.openxmlformats.org/drawingml/2006/main">
            <a:off x="5372100" y="328612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no_requirements · generation refused · MISS-001 requests an authoritative source with product details</a:t>
            </a:r>
            <a:endParaRPr/>
          </a:p>
        </p:txBody>
      </p:sp>
      <p:sp>
        <p:nvSpPr>
          <p:cNvPr id="1599" name="Google Shape;1599;p26">
            <a:extLst xmlns:a="http://schemas.openxmlformats.org/drawingml/2006/main">
              <a:ext uri="{FF2B5EF4-FFF2-40B4-BE49-F238E27FC236}">
                <a16:creationId xmlns:a16="http://schemas.microsoft.com/office/drawing/2014/main" id="{6008B9C6-FDE1-4134-A24E-75D9D14B532D}"/>
              </a:ext>
            </a:extLst>
          </p:cNvPr>
          <p:cNvSpPr>
            <a:spLocks xmlns:a="http://schemas.openxmlformats.org/drawingml/2006/main" noGrp="1"/>
          </p:cNvSpPr>
          <p:nvPr/>
        </p:nvSpPr>
        <p:spPr>
          <a:xfrm xmlns:a="http://schemas.openxmlformats.org/drawingml/2006/main">
            <a:off x="10039350" y="331470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3c54e4…205c</a:t>
            </a:r>
            <a:endParaRPr/>
          </a:p>
        </p:txBody>
      </p:sp>
      <p:sp>
        <p:nvSpPr>
          <p:cNvPr id="1600" name="Google Shape;1600;p26">
            <a:extLst xmlns:a="http://schemas.openxmlformats.org/drawingml/2006/main">
              <a:ext uri="{FF2B5EF4-FFF2-40B4-BE49-F238E27FC236}">
                <a16:creationId xmlns:a16="http://schemas.microsoft.com/office/drawing/2014/main" id="{1580FF45-A904-43E1-AAF0-1310AD2CC7CE}"/>
              </a:ext>
            </a:extLst>
          </p:cNvPr>
          <p:cNvSpPr>
            <a:spLocks xmlns:a="http://schemas.openxmlformats.org/drawingml/2006/main" noGrp="1"/>
          </p:cNvSpPr>
          <p:nvPr/>
        </p:nvSpPr>
        <p:spPr>
          <a:xfrm xmlns:a="http://schemas.openxmlformats.org/drawingml/2006/main">
            <a:off x="10239375" y="361950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01" name="Google Shape;1601;p26">
            <a:extLst xmlns:a="http://schemas.openxmlformats.org/drawingml/2006/main">
              <a:ext uri="{FF2B5EF4-FFF2-40B4-BE49-F238E27FC236}">
                <a16:creationId xmlns:a16="http://schemas.microsoft.com/office/drawing/2014/main" id="{515A0EFF-AE7E-4098-940E-4188FCB73528}"/>
              </a:ext>
            </a:extLst>
          </p:cNvPr>
          <p:cNvSpPr>
            <a:spLocks xmlns:a="http://schemas.openxmlformats.org/drawingml/2006/main" noGrp="1"/>
          </p:cNvSpPr>
          <p:nvPr/>
        </p:nvSpPr>
        <p:spPr>
          <a:xfrm xmlns:a="http://schemas.openxmlformats.org/drawingml/2006/main">
            <a:off x="10239375" y="362902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602" name="Google Shape;1602;p26">
            <a:extLst xmlns:a="http://schemas.openxmlformats.org/drawingml/2006/main">
              <a:ext uri="{FF2B5EF4-FFF2-40B4-BE49-F238E27FC236}">
                <a16:creationId xmlns:a16="http://schemas.microsoft.com/office/drawing/2014/main" id="{85B9A7F2-1F2E-474F-A606-1B5A771FBCD1}"/>
              </a:ext>
            </a:extLst>
          </p:cNvPr>
          <p:cNvSpPr>
            <a:spLocks xmlns:a="http://schemas.openxmlformats.org/drawingml/2006/main" noGrp="1"/>
          </p:cNvSpPr>
          <p:nvPr/>
        </p:nvSpPr>
        <p:spPr>
          <a:xfrm xmlns:a="http://schemas.openxmlformats.org/drawingml/2006/main">
            <a:off x="685800" y="388620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03" name="Google Shape;1603;p26">
            <a:extLst xmlns:a="http://schemas.openxmlformats.org/drawingml/2006/main">
              <a:ext uri="{FF2B5EF4-FFF2-40B4-BE49-F238E27FC236}">
                <a16:creationId xmlns:a16="http://schemas.microsoft.com/office/drawing/2014/main" id="{BCE6C4B5-D2A5-43B5-A884-54F6F3EA4E7A}"/>
              </a:ext>
            </a:extLst>
          </p:cNvPr>
          <p:cNvSpPr>
            <a:spLocks xmlns:a="http://schemas.openxmlformats.org/drawingml/2006/main" noGrp="1"/>
          </p:cNvSpPr>
          <p:nvPr/>
        </p:nvSpPr>
        <p:spPr>
          <a:xfrm xmlns:a="http://schemas.openxmlformats.org/drawingml/2006/main">
            <a:off x="781050" y="4019550"/>
            <a:ext cx="400050" cy="371475"/>
          </a:xfrm>
          <a:prstGeom xmlns:a="http://schemas.openxmlformats.org/drawingml/2006/main" prst="roundRect">
            <a:avLst>
              <a:gd name="adj" fmla="val 2051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04" name="Google Shape;1604;p26">
            <a:extLst xmlns:a="http://schemas.openxmlformats.org/drawingml/2006/main">
              <a:ext uri="{FF2B5EF4-FFF2-40B4-BE49-F238E27FC236}">
                <a16:creationId xmlns:a16="http://schemas.microsoft.com/office/drawing/2014/main" id="{46D0848E-059A-4D53-86FD-ED1C1EA27C41}"/>
              </a:ext>
            </a:extLst>
          </p:cNvPr>
          <p:cNvSpPr>
            <a:spLocks xmlns:a="http://schemas.openxmlformats.org/drawingml/2006/main" noGrp="1"/>
          </p:cNvSpPr>
          <p:nvPr/>
        </p:nvSpPr>
        <p:spPr>
          <a:xfrm xmlns:a="http://schemas.openxmlformats.org/drawingml/2006/main">
            <a:off x="781050" y="410527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50"/>
              <a:buFont typeface="Arial"/>
              <a:buNone/>
            </a:pPr>
            <a:r>
              <a:rPr sz="750" b="1">
                <a:solidFill>
                  <a:srgbClr val="2F6F57"/>
                </a:solidFill>
              </a:rPr>
              <a:t>T10</a:t>
            </a:r>
            <a:endParaRPr/>
          </a:p>
        </p:txBody>
      </p:sp>
      <p:sp>
        <p:nvSpPr>
          <p:cNvPr id="1605" name="Google Shape;1605;p26">
            <a:extLst xmlns:a="http://schemas.openxmlformats.org/drawingml/2006/main">
              <a:ext uri="{FF2B5EF4-FFF2-40B4-BE49-F238E27FC236}">
                <a16:creationId xmlns:a16="http://schemas.microsoft.com/office/drawing/2014/main" id="{C940F896-8B8F-464C-B033-AAE9924F5234}"/>
              </a:ext>
            </a:extLst>
          </p:cNvPr>
          <p:cNvSpPr>
            <a:spLocks xmlns:a="http://schemas.openxmlformats.org/drawingml/2006/main" noGrp="1"/>
          </p:cNvSpPr>
          <p:nvPr/>
        </p:nvSpPr>
        <p:spPr>
          <a:xfrm xmlns:a="http://schemas.openxmlformats.org/drawingml/2006/main">
            <a:off x="1323975" y="395287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“SSO login requires the new auth service which is being built by Team Alpha. ETA unknown.”</a:t>
            </a:r>
            <a:endParaRPr/>
          </a:p>
        </p:txBody>
      </p:sp>
      <p:sp>
        <p:nvSpPr>
          <p:cNvPr id="1606" name="Google Shape;1606;p26">
            <a:extLst xmlns:a="http://schemas.openxmlformats.org/drawingml/2006/main">
              <a:ext uri="{FF2B5EF4-FFF2-40B4-BE49-F238E27FC236}">
                <a16:creationId xmlns:a16="http://schemas.microsoft.com/office/drawing/2014/main" id="{2DD0275D-0406-4872-B37F-1A0FE9D65D22}"/>
              </a:ext>
            </a:extLst>
          </p:cNvPr>
          <p:cNvSpPr>
            <a:spLocks xmlns:a="http://schemas.openxmlformats.org/drawingml/2006/main" noGrp="1"/>
          </p:cNvSpPr>
          <p:nvPr/>
        </p:nvSpPr>
        <p:spPr>
          <a:xfrm xmlns:a="http://schemas.openxmlformats.org/drawingml/2006/main">
            <a:off x="5372100" y="395287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complete · FR-001 SSO/auth service · DEP-001 Team Alpha, ETA unknown · RSK-001 unknown ETA</a:t>
            </a:r>
            <a:endParaRPr/>
          </a:p>
        </p:txBody>
      </p:sp>
      <p:sp>
        <p:nvSpPr>
          <p:cNvPr id="1607" name="Google Shape;1607;p26">
            <a:extLst xmlns:a="http://schemas.openxmlformats.org/drawingml/2006/main">
              <a:ext uri="{FF2B5EF4-FFF2-40B4-BE49-F238E27FC236}">
                <a16:creationId xmlns:a16="http://schemas.microsoft.com/office/drawing/2014/main" id="{0BEC5AE1-ED4F-4241-89C3-0E066BD41FEB}"/>
              </a:ext>
            </a:extLst>
          </p:cNvPr>
          <p:cNvSpPr>
            <a:spLocks xmlns:a="http://schemas.openxmlformats.org/drawingml/2006/main" noGrp="1"/>
          </p:cNvSpPr>
          <p:nvPr/>
        </p:nvSpPr>
        <p:spPr>
          <a:xfrm xmlns:a="http://schemas.openxmlformats.org/drawingml/2006/main">
            <a:off x="10039350" y="398145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successful metadata</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0c99f0…1bb5</a:t>
            </a:r>
            <a:endParaRPr/>
          </a:p>
        </p:txBody>
      </p:sp>
      <p:sp>
        <p:nvSpPr>
          <p:cNvPr id="1608" name="Google Shape;1608;p26">
            <a:extLst xmlns:a="http://schemas.openxmlformats.org/drawingml/2006/main">
              <a:ext uri="{FF2B5EF4-FFF2-40B4-BE49-F238E27FC236}">
                <a16:creationId xmlns:a16="http://schemas.microsoft.com/office/drawing/2014/main" id="{66C7C285-4E51-4FC5-9E5B-B4E0CC430974}"/>
              </a:ext>
            </a:extLst>
          </p:cNvPr>
          <p:cNvSpPr>
            <a:spLocks xmlns:a="http://schemas.openxmlformats.org/drawingml/2006/main" noGrp="1"/>
          </p:cNvSpPr>
          <p:nvPr/>
        </p:nvSpPr>
        <p:spPr>
          <a:xfrm xmlns:a="http://schemas.openxmlformats.org/drawingml/2006/main">
            <a:off x="10239375" y="428625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09" name="Google Shape;1609;p26">
            <a:extLst xmlns:a="http://schemas.openxmlformats.org/drawingml/2006/main">
              <a:ext uri="{FF2B5EF4-FFF2-40B4-BE49-F238E27FC236}">
                <a16:creationId xmlns:a16="http://schemas.microsoft.com/office/drawing/2014/main" id="{2C9407BF-1828-4403-99F2-C04C34ADDDDC}"/>
              </a:ext>
            </a:extLst>
          </p:cNvPr>
          <p:cNvSpPr>
            <a:spLocks xmlns:a="http://schemas.openxmlformats.org/drawingml/2006/main" noGrp="1"/>
          </p:cNvSpPr>
          <p:nvPr/>
        </p:nvSpPr>
        <p:spPr>
          <a:xfrm xmlns:a="http://schemas.openxmlformats.org/drawingml/2006/main">
            <a:off x="10239375" y="429577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610" name="Google Shape;1610;p26">
            <a:extLst xmlns:a="http://schemas.openxmlformats.org/drawingml/2006/main">
              <a:ext uri="{FF2B5EF4-FFF2-40B4-BE49-F238E27FC236}">
                <a16:creationId xmlns:a16="http://schemas.microsoft.com/office/drawing/2014/main" id="{7D4882EE-9175-4403-BD48-550B5BD712DC}"/>
              </a:ext>
            </a:extLst>
          </p:cNvPr>
          <p:cNvSpPr>
            <a:spLocks xmlns:a="http://schemas.openxmlformats.org/drawingml/2006/main" noGrp="1"/>
          </p:cNvSpPr>
          <p:nvPr/>
        </p:nvSpPr>
        <p:spPr>
          <a:xfrm xmlns:a="http://schemas.openxmlformats.org/drawingml/2006/main">
            <a:off x="685800" y="455295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11" name="Google Shape;1611;p26">
            <a:extLst xmlns:a="http://schemas.openxmlformats.org/drawingml/2006/main">
              <a:ext uri="{FF2B5EF4-FFF2-40B4-BE49-F238E27FC236}">
                <a16:creationId xmlns:a16="http://schemas.microsoft.com/office/drawing/2014/main" id="{5C13B6E5-5394-4E7C-8D89-A378DB82716A}"/>
              </a:ext>
            </a:extLst>
          </p:cNvPr>
          <p:cNvSpPr>
            <a:spLocks xmlns:a="http://schemas.openxmlformats.org/drawingml/2006/main" noGrp="1"/>
          </p:cNvSpPr>
          <p:nvPr/>
        </p:nvSpPr>
        <p:spPr>
          <a:xfrm xmlns:a="http://schemas.openxmlformats.org/drawingml/2006/main">
            <a:off x="781050" y="4686300"/>
            <a:ext cx="400050" cy="371475"/>
          </a:xfrm>
          <a:prstGeom xmlns:a="http://schemas.openxmlformats.org/drawingml/2006/main" prst="roundRect">
            <a:avLst>
              <a:gd name="adj" fmla="val 2051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12" name="Google Shape;1612;p26">
            <a:extLst xmlns:a="http://schemas.openxmlformats.org/drawingml/2006/main">
              <a:ext uri="{FF2B5EF4-FFF2-40B4-BE49-F238E27FC236}">
                <a16:creationId xmlns:a16="http://schemas.microsoft.com/office/drawing/2014/main" id="{E1306D87-A54D-42D8-91A1-4F47FCE4A9A3}"/>
              </a:ext>
            </a:extLst>
          </p:cNvPr>
          <p:cNvSpPr>
            <a:spLocks xmlns:a="http://schemas.openxmlformats.org/drawingml/2006/main" noGrp="1"/>
          </p:cNvSpPr>
          <p:nvPr/>
        </p:nvSpPr>
        <p:spPr>
          <a:xfrm xmlns:a="http://schemas.openxmlformats.org/drawingml/2006/main">
            <a:off x="781050" y="477202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50"/>
              <a:buFont typeface="Arial"/>
              <a:buNone/>
            </a:pPr>
            <a:r>
              <a:rPr sz="750" b="1">
                <a:solidFill>
                  <a:srgbClr val="2F6F57"/>
                </a:solidFill>
              </a:rPr>
              <a:t>T11</a:t>
            </a:r>
            <a:endParaRPr/>
          </a:p>
        </p:txBody>
      </p:sp>
      <p:sp>
        <p:nvSpPr>
          <p:cNvPr id="1613" name="Google Shape;1613;p26">
            <a:extLst xmlns:a="http://schemas.openxmlformats.org/drawingml/2006/main">
              <a:ext uri="{FF2B5EF4-FFF2-40B4-BE49-F238E27FC236}">
                <a16:creationId xmlns:a16="http://schemas.microsoft.com/office/drawing/2014/main" id="{7B2FA02D-89D9-4547-9E16-E1F92E5D31EC}"/>
              </a:ext>
            </a:extLst>
          </p:cNvPr>
          <p:cNvSpPr>
            <a:spLocks xmlns:a="http://schemas.openxmlformats.org/drawingml/2006/main" noGrp="1"/>
          </p:cNvSpPr>
          <p:nvPr/>
        </p:nvSpPr>
        <p:spPr>
          <a:xfrm xmlns:a="http://schemas.openxmlformats.org/drawingml/2006/main">
            <a:off x="1323975" y="461962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Approved T1 package: FR-001 report filtering; NFR-001 results &lt;2 sec; STK-001 Sarah; DDL-001 Q3; signed Human Approval.</a:t>
            </a:r>
            <a:endParaRPr/>
          </a:p>
        </p:txBody>
      </p:sp>
      <p:sp>
        <p:nvSpPr>
          <p:cNvPr id="1614" name="Google Shape;1614;p26">
            <a:extLst xmlns:a="http://schemas.openxmlformats.org/drawingml/2006/main">
              <a:ext uri="{FF2B5EF4-FFF2-40B4-BE49-F238E27FC236}">
                <a16:creationId xmlns:a16="http://schemas.microsoft.com/office/drawing/2014/main" id="{B35ADEFB-FAD3-45AD-BF46-E05E90DAB599}"/>
              </a:ext>
            </a:extLst>
          </p:cNvPr>
          <p:cNvSpPr>
            <a:spLocks xmlns:a="http://schemas.openxmlformats.org/drawingml/2006/main" noGrp="1"/>
          </p:cNvSpPr>
          <p:nvPr/>
        </p:nvSpPr>
        <p:spPr>
          <a:xfrm xmlns:a="http://schemas.openxmlformats.org/drawingml/2006/main">
            <a:off x="5372100" y="461962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Ten-section PRD · FR-001 + NFR-001 · AC-001 + AC-002 · Q3 timeline · TBD fields remain explicit · 100% grounded</a:t>
            </a:r>
            <a:endParaRPr/>
          </a:p>
        </p:txBody>
      </p:sp>
      <p:sp>
        <p:nvSpPr>
          <p:cNvPr id="1615" name="Google Shape;1615;p26">
            <a:extLst xmlns:a="http://schemas.openxmlformats.org/drawingml/2006/main">
              <a:ext uri="{FF2B5EF4-FFF2-40B4-BE49-F238E27FC236}">
                <a16:creationId xmlns:a16="http://schemas.microsoft.com/office/drawing/2014/main" id="{09892EC7-CD07-4259-8EBE-B586BFB149DF}"/>
              </a:ext>
            </a:extLst>
          </p:cNvPr>
          <p:cNvSpPr>
            <a:spLocks xmlns:a="http://schemas.openxmlformats.org/drawingml/2006/main" noGrp="1"/>
          </p:cNvSpPr>
          <p:nvPr/>
        </p:nvSpPr>
        <p:spPr>
          <a:xfrm xmlns:a="http://schemas.openxmlformats.org/drawingml/2006/main">
            <a:off x="10039350" y="464820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n8n 8621</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05e9aa…48ff</a:t>
            </a:r>
            <a:endParaRPr/>
          </a:p>
        </p:txBody>
      </p:sp>
      <p:sp>
        <p:nvSpPr>
          <p:cNvPr id="1616" name="Google Shape;1616;p26">
            <a:extLst xmlns:a="http://schemas.openxmlformats.org/drawingml/2006/main">
              <a:ext uri="{FF2B5EF4-FFF2-40B4-BE49-F238E27FC236}">
                <a16:creationId xmlns:a16="http://schemas.microsoft.com/office/drawing/2014/main" id="{EA6461BF-2D3D-4510-AD73-93A043CBECDB}"/>
              </a:ext>
            </a:extLst>
          </p:cNvPr>
          <p:cNvSpPr>
            <a:spLocks xmlns:a="http://schemas.openxmlformats.org/drawingml/2006/main" noGrp="1"/>
          </p:cNvSpPr>
          <p:nvPr/>
        </p:nvSpPr>
        <p:spPr>
          <a:xfrm xmlns:a="http://schemas.openxmlformats.org/drawingml/2006/main">
            <a:off x="10239375" y="495300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17" name="Google Shape;1617;p26">
            <a:extLst xmlns:a="http://schemas.openxmlformats.org/drawingml/2006/main">
              <a:ext uri="{FF2B5EF4-FFF2-40B4-BE49-F238E27FC236}">
                <a16:creationId xmlns:a16="http://schemas.microsoft.com/office/drawing/2014/main" id="{F29832B2-33A3-4FE1-9B1B-A5C3665FEE8C}"/>
              </a:ext>
            </a:extLst>
          </p:cNvPr>
          <p:cNvSpPr>
            <a:spLocks xmlns:a="http://schemas.openxmlformats.org/drawingml/2006/main" noGrp="1"/>
          </p:cNvSpPr>
          <p:nvPr/>
        </p:nvSpPr>
        <p:spPr>
          <a:xfrm xmlns:a="http://schemas.openxmlformats.org/drawingml/2006/main">
            <a:off x="10239375" y="496252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618" name="Google Shape;1618;p26">
            <a:extLst xmlns:a="http://schemas.openxmlformats.org/drawingml/2006/main">
              <a:ext uri="{FF2B5EF4-FFF2-40B4-BE49-F238E27FC236}">
                <a16:creationId xmlns:a16="http://schemas.microsoft.com/office/drawing/2014/main" id="{EA828E75-6A00-4920-8C57-921373E0B335}"/>
              </a:ext>
            </a:extLst>
          </p:cNvPr>
          <p:cNvSpPr>
            <a:spLocks xmlns:a="http://schemas.openxmlformats.org/drawingml/2006/main" noGrp="1"/>
          </p:cNvSpPr>
          <p:nvPr/>
        </p:nvSpPr>
        <p:spPr>
          <a:xfrm xmlns:a="http://schemas.openxmlformats.org/drawingml/2006/main">
            <a:off x="685800" y="5219700"/>
            <a:ext cx="108204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19" name="Google Shape;1619;p26">
            <a:extLst xmlns:a="http://schemas.openxmlformats.org/drawingml/2006/main">
              <a:ext uri="{FF2B5EF4-FFF2-40B4-BE49-F238E27FC236}">
                <a16:creationId xmlns:a16="http://schemas.microsoft.com/office/drawing/2014/main" id="{8975684F-EE59-4358-A106-1E781A569B21}"/>
              </a:ext>
            </a:extLst>
          </p:cNvPr>
          <p:cNvSpPr>
            <a:spLocks xmlns:a="http://schemas.openxmlformats.org/drawingml/2006/main" noGrp="1"/>
          </p:cNvSpPr>
          <p:nvPr/>
        </p:nvSpPr>
        <p:spPr>
          <a:xfrm xmlns:a="http://schemas.openxmlformats.org/drawingml/2006/main">
            <a:off x="781050" y="5353050"/>
            <a:ext cx="400050" cy="371475"/>
          </a:xfrm>
          <a:prstGeom xmlns:a="http://schemas.openxmlformats.org/drawingml/2006/main" prst="roundRect">
            <a:avLst>
              <a:gd name="adj" fmla="val 20513"/>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20" name="Google Shape;1620;p26">
            <a:extLst xmlns:a="http://schemas.openxmlformats.org/drawingml/2006/main">
              <a:ext uri="{FF2B5EF4-FFF2-40B4-BE49-F238E27FC236}">
                <a16:creationId xmlns:a16="http://schemas.microsoft.com/office/drawing/2014/main" id="{41BE210D-1514-48B3-B78B-81DB2DB1D2A4}"/>
              </a:ext>
            </a:extLst>
          </p:cNvPr>
          <p:cNvSpPr>
            <a:spLocks xmlns:a="http://schemas.openxmlformats.org/drawingml/2006/main" noGrp="1"/>
          </p:cNvSpPr>
          <p:nvPr/>
        </p:nvSpPr>
        <p:spPr>
          <a:xfrm xmlns:a="http://schemas.openxmlformats.org/drawingml/2006/main">
            <a:off x="781050" y="5438775"/>
            <a:ext cx="400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750"/>
              <a:buFont typeface="Arial"/>
              <a:buNone/>
            </a:pPr>
            <a:r>
              <a:rPr sz="750" b="1">
                <a:solidFill>
                  <a:srgbClr val="7546C8"/>
                </a:solidFill>
              </a:rPr>
              <a:t>T12</a:t>
            </a:r>
            <a:endParaRPr/>
          </a:p>
        </p:txBody>
      </p:sp>
      <p:sp>
        <p:nvSpPr>
          <p:cNvPr id="1621" name="Google Shape;1621;p26">
            <a:extLst xmlns:a="http://schemas.openxmlformats.org/drawingml/2006/main">
              <a:ext uri="{FF2B5EF4-FFF2-40B4-BE49-F238E27FC236}">
                <a16:creationId xmlns:a16="http://schemas.microsoft.com/office/drawing/2014/main" id="{756582A2-34A0-4C65-AE29-515EFDE6AFA6}"/>
              </a:ext>
            </a:extLst>
          </p:cNvPr>
          <p:cNvSpPr>
            <a:spLocks xmlns:a="http://schemas.openxmlformats.org/drawingml/2006/main" noGrp="1"/>
          </p:cNvSpPr>
          <p:nvPr/>
        </p:nvSpPr>
        <p:spPr>
          <a:xfrm xmlns:a="http://schemas.openxmlformats.org/drawingml/2006/main">
            <a:off x="1323975" y="5286375"/>
            <a:ext cx="3857625"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Approved T11 PRD: FR-001, NFR-001, AC-001, AC-002; source run RUN-T1-GROUND-TRUTH.</a:t>
            </a:r>
            <a:endParaRPr/>
          </a:p>
        </p:txBody>
      </p:sp>
      <p:sp>
        <p:nvSpPr>
          <p:cNvPr id="1622" name="Google Shape;1622;p26">
            <a:extLst xmlns:a="http://schemas.openxmlformats.org/drawingml/2006/main">
              <a:ext uri="{FF2B5EF4-FFF2-40B4-BE49-F238E27FC236}">
                <a16:creationId xmlns:a16="http://schemas.microsoft.com/office/drawing/2014/main" id="{532E8BA8-7900-4107-ACD3-391620989ED5}"/>
              </a:ext>
            </a:extLst>
          </p:cNvPr>
          <p:cNvSpPr>
            <a:spLocks xmlns:a="http://schemas.openxmlformats.org/drawingml/2006/main" noGrp="1"/>
          </p:cNvSpPr>
          <p:nvPr/>
        </p:nvSpPr>
        <p:spPr>
          <a:xfrm xmlns:a="http://schemas.openxmlformats.org/drawingml/2006/main">
            <a:off x="5372100" y="5286375"/>
            <a:ext cx="4476750" cy="504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60"/>
              <a:buFont typeface="Arial"/>
              <a:buNone/>
            </a:pPr>
            <a:r>
              <a:rPr sz="660">
                <a:solidFill>
                  <a:srgbClr val="1A1A2E"/>
                </a:solidFill>
              </a:rPr>
              <a:t>EPIC-001 Report Filtering → FEAT-001 Filter Reports → US-001 → AC-001 + AC-002 · 2 unresolved questions · 0 unsupported claims</a:t>
            </a:r>
            <a:endParaRPr/>
          </a:p>
        </p:txBody>
      </p:sp>
      <p:sp>
        <p:nvSpPr>
          <p:cNvPr id="1623" name="Google Shape;1623;p26">
            <a:extLst xmlns:a="http://schemas.openxmlformats.org/drawingml/2006/main">
              <a:ext uri="{FF2B5EF4-FFF2-40B4-BE49-F238E27FC236}">
                <a16:creationId xmlns:a16="http://schemas.microsoft.com/office/drawing/2014/main" id="{4AE7A12D-259E-414C-A043-E1DD3DBE056F}"/>
              </a:ext>
            </a:extLst>
          </p:cNvPr>
          <p:cNvSpPr>
            <a:spLocks xmlns:a="http://schemas.openxmlformats.org/drawingml/2006/main" noGrp="1"/>
          </p:cNvSpPr>
          <p:nvPr/>
        </p:nvSpPr>
        <p:spPr>
          <a:xfrm xmlns:a="http://schemas.openxmlformats.org/drawingml/2006/main">
            <a:off x="10039350" y="5314950"/>
            <a:ext cx="12192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n8n 8788</a:t>
            </a:r>
            <a:endParaRPr/>
          </a:p>
          <a:p xmlns:a="http://schemas.openxmlformats.org/drawingml/2006/main">
            <a:pPr marL="0" marR="0" lvl="0" indent="0" algn="l">
              <a:spcBef>
                <a:spcPts val="0"/>
              </a:spcBef>
              <a:spcAft>
                <a:spcPts val="0"/>
              </a:spcAft>
              <a:buClr>
                <a:srgbClr val="666B70"/>
              </a:buClr>
              <a:buSzPts val="585"/>
              <a:buFont typeface="Arial"/>
              <a:buNone/>
            </a:pPr>
            <a:r>
              <a:rPr sz="585" b="1">
                <a:solidFill>
                  <a:srgbClr val="666B70"/>
                </a:solidFill>
              </a:rPr>
              <a:t>LF 8e2078…159b</a:t>
            </a:r>
            <a:endParaRPr/>
          </a:p>
        </p:txBody>
      </p:sp>
      <p:sp>
        <p:nvSpPr>
          <p:cNvPr id="1624" name="Google Shape;1624;p26">
            <a:extLst xmlns:a="http://schemas.openxmlformats.org/drawingml/2006/main">
              <a:ext uri="{FF2B5EF4-FFF2-40B4-BE49-F238E27FC236}">
                <a16:creationId xmlns:a16="http://schemas.microsoft.com/office/drawing/2014/main" id="{289DF9C9-83F1-449E-BFD3-1EC705B85205}"/>
              </a:ext>
            </a:extLst>
          </p:cNvPr>
          <p:cNvSpPr>
            <a:spLocks xmlns:a="http://schemas.openxmlformats.org/drawingml/2006/main" noGrp="1"/>
          </p:cNvSpPr>
          <p:nvPr/>
        </p:nvSpPr>
        <p:spPr>
          <a:xfrm xmlns:a="http://schemas.openxmlformats.org/drawingml/2006/main">
            <a:off x="10239375" y="5619750"/>
            <a:ext cx="819150" cy="180975"/>
          </a:xfrm>
          <a:prstGeom xmlns:a="http://schemas.openxmlformats.org/drawingml/2006/main" prst="roundRect">
            <a:avLst>
              <a:gd name="adj" fmla="val 4210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25" name="Google Shape;1625;p26">
            <a:extLst xmlns:a="http://schemas.openxmlformats.org/drawingml/2006/main">
              <a:ext uri="{FF2B5EF4-FFF2-40B4-BE49-F238E27FC236}">
                <a16:creationId xmlns:a16="http://schemas.microsoft.com/office/drawing/2014/main" id="{4EA9A603-E242-49F9-8135-67D019825266}"/>
              </a:ext>
            </a:extLst>
          </p:cNvPr>
          <p:cNvSpPr>
            <a:spLocks xmlns:a="http://schemas.openxmlformats.org/drawingml/2006/main" noGrp="1"/>
          </p:cNvSpPr>
          <p:nvPr/>
        </p:nvSpPr>
        <p:spPr>
          <a:xfrm xmlns:a="http://schemas.openxmlformats.org/drawingml/2006/main">
            <a:off x="10239375" y="5629275"/>
            <a:ext cx="81915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23"/>
              <a:buFont typeface="Arial"/>
              <a:buNone/>
            </a:pPr>
            <a:r>
              <a:rPr sz="623" b="1">
                <a:solidFill>
                  <a:srgbClr val="2F6F57"/>
                </a:solidFill>
              </a:rPr>
              <a:t>PASS</a:t>
            </a:r>
            <a:endParaRPr/>
          </a:p>
        </p:txBody>
      </p:sp>
      <p:sp>
        <p:nvSpPr>
          <p:cNvPr id="1626" name="Google Shape;1626;p26">
            <a:extLst xmlns:a="http://schemas.openxmlformats.org/drawingml/2006/main">
              <a:ext uri="{FF2B5EF4-FFF2-40B4-BE49-F238E27FC236}">
                <a16:creationId xmlns:a16="http://schemas.microsoft.com/office/drawing/2014/main" id="{0B70260B-5933-4438-9F8A-FB35FC60AA93}"/>
              </a:ext>
            </a:extLst>
          </p:cNvPr>
          <p:cNvSpPr>
            <a:spLocks xmlns:a="http://schemas.openxmlformats.org/drawingml/2006/main" noGrp="1"/>
          </p:cNvSpPr>
          <p:nvPr/>
        </p:nvSpPr>
        <p:spPr>
          <a:xfrm xmlns:a="http://schemas.openxmlformats.org/drawingml/2006/main">
            <a:off x="685800" y="5924550"/>
            <a:ext cx="10820400" cy="285750"/>
          </a:xfrm>
          <a:prstGeom xmlns:a="http://schemas.openxmlformats.org/drawingml/2006/main" prst="roundRect">
            <a:avLst>
              <a:gd name="adj" fmla="val 26667"/>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27" name="Google Shape;1627;p26">
            <a:extLst xmlns:a="http://schemas.openxmlformats.org/drawingml/2006/main">
              <a:ext uri="{FF2B5EF4-FFF2-40B4-BE49-F238E27FC236}">
                <a16:creationId xmlns:a16="http://schemas.microsoft.com/office/drawing/2014/main" id="{0C693E95-95F8-4C38-9A08-317D76CD5191}"/>
              </a:ext>
            </a:extLst>
          </p:cNvPr>
          <p:cNvSpPr>
            <a:spLocks xmlns:a="http://schemas.openxmlformats.org/drawingml/2006/main" noGrp="1"/>
          </p:cNvSpPr>
          <p:nvPr/>
        </p:nvSpPr>
        <p:spPr>
          <a:xfrm xmlns:a="http://schemas.openxmlformats.org/drawingml/2006/main">
            <a:off x="952500" y="5981700"/>
            <a:ext cx="10287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28"/>
              <a:buFont typeface="Arial"/>
              <a:buNone/>
            </a:pPr>
            <a:r>
              <a:rPr sz="728" b="1">
                <a:solidFill>
                  <a:srgbClr val="2F6F57"/>
                </a:solidFill>
              </a:rPr>
              <a:t>Method: human-reviewed expected output ↔ preserved actual JSON/Markdown ↔ successful n8n/Langfuse receipt</a:t>
            </a:r>
            <a:endParaRPr/>
          </a:p>
        </p:txBody>
      </p:sp>
      <p:sp>
        <p:nvSpPr>
          <p:cNvPr id="1628" name="Google Shape;1628;p26">
            <a:extLst xmlns:a="http://schemas.openxmlformats.org/drawingml/2006/main">
              <a:ext uri="{FF2B5EF4-FFF2-40B4-BE49-F238E27FC236}">
                <a16:creationId xmlns:a16="http://schemas.microsoft.com/office/drawing/2014/main" id="{63CC87A0-8CF3-4C10-86F5-E63AC9F1C776}"/>
              </a:ext>
            </a:extLst>
          </p:cNvPr>
          <p:cNvSpPr>
            <a:spLocks xmlns:a="http://schemas.openxmlformats.org/drawingml/2006/main" noGrp="1"/>
          </p:cNvSpPr>
          <p:nvPr/>
        </p:nvSpPr>
        <p:spPr>
          <a:xfrm xmlns:a="http://schemas.openxmlformats.org/drawingml/2006/main">
            <a:off x="0" y="6305550"/>
            <a:ext cx="12192000" cy="5524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29" name="Google Shape;1629;p26">
            <a:extLst xmlns:a="http://schemas.openxmlformats.org/drawingml/2006/main">
              <a:ext uri="{FF2B5EF4-FFF2-40B4-BE49-F238E27FC236}">
                <a16:creationId xmlns:a16="http://schemas.microsoft.com/office/drawing/2014/main" id="{E52430D1-3162-4CF2-88C3-9AAF12B63F74}"/>
              </a:ext>
            </a:extLst>
          </p:cNvPr>
          <p:cNvSpPr>
            <a:spLocks xmlns:a="http://schemas.openxmlformats.org/drawingml/2006/main" noGrp="1"/>
          </p:cNvSpPr>
          <p:nvPr/>
        </p:nvSpPr>
        <p:spPr>
          <a:xfrm xmlns:a="http://schemas.openxmlformats.org/drawingml/2006/main">
            <a:off x="781050" y="6429375"/>
            <a:ext cx="1714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10"/>
              <a:buFont typeface="Arial"/>
              <a:buNone/>
            </a:pPr>
            <a:r>
              <a:rPr sz="810" b="1">
                <a:solidFill>
                  <a:srgbClr val="C9C6D8"/>
                </a:solidFill>
              </a:rPr>
              <a:t>A7</a:t>
            </a:r>
            <a:endParaRPr/>
          </a:p>
        </p:txBody>
      </p:sp>
      <p:sp>
        <p:nvSpPr>
          <p:cNvPr id="1630" name="Google Shape;1630;p26">
            <a:extLst xmlns:a="http://schemas.openxmlformats.org/drawingml/2006/main">
              <a:ext uri="{FF2B5EF4-FFF2-40B4-BE49-F238E27FC236}">
                <a16:creationId xmlns:a16="http://schemas.microsoft.com/office/drawing/2014/main" id="{45BCD368-19C1-429C-8FBF-2A6F52981A5D}"/>
              </a:ext>
            </a:extLst>
          </p:cNvPr>
          <p:cNvSpPr>
            <a:spLocks xmlns:a="http://schemas.openxmlformats.org/drawingml/2006/main" noGrp="1"/>
          </p:cNvSpPr>
          <p:nvPr/>
        </p:nvSpPr>
        <p:spPr>
          <a:xfrm xmlns:a="http://schemas.openxmlformats.org/drawingml/2006/main">
            <a:off x="2476500" y="6391275"/>
            <a:ext cx="89344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065"/>
              <a:buFont typeface="Arial"/>
              <a:buNone/>
            </a:pPr>
            <a:r>
              <a:rPr sz="1065" b="1">
                <a:solidFill>
                  <a:srgbClr val="FFFFFF"/>
                </a:solidFill>
              </a:rPr>
              <a:t>All 12 required inputs and outputs are preserved, reviewable, and connected to execution receipts.</a:t>
            </a:r>
            <a:endParaRPr/>
          </a:p>
        </p:txBody>
      </p:sp>
    </p:spTree>
    <p:extLst>
      <p:ext uri="{BB962C8B-B14F-4D97-AF65-F5344CB8AC3E}">
        <p14:creationId xmlns:p14="http://schemas.microsoft.com/office/powerpoint/2010/main" val="943436629"/>
      </p:ext>
    </p:extLst>
  </p:cSld>
</p:sld>
</file>

<file path=ppt/slides/slide27.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636" name="Google Shape;1636;p27">
            <a:extLst xmlns:a="http://schemas.openxmlformats.org/drawingml/2006/main">
              <a:ext uri="{FF2B5EF4-FFF2-40B4-BE49-F238E27FC236}">
                <a16:creationId xmlns:a16="http://schemas.microsoft.com/office/drawing/2014/main" id="{3C7E86B8-77CF-47AD-891D-4AFB365628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37" name="Google Shape;1637;p27">
            <a:extLst xmlns:a="http://schemas.openxmlformats.org/drawingml/2006/main">
              <a:ext uri="{FF2B5EF4-FFF2-40B4-BE49-F238E27FC236}">
                <a16:creationId xmlns:a16="http://schemas.microsoft.com/office/drawing/2014/main" id="{4771378B-34FB-4EFB-B11B-7FE8D6BA3AF1}"/>
              </a:ext>
            </a:extLst>
          </p:cNvPr>
          <p:cNvSpPr>
            <a:spLocks xmlns:a="http://schemas.openxmlformats.org/drawingml/2006/main" noGrp="1"/>
          </p:cNvSpPr>
          <p:nvPr/>
        </p:nvSpPr>
        <p:spPr>
          <a:xfrm xmlns:a="http://schemas.openxmlformats.org/drawingml/2006/main">
            <a:off x="514350" y="590550"/>
            <a:ext cx="66675" cy="7239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38" name="Google Shape;1638;p27">
            <a:extLst xmlns:a="http://schemas.openxmlformats.org/drawingml/2006/main">
              <a:ext uri="{FF2B5EF4-FFF2-40B4-BE49-F238E27FC236}">
                <a16:creationId xmlns:a16="http://schemas.microsoft.com/office/drawing/2014/main" id="{97FEDC59-2BF5-4203-9D24-AF81D3190DE7}"/>
              </a:ext>
            </a:extLst>
          </p:cNvPr>
          <p:cNvSpPr>
            <a:spLocks xmlns:a="http://schemas.openxmlformats.org/drawingml/2006/main" noGrp="1"/>
          </p:cNvSpPr>
          <p:nvPr/>
        </p:nvSpPr>
        <p:spPr>
          <a:xfrm xmlns:a="http://schemas.openxmlformats.org/drawingml/2006/main">
            <a:off x="781050" y="438150"/>
            <a:ext cx="7810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38"/>
              <a:buFont typeface="Arial"/>
              <a:buNone/>
            </a:pPr>
            <a:r>
              <a:rPr sz="938" b="1">
                <a:solidFill>
                  <a:srgbClr val="B85042"/>
                </a:solidFill>
              </a:rPr>
              <a:t>A8  ·  LANGFUSE EVALUATOR EVIDENCE</a:t>
            </a:r>
            <a:endParaRPr/>
          </a:p>
        </p:txBody>
      </p:sp>
      <p:sp>
        <p:nvSpPr>
          <p:cNvPr id="1639" name="Google Shape;1639;p27">
            <a:extLst xmlns:a="http://schemas.openxmlformats.org/drawingml/2006/main">
              <a:ext uri="{FF2B5EF4-FFF2-40B4-BE49-F238E27FC236}">
                <a16:creationId xmlns:a16="http://schemas.microsoft.com/office/drawing/2014/main" id="{EF0A18DE-89C8-4836-A71D-02C187903991}"/>
              </a:ext>
            </a:extLst>
          </p:cNvPr>
          <p:cNvSpPr>
            <a:spLocks xmlns:a="http://schemas.openxmlformats.org/drawingml/2006/main" noGrp="1"/>
          </p:cNvSpPr>
          <p:nvPr/>
        </p:nvSpPr>
        <p:spPr>
          <a:xfrm xmlns:a="http://schemas.openxmlformats.org/drawingml/2006/main">
            <a:off x="781050" y="723900"/>
            <a:ext cx="106299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325"/>
              <a:buFont typeface="Arial"/>
              <a:buNone/>
            </a:pPr>
            <a:r>
              <a:rPr sz="2325" b="1">
                <a:solidFill>
                  <a:srgbClr val="1A1A2E"/>
                </a:solidFill>
              </a:rPr>
              <a:t>Code controls and semantic judges cover different failure modes</a:t>
            </a:r>
            <a:endParaRPr/>
          </a:p>
        </p:txBody>
      </p:sp>
      <p:sp>
        <p:nvSpPr>
          <p:cNvPr id="1640" name="Google Shape;1640;p27">
            <a:extLst xmlns:a="http://schemas.openxmlformats.org/drawingml/2006/main">
              <a:ext uri="{FF2B5EF4-FFF2-40B4-BE49-F238E27FC236}">
                <a16:creationId xmlns:a16="http://schemas.microsoft.com/office/drawing/2014/main" id="{D8ADEA09-5D53-4247-9EB3-F45EA5E3CE76}"/>
              </a:ext>
            </a:extLst>
          </p:cNvPr>
          <p:cNvSpPr>
            <a:spLocks xmlns:a="http://schemas.openxmlformats.org/drawingml/2006/main" noGrp="1"/>
          </p:cNvSpPr>
          <p:nvPr/>
        </p:nvSpPr>
        <p:spPr>
          <a:xfrm xmlns:a="http://schemas.openxmlformats.org/drawingml/2006/main">
            <a:off x="781050" y="1238250"/>
            <a:ext cx="10629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35"/>
              <a:buFont typeface="Arial"/>
              <a:buNone/>
            </a:pPr>
            <a:r>
              <a:rPr sz="1035">
                <a:solidFill>
                  <a:srgbClr val="666B70"/>
                </a:solidFill>
              </a:rPr>
              <a:t>Accepted v0.3.8 run 11901 · RUN-S2-11902-16e7090e · one current-trace Story score set authorized release.</a:t>
            </a:r>
            <a:endParaRPr/>
          </a:p>
        </p:txBody>
      </p:sp>
      <p:sp>
        <p:nvSpPr>
          <p:cNvPr id="1641" name="Google Shape;1641;p27">
            <a:extLst xmlns:a="http://schemas.openxmlformats.org/drawingml/2006/main">
              <a:ext uri="{FF2B5EF4-FFF2-40B4-BE49-F238E27FC236}">
                <a16:creationId xmlns:a16="http://schemas.microsoft.com/office/drawing/2014/main" id="{740B7842-88C9-40FF-BF58-4D4258C2AC5E}"/>
              </a:ext>
            </a:extLst>
          </p:cNvPr>
          <p:cNvSpPr>
            <a:spLocks xmlns:a="http://schemas.openxmlformats.org/drawingml/2006/main" noGrp="1"/>
          </p:cNvSpPr>
          <p:nvPr/>
        </p:nvSpPr>
        <p:spPr>
          <a:xfrm xmlns:a="http://schemas.openxmlformats.org/drawingml/2006/main">
            <a:off x="685800" y="1714500"/>
            <a:ext cx="7219950" cy="400050"/>
          </a:xfrm>
          <a:prstGeom xmlns:a="http://schemas.openxmlformats.org/drawingml/2006/main" prst="roundRect">
            <a:avLst>
              <a:gd name="adj" fmla="val 19048"/>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42" name="Google Shape;1642;p27">
            <a:extLst xmlns:a="http://schemas.openxmlformats.org/drawingml/2006/main">
              <a:ext uri="{FF2B5EF4-FFF2-40B4-BE49-F238E27FC236}">
                <a16:creationId xmlns:a16="http://schemas.microsoft.com/office/drawing/2014/main" id="{7045A90B-1D65-48EA-9BA9-1BEA5B7A0869}"/>
              </a:ext>
            </a:extLst>
          </p:cNvPr>
          <p:cNvSpPr>
            <a:spLocks xmlns:a="http://schemas.openxmlformats.org/drawingml/2006/main" noGrp="1"/>
          </p:cNvSpPr>
          <p:nvPr/>
        </p:nvSpPr>
        <p:spPr>
          <a:xfrm xmlns:a="http://schemas.openxmlformats.org/drawingml/2006/main">
            <a:off x="838200" y="1809750"/>
            <a:ext cx="1809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13"/>
              <a:buFont typeface="Arial"/>
              <a:buNone/>
            </a:pPr>
            <a:r>
              <a:rPr sz="713" b="1">
                <a:solidFill>
                  <a:srgbClr val="FFFFFF"/>
                </a:solidFill>
              </a:rPr>
              <a:t>STAGE</a:t>
            </a:r>
            <a:endParaRPr/>
          </a:p>
        </p:txBody>
      </p:sp>
      <p:sp>
        <p:nvSpPr>
          <p:cNvPr id="1643" name="Google Shape;1643;p27">
            <a:extLst xmlns:a="http://schemas.openxmlformats.org/drawingml/2006/main">
              <a:ext uri="{FF2B5EF4-FFF2-40B4-BE49-F238E27FC236}">
                <a16:creationId xmlns:a16="http://schemas.microsoft.com/office/drawing/2014/main" id="{B8352171-184A-4EE5-A693-1A7241CFAAF4}"/>
              </a:ext>
            </a:extLst>
          </p:cNvPr>
          <p:cNvSpPr>
            <a:spLocks xmlns:a="http://schemas.openxmlformats.org/drawingml/2006/main" noGrp="1"/>
          </p:cNvSpPr>
          <p:nvPr/>
        </p:nvSpPr>
        <p:spPr>
          <a:xfrm xmlns:a="http://schemas.openxmlformats.org/drawingml/2006/main">
            <a:off x="2686050" y="1809750"/>
            <a:ext cx="19526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90"/>
              <a:buFont typeface="Arial"/>
              <a:buNone/>
            </a:pPr>
            <a:r>
              <a:rPr sz="690" b="1">
                <a:solidFill>
                  <a:srgbClr val="FFFFFF"/>
                </a:solidFill>
              </a:rPr>
              <a:t>CODE EVALUATOR / RESULT</a:t>
            </a:r>
            <a:endParaRPr/>
          </a:p>
        </p:txBody>
      </p:sp>
      <p:sp>
        <p:nvSpPr>
          <p:cNvPr id="1644" name="Google Shape;1644;p27">
            <a:extLst xmlns:a="http://schemas.openxmlformats.org/drawingml/2006/main">
              <a:ext uri="{FF2B5EF4-FFF2-40B4-BE49-F238E27FC236}">
                <a16:creationId xmlns:a16="http://schemas.microsoft.com/office/drawing/2014/main" id="{9BEAED6E-A1FD-4158-9529-DD99745C57AE}"/>
              </a:ext>
            </a:extLst>
          </p:cNvPr>
          <p:cNvSpPr>
            <a:spLocks xmlns:a="http://schemas.openxmlformats.org/drawingml/2006/main" noGrp="1"/>
          </p:cNvSpPr>
          <p:nvPr/>
        </p:nvSpPr>
        <p:spPr>
          <a:xfrm xmlns:a="http://schemas.openxmlformats.org/drawingml/2006/main">
            <a:off x="4743450" y="1809750"/>
            <a:ext cx="100012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60"/>
              <a:buFont typeface="Arial"/>
              <a:buNone/>
            </a:pPr>
            <a:r>
              <a:rPr sz="660" b="1">
                <a:solidFill>
                  <a:srgbClr val="FFFFFF"/>
                </a:solidFill>
              </a:rPr>
              <a:t>FAITHFUL</a:t>
            </a:r>
            <a:endParaRPr/>
          </a:p>
        </p:txBody>
      </p:sp>
      <p:sp>
        <p:nvSpPr>
          <p:cNvPr id="1645" name="Google Shape;1645;p27">
            <a:extLst xmlns:a="http://schemas.openxmlformats.org/drawingml/2006/main">
              <a:ext uri="{FF2B5EF4-FFF2-40B4-BE49-F238E27FC236}">
                <a16:creationId xmlns:a16="http://schemas.microsoft.com/office/drawing/2014/main" id="{13E93538-4932-4C1E-892E-9BF7C46B1C26}"/>
              </a:ext>
            </a:extLst>
          </p:cNvPr>
          <p:cNvSpPr>
            <a:spLocks xmlns:a="http://schemas.openxmlformats.org/drawingml/2006/main" noGrp="1"/>
          </p:cNvSpPr>
          <p:nvPr/>
        </p:nvSpPr>
        <p:spPr>
          <a:xfrm xmlns:a="http://schemas.openxmlformats.org/drawingml/2006/main">
            <a:off x="5829300" y="1809750"/>
            <a:ext cx="9048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60"/>
              <a:buFont typeface="Arial"/>
              <a:buNone/>
            </a:pPr>
            <a:r>
              <a:rPr sz="660" b="1">
                <a:solidFill>
                  <a:srgbClr val="FFFFFF"/>
                </a:solidFill>
              </a:rPr>
              <a:t>HALLUC.</a:t>
            </a:r>
            <a:endParaRPr/>
          </a:p>
        </p:txBody>
      </p:sp>
      <p:sp>
        <p:nvSpPr>
          <p:cNvPr id="1646" name="Google Shape;1646;p27">
            <a:extLst xmlns:a="http://schemas.openxmlformats.org/drawingml/2006/main">
              <a:ext uri="{FF2B5EF4-FFF2-40B4-BE49-F238E27FC236}">
                <a16:creationId xmlns:a16="http://schemas.microsoft.com/office/drawing/2014/main" id="{1D636192-B20E-42C8-B9C1-98D112CF63BB}"/>
              </a:ext>
            </a:extLst>
          </p:cNvPr>
          <p:cNvSpPr>
            <a:spLocks xmlns:a="http://schemas.openxmlformats.org/drawingml/2006/main" noGrp="1"/>
          </p:cNvSpPr>
          <p:nvPr/>
        </p:nvSpPr>
        <p:spPr>
          <a:xfrm xmlns:a="http://schemas.openxmlformats.org/drawingml/2006/main">
            <a:off x="6800850" y="1809750"/>
            <a:ext cx="952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60"/>
              <a:buFont typeface="Arial"/>
              <a:buNone/>
            </a:pPr>
            <a:r>
              <a:rPr sz="660" b="1">
                <a:solidFill>
                  <a:srgbClr val="FFFFFF"/>
                </a:solidFill>
              </a:rPr>
              <a:t>OUTCOME</a:t>
            </a:r>
            <a:endParaRPr/>
          </a:p>
        </p:txBody>
      </p:sp>
      <p:sp>
        <p:nvSpPr>
          <p:cNvPr id="1647" name="Google Shape;1647;p27">
            <a:extLst xmlns:a="http://schemas.openxmlformats.org/drawingml/2006/main">
              <a:ext uri="{FF2B5EF4-FFF2-40B4-BE49-F238E27FC236}">
                <a16:creationId xmlns:a16="http://schemas.microsoft.com/office/drawing/2014/main" id="{1160C4AA-BC6D-4393-950B-1185CFE6F101}"/>
              </a:ext>
            </a:extLst>
          </p:cNvPr>
          <p:cNvSpPr>
            <a:spLocks xmlns:a="http://schemas.openxmlformats.org/drawingml/2006/main" noGrp="1"/>
          </p:cNvSpPr>
          <p:nvPr/>
        </p:nvSpPr>
        <p:spPr>
          <a:xfrm xmlns:a="http://schemas.openxmlformats.org/drawingml/2006/main">
            <a:off x="685800" y="2133600"/>
            <a:ext cx="7219950" cy="4572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48" name="Google Shape;1648;p27">
            <a:extLst xmlns:a="http://schemas.openxmlformats.org/drawingml/2006/main">
              <a:ext uri="{FF2B5EF4-FFF2-40B4-BE49-F238E27FC236}">
                <a16:creationId xmlns:a16="http://schemas.microsoft.com/office/drawing/2014/main" id="{50618DBB-49C6-4ABC-94EB-9E914079CF3C}"/>
              </a:ext>
            </a:extLst>
          </p:cNvPr>
          <p:cNvSpPr>
            <a:spLocks xmlns:a="http://schemas.openxmlformats.org/drawingml/2006/main" noGrp="1"/>
          </p:cNvSpPr>
          <p:nvPr/>
        </p:nvSpPr>
        <p:spPr>
          <a:xfrm xmlns:a="http://schemas.openxmlformats.org/drawingml/2006/main">
            <a:off x="838200" y="2200275"/>
            <a:ext cx="1809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73"/>
              <a:buFont typeface="Arial"/>
              <a:buNone/>
            </a:pPr>
            <a:r>
              <a:rPr sz="773" b="1">
                <a:solidFill>
                  <a:srgbClr val="1A1A2E"/>
                </a:solidFill>
              </a:rPr>
              <a:t>Requirement Extractor</a:t>
            </a:r>
            <a:endParaRPr/>
          </a:p>
        </p:txBody>
      </p:sp>
      <p:sp>
        <p:nvSpPr>
          <p:cNvPr id="1649" name="Google Shape;1649;p27">
            <a:extLst xmlns:a="http://schemas.openxmlformats.org/drawingml/2006/main">
              <a:ext uri="{FF2B5EF4-FFF2-40B4-BE49-F238E27FC236}">
                <a16:creationId xmlns:a16="http://schemas.microsoft.com/office/drawing/2014/main" id="{E1054AF9-BD46-47A6-A315-095758C20450}"/>
              </a:ext>
            </a:extLst>
          </p:cNvPr>
          <p:cNvSpPr>
            <a:spLocks xmlns:a="http://schemas.openxmlformats.org/drawingml/2006/main" noGrp="1"/>
          </p:cNvSpPr>
          <p:nvPr/>
        </p:nvSpPr>
        <p:spPr>
          <a:xfrm xmlns:a="http://schemas.openxmlformats.org/drawingml/2006/main">
            <a:off x="2686050" y="2200275"/>
            <a:ext cx="1952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07"/>
              <a:buFont typeface="Arial"/>
              <a:buNone/>
            </a:pPr>
            <a:r>
              <a:rPr sz="607" b="1">
                <a:solidFill>
                  <a:srgbClr val="3B6EBF"/>
                </a:solidFill>
              </a:rPr>
              <a:t>prd_genie_s2_code_controls_v1 · Pass</a:t>
            </a:r>
            <a:endParaRPr/>
          </a:p>
        </p:txBody>
      </p:sp>
      <p:sp>
        <p:nvSpPr>
          <p:cNvPr id="1650" name="Google Shape;1650;p27">
            <a:extLst xmlns:a="http://schemas.openxmlformats.org/drawingml/2006/main">
              <a:ext uri="{FF2B5EF4-FFF2-40B4-BE49-F238E27FC236}">
                <a16:creationId xmlns:a16="http://schemas.microsoft.com/office/drawing/2014/main" id="{4B9E2A3D-D91D-465D-8BC4-0FEEB4112913}"/>
              </a:ext>
            </a:extLst>
          </p:cNvPr>
          <p:cNvSpPr>
            <a:spLocks xmlns:a="http://schemas.openxmlformats.org/drawingml/2006/main" noGrp="1"/>
          </p:cNvSpPr>
          <p:nvPr/>
        </p:nvSpPr>
        <p:spPr>
          <a:xfrm xmlns:a="http://schemas.openxmlformats.org/drawingml/2006/main">
            <a:off x="4743450" y="2200275"/>
            <a:ext cx="10001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a:t>
            </a:r>
            <a:endParaRPr/>
          </a:p>
        </p:txBody>
      </p:sp>
      <p:sp>
        <p:nvSpPr>
          <p:cNvPr id="1651" name="Google Shape;1651;p27">
            <a:extLst xmlns:a="http://schemas.openxmlformats.org/drawingml/2006/main">
              <a:ext uri="{FF2B5EF4-FFF2-40B4-BE49-F238E27FC236}">
                <a16:creationId xmlns:a16="http://schemas.microsoft.com/office/drawing/2014/main" id="{54CEA992-4600-4358-AD42-A8F4CF6AD5B0}"/>
              </a:ext>
            </a:extLst>
          </p:cNvPr>
          <p:cNvSpPr>
            <a:spLocks xmlns:a="http://schemas.openxmlformats.org/drawingml/2006/main" noGrp="1"/>
          </p:cNvSpPr>
          <p:nvPr/>
        </p:nvSpPr>
        <p:spPr>
          <a:xfrm xmlns:a="http://schemas.openxmlformats.org/drawingml/2006/main">
            <a:off x="5829300" y="2200275"/>
            <a:ext cx="904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88"/>
              <a:buFont typeface="Arial"/>
              <a:buNone/>
            </a:pPr>
            <a:r>
              <a:rPr sz="788" b="1">
                <a:solidFill>
                  <a:srgbClr val="666B70"/>
                </a:solidFill>
              </a:rPr>
              <a:t>—</a:t>
            </a:r>
            <a:endParaRPr/>
          </a:p>
        </p:txBody>
      </p:sp>
      <p:sp>
        <p:nvSpPr>
          <p:cNvPr id="1652" name="Google Shape;1652;p27">
            <a:extLst xmlns:a="http://schemas.openxmlformats.org/drawingml/2006/main">
              <a:ext uri="{FF2B5EF4-FFF2-40B4-BE49-F238E27FC236}">
                <a16:creationId xmlns:a16="http://schemas.microsoft.com/office/drawing/2014/main" id="{3850CC8E-4BF4-4906-8188-7428E8B19412}"/>
              </a:ext>
            </a:extLst>
          </p:cNvPr>
          <p:cNvSpPr>
            <a:spLocks xmlns:a="http://schemas.openxmlformats.org/drawingml/2006/main" noGrp="1"/>
          </p:cNvSpPr>
          <p:nvPr/>
        </p:nvSpPr>
        <p:spPr>
          <a:xfrm xmlns:a="http://schemas.openxmlformats.org/drawingml/2006/main">
            <a:off x="6800850" y="2200275"/>
            <a:ext cx="95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PASS</a:t>
            </a:r>
            <a:endParaRPr/>
          </a:p>
        </p:txBody>
      </p:sp>
      <p:sp>
        <p:nvSpPr>
          <p:cNvPr id="1653" name="Google Shape;1653;p27">
            <a:extLst xmlns:a="http://schemas.openxmlformats.org/drawingml/2006/main">
              <a:ext uri="{FF2B5EF4-FFF2-40B4-BE49-F238E27FC236}">
                <a16:creationId xmlns:a16="http://schemas.microsoft.com/office/drawing/2014/main" id="{DE2A6A27-7345-4F73-9FC3-BB7E62662416}"/>
              </a:ext>
            </a:extLst>
          </p:cNvPr>
          <p:cNvSpPr>
            <a:spLocks xmlns:a="http://schemas.openxmlformats.org/drawingml/2006/main" noGrp="1"/>
          </p:cNvSpPr>
          <p:nvPr/>
        </p:nvSpPr>
        <p:spPr>
          <a:xfrm xmlns:a="http://schemas.openxmlformats.org/drawingml/2006/main">
            <a:off x="685800" y="2600325"/>
            <a:ext cx="7219950" cy="457200"/>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54" name="Google Shape;1654;p27">
            <a:extLst xmlns:a="http://schemas.openxmlformats.org/drawingml/2006/main">
              <a:ext uri="{FF2B5EF4-FFF2-40B4-BE49-F238E27FC236}">
                <a16:creationId xmlns:a16="http://schemas.microsoft.com/office/drawing/2014/main" id="{567817A8-D873-4E50-B3CF-90CEFFB0086F}"/>
              </a:ext>
            </a:extLst>
          </p:cNvPr>
          <p:cNvSpPr>
            <a:spLocks xmlns:a="http://schemas.openxmlformats.org/drawingml/2006/main" noGrp="1"/>
          </p:cNvSpPr>
          <p:nvPr/>
        </p:nvSpPr>
        <p:spPr>
          <a:xfrm xmlns:a="http://schemas.openxmlformats.org/drawingml/2006/main">
            <a:off x="838200" y="2667000"/>
            <a:ext cx="1809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73"/>
              <a:buFont typeface="Arial"/>
              <a:buNone/>
            </a:pPr>
            <a:r>
              <a:rPr sz="773" b="1">
                <a:solidFill>
                  <a:srgbClr val="1A1A2E"/>
                </a:solidFill>
              </a:rPr>
              <a:t>Gap Analyzer</a:t>
            </a:r>
            <a:endParaRPr/>
          </a:p>
        </p:txBody>
      </p:sp>
      <p:sp>
        <p:nvSpPr>
          <p:cNvPr id="1655" name="Google Shape;1655;p27">
            <a:extLst xmlns:a="http://schemas.openxmlformats.org/drawingml/2006/main">
              <a:ext uri="{FF2B5EF4-FFF2-40B4-BE49-F238E27FC236}">
                <a16:creationId xmlns:a16="http://schemas.microsoft.com/office/drawing/2014/main" id="{9120866A-5DFD-480C-9CA0-90AA1B8152AC}"/>
              </a:ext>
            </a:extLst>
          </p:cNvPr>
          <p:cNvSpPr>
            <a:spLocks xmlns:a="http://schemas.openxmlformats.org/drawingml/2006/main" noGrp="1"/>
          </p:cNvSpPr>
          <p:nvPr/>
        </p:nvSpPr>
        <p:spPr>
          <a:xfrm xmlns:a="http://schemas.openxmlformats.org/drawingml/2006/main">
            <a:off x="2686050" y="2667000"/>
            <a:ext cx="1952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07"/>
              <a:buFont typeface="Arial"/>
              <a:buNone/>
            </a:pPr>
            <a:r>
              <a:rPr sz="607" b="1">
                <a:solidFill>
                  <a:srgbClr val="3B6EBF"/>
                </a:solidFill>
              </a:rPr>
              <a:t>prd_genie_gap_analyzer_code_controls_v1 · Pass</a:t>
            </a:r>
            <a:endParaRPr/>
          </a:p>
        </p:txBody>
      </p:sp>
      <p:sp>
        <p:nvSpPr>
          <p:cNvPr id="1656" name="Google Shape;1656;p27">
            <a:extLst xmlns:a="http://schemas.openxmlformats.org/drawingml/2006/main">
              <a:ext uri="{FF2B5EF4-FFF2-40B4-BE49-F238E27FC236}">
                <a16:creationId xmlns:a16="http://schemas.microsoft.com/office/drawing/2014/main" id="{FE32C873-B32C-4097-A46F-46E66E09A6EA}"/>
              </a:ext>
            </a:extLst>
          </p:cNvPr>
          <p:cNvSpPr>
            <a:spLocks xmlns:a="http://schemas.openxmlformats.org/drawingml/2006/main" noGrp="1"/>
          </p:cNvSpPr>
          <p:nvPr/>
        </p:nvSpPr>
        <p:spPr>
          <a:xfrm xmlns:a="http://schemas.openxmlformats.org/drawingml/2006/main">
            <a:off x="4743450" y="2667000"/>
            <a:ext cx="10001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0.90</a:t>
            </a:r>
            <a:endParaRPr/>
          </a:p>
        </p:txBody>
      </p:sp>
      <p:sp>
        <p:nvSpPr>
          <p:cNvPr id="1657" name="Google Shape;1657;p27">
            <a:extLst xmlns:a="http://schemas.openxmlformats.org/drawingml/2006/main">
              <a:ext uri="{FF2B5EF4-FFF2-40B4-BE49-F238E27FC236}">
                <a16:creationId xmlns:a16="http://schemas.microsoft.com/office/drawing/2014/main" id="{6BB9F9CA-62AB-4974-8642-BAE51424D7A8}"/>
              </a:ext>
            </a:extLst>
          </p:cNvPr>
          <p:cNvSpPr>
            <a:spLocks xmlns:a="http://schemas.openxmlformats.org/drawingml/2006/main" noGrp="1"/>
          </p:cNvSpPr>
          <p:nvPr/>
        </p:nvSpPr>
        <p:spPr>
          <a:xfrm xmlns:a="http://schemas.openxmlformats.org/drawingml/2006/main">
            <a:off x="5829300" y="2667000"/>
            <a:ext cx="904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0.01</a:t>
            </a:r>
            <a:endParaRPr/>
          </a:p>
        </p:txBody>
      </p:sp>
      <p:sp>
        <p:nvSpPr>
          <p:cNvPr id="1658" name="Google Shape;1658;p27">
            <a:extLst xmlns:a="http://schemas.openxmlformats.org/drawingml/2006/main">
              <a:ext uri="{FF2B5EF4-FFF2-40B4-BE49-F238E27FC236}">
                <a16:creationId xmlns:a16="http://schemas.microsoft.com/office/drawing/2014/main" id="{EEEB9D1F-52FE-4618-98A5-B88E42D20867}"/>
              </a:ext>
            </a:extLst>
          </p:cNvPr>
          <p:cNvSpPr>
            <a:spLocks xmlns:a="http://schemas.openxmlformats.org/drawingml/2006/main" noGrp="1"/>
          </p:cNvSpPr>
          <p:nvPr/>
        </p:nvSpPr>
        <p:spPr>
          <a:xfrm xmlns:a="http://schemas.openxmlformats.org/drawingml/2006/main">
            <a:off x="6800850" y="2667000"/>
            <a:ext cx="95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PASS</a:t>
            </a:r>
            <a:endParaRPr/>
          </a:p>
        </p:txBody>
      </p:sp>
      <p:sp>
        <p:nvSpPr>
          <p:cNvPr id="1659" name="Google Shape;1659;p27">
            <a:extLst xmlns:a="http://schemas.openxmlformats.org/drawingml/2006/main">
              <a:ext uri="{FF2B5EF4-FFF2-40B4-BE49-F238E27FC236}">
                <a16:creationId xmlns:a16="http://schemas.microsoft.com/office/drawing/2014/main" id="{D420BB9B-8BE6-4A2C-B7BC-C3DEDAC10BE6}"/>
              </a:ext>
            </a:extLst>
          </p:cNvPr>
          <p:cNvSpPr>
            <a:spLocks xmlns:a="http://schemas.openxmlformats.org/drawingml/2006/main" noGrp="1"/>
          </p:cNvSpPr>
          <p:nvPr/>
        </p:nvSpPr>
        <p:spPr>
          <a:xfrm xmlns:a="http://schemas.openxmlformats.org/drawingml/2006/main">
            <a:off x="685800" y="3067050"/>
            <a:ext cx="7219950" cy="4572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60" name="Google Shape;1660;p27">
            <a:extLst xmlns:a="http://schemas.openxmlformats.org/drawingml/2006/main">
              <a:ext uri="{FF2B5EF4-FFF2-40B4-BE49-F238E27FC236}">
                <a16:creationId xmlns:a16="http://schemas.microsoft.com/office/drawing/2014/main" id="{286F3760-65DE-4B65-9FFD-3C94DEA393E7}"/>
              </a:ext>
            </a:extLst>
          </p:cNvPr>
          <p:cNvSpPr>
            <a:spLocks xmlns:a="http://schemas.openxmlformats.org/drawingml/2006/main" noGrp="1"/>
          </p:cNvSpPr>
          <p:nvPr/>
        </p:nvSpPr>
        <p:spPr>
          <a:xfrm xmlns:a="http://schemas.openxmlformats.org/drawingml/2006/main">
            <a:off x="838200" y="3133725"/>
            <a:ext cx="1809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73"/>
              <a:buFont typeface="Arial"/>
              <a:buNone/>
            </a:pPr>
            <a:r>
              <a:rPr sz="773" b="1">
                <a:solidFill>
                  <a:srgbClr val="1A1A2E"/>
                </a:solidFill>
              </a:rPr>
              <a:t>Human Approval</a:t>
            </a:r>
            <a:endParaRPr/>
          </a:p>
        </p:txBody>
      </p:sp>
      <p:sp>
        <p:nvSpPr>
          <p:cNvPr id="1661" name="Google Shape;1661;p27">
            <a:extLst xmlns:a="http://schemas.openxmlformats.org/drawingml/2006/main">
              <a:ext uri="{FF2B5EF4-FFF2-40B4-BE49-F238E27FC236}">
                <a16:creationId xmlns:a16="http://schemas.microsoft.com/office/drawing/2014/main" id="{B4D9ACBB-D093-4DE2-BBE9-6327FA889B26}"/>
              </a:ext>
            </a:extLst>
          </p:cNvPr>
          <p:cNvSpPr>
            <a:spLocks xmlns:a="http://schemas.openxmlformats.org/drawingml/2006/main" noGrp="1"/>
          </p:cNvSpPr>
          <p:nvPr/>
        </p:nvSpPr>
        <p:spPr>
          <a:xfrm xmlns:a="http://schemas.openxmlformats.org/drawingml/2006/main">
            <a:off x="2686050" y="3133725"/>
            <a:ext cx="1952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07"/>
              <a:buFont typeface="Arial"/>
              <a:buNone/>
            </a:pPr>
            <a:r>
              <a:rPr sz="607" b="1">
                <a:solidFill>
                  <a:srgbClr val="3B6EBF"/>
                </a:solidFill>
              </a:rPr>
              <a:t>ha_code_controls_v2 · Pass</a:t>
            </a:r>
            <a:endParaRPr/>
          </a:p>
        </p:txBody>
      </p:sp>
      <p:sp>
        <p:nvSpPr>
          <p:cNvPr id="1662" name="Google Shape;1662;p27">
            <a:extLst xmlns:a="http://schemas.openxmlformats.org/drawingml/2006/main">
              <a:ext uri="{FF2B5EF4-FFF2-40B4-BE49-F238E27FC236}">
                <a16:creationId xmlns:a16="http://schemas.microsoft.com/office/drawing/2014/main" id="{DB7F1F13-D0AF-4B3E-919A-BCBC4558F9D0}"/>
              </a:ext>
            </a:extLst>
          </p:cNvPr>
          <p:cNvSpPr>
            <a:spLocks xmlns:a="http://schemas.openxmlformats.org/drawingml/2006/main" noGrp="1"/>
          </p:cNvSpPr>
          <p:nvPr/>
        </p:nvSpPr>
        <p:spPr>
          <a:xfrm xmlns:a="http://schemas.openxmlformats.org/drawingml/2006/main">
            <a:off x="4743450" y="3133725"/>
            <a:ext cx="10001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0.99</a:t>
            </a:r>
            <a:endParaRPr/>
          </a:p>
        </p:txBody>
      </p:sp>
      <p:sp>
        <p:nvSpPr>
          <p:cNvPr id="1663" name="Google Shape;1663;p27">
            <a:extLst xmlns:a="http://schemas.openxmlformats.org/drawingml/2006/main">
              <a:ext uri="{FF2B5EF4-FFF2-40B4-BE49-F238E27FC236}">
                <a16:creationId xmlns:a16="http://schemas.microsoft.com/office/drawing/2014/main" id="{8D9D7841-A3B7-45A0-B1AB-18141713640D}"/>
              </a:ext>
            </a:extLst>
          </p:cNvPr>
          <p:cNvSpPr>
            <a:spLocks xmlns:a="http://schemas.openxmlformats.org/drawingml/2006/main" noGrp="1"/>
          </p:cNvSpPr>
          <p:nvPr/>
        </p:nvSpPr>
        <p:spPr>
          <a:xfrm xmlns:a="http://schemas.openxmlformats.org/drawingml/2006/main">
            <a:off x="5829300" y="3133725"/>
            <a:ext cx="904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0.00</a:t>
            </a:r>
            <a:endParaRPr/>
          </a:p>
        </p:txBody>
      </p:sp>
      <p:sp>
        <p:nvSpPr>
          <p:cNvPr id="1664" name="Google Shape;1664;p27">
            <a:extLst xmlns:a="http://schemas.openxmlformats.org/drawingml/2006/main">
              <a:ext uri="{FF2B5EF4-FFF2-40B4-BE49-F238E27FC236}">
                <a16:creationId xmlns:a16="http://schemas.microsoft.com/office/drawing/2014/main" id="{5C8BE06A-4652-479B-A8A0-5E14F04B39CB}"/>
              </a:ext>
            </a:extLst>
          </p:cNvPr>
          <p:cNvSpPr>
            <a:spLocks xmlns:a="http://schemas.openxmlformats.org/drawingml/2006/main" noGrp="1"/>
          </p:cNvSpPr>
          <p:nvPr/>
        </p:nvSpPr>
        <p:spPr>
          <a:xfrm xmlns:a="http://schemas.openxmlformats.org/drawingml/2006/main">
            <a:off x="6800850" y="3133725"/>
            <a:ext cx="95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PASS</a:t>
            </a:r>
            <a:endParaRPr/>
          </a:p>
        </p:txBody>
      </p:sp>
      <p:sp>
        <p:nvSpPr>
          <p:cNvPr id="1665" name="Google Shape;1665;p27">
            <a:extLst xmlns:a="http://schemas.openxmlformats.org/drawingml/2006/main">
              <a:ext uri="{FF2B5EF4-FFF2-40B4-BE49-F238E27FC236}">
                <a16:creationId xmlns:a16="http://schemas.microsoft.com/office/drawing/2014/main" id="{D62F5D9A-1D5A-4FCF-A6EC-07A2F344933F}"/>
              </a:ext>
            </a:extLst>
          </p:cNvPr>
          <p:cNvSpPr>
            <a:spLocks xmlns:a="http://schemas.openxmlformats.org/drawingml/2006/main" noGrp="1"/>
          </p:cNvSpPr>
          <p:nvPr/>
        </p:nvSpPr>
        <p:spPr>
          <a:xfrm xmlns:a="http://schemas.openxmlformats.org/drawingml/2006/main">
            <a:off x="685800" y="3533775"/>
            <a:ext cx="7219950" cy="457200"/>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66" name="Google Shape;1666;p27">
            <a:extLst xmlns:a="http://schemas.openxmlformats.org/drawingml/2006/main">
              <a:ext uri="{FF2B5EF4-FFF2-40B4-BE49-F238E27FC236}">
                <a16:creationId xmlns:a16="http://schemas.microsoft.com/office/drawing/2014/main" id="{CCEF7667-29FC-4216-983B-2CBCFDD9E5CE}"/>
              </a:ext>
            </a:extLst>
          </p:cNvPr>
          <p:cNvSpPr>
            <a:spLocks xmlns:a="http://schemas.openxmlformats.org/drawingml/2006/main" noGrp="1"/>
          </p:cNvSpPr>
          <p:nvPr/>
        </p:nvSpPr>
        <p:spPr>
          <a:xfrm xmlns:a="http://schemas.openxmlformats.org/drawingml/2006/main">
            <a:off x="838200" y="3600450"/>
            <a:ext cx="1809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73"/>
              <a:buFont typeface="Arial"/>
              <a:buNone/>
            </a:pPr>
            <a:r>
              <a:rPr sz="773" b="1">
                <a:solidFill>
                  <a:srgbClr val="1A1A2E"/>
                </a:solidFill>
              </a:rPr>
              <a:t>Production PRD</a:t>
            </a:r>
            <a:endParaRPr/>
          </a:p>
        </p:txBody>
      </p:sp>
      <p:sp>
        <p:nvSpPr>
          <p:cNvPr id="1667" name="Google Shape;1667;p27">
            <a:extLst xmlns:a="http://schemas.openxmlformats.org/drawingml/2006/main">
              <a:ext uri="{FF2B5EF4-FFF2-40B4-BE49-F238E27FC236}">
                <a16:creationId xmlns:a16="http://schemas.microsoft.com/office/drawing/2014/main" id="{88F6C931-104B-40D0-A486-50E0ED12EEF8}"/>
              </a:ext>
            </a:extLst>
          </p:cNvPr>
          <p:cNvSpPr>
            <a:spLocks xmlns:a="http://schemas.openxmlformats.org/drawingml/2006/main" noGrp="1"/>
          </p:cNvSpPr>
          <p:nvPr/>
        </p:nvSpPr>
        <p:spPr>
          <a:xfrm xmlns:a="http://schemas.openxmlformats.org/drawingml/2006/main">
            <a:off x="2686050" y="3600450"/>
            <a:ext cx="1952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07"/>
              <a:buFont typeface="Arial"/>
              <a:buNone/>
            </a:pPr>
            <a:r>
              <a:rPr sz="607" b="1">
                <a:solidFill>
                  <a:srgbClr val="3B6EBF"/>
                </a:solidFill>
              </a:rPr>
              <a:t>prd_genie_production_prd_code_controls_v1 · Pass</a:t>
            </a:r>
            <a:endParaRPr/>
          </a:p>
        </p:txBody>
      </p:sp>
      <p:sp>
        <p:nvSpPr>
          <p:cNvPr id="1668" name="Google Shape;1668;p27">
            <a:extLst xmlns:a="http://schemas.openxmlformats.org/drawingml/2006/main">
              <a:ext uri="{FF2B5EF4-FFF2-40B4-BE49-F238E27FC236}">
                <a16:creationId xmlns:a16="http://schemas.microsoft.com/office/drawing/2014/main" id="{975356F9-7129-4FA9-BAFC-FCB7248BB238}"/>
              </a:ext>
            </a:extLst>
          </p:cNvPr>
          <p:cNvSpPr>
            <a:spLocks xmlns:a="http://schemas.openxmlformats.org/drawingml/2006/main" noGrp="1"/>
          </p:cNvSpPr>
          <p:nvPr/>
        </p:nvSpPr>
        <p:spPr>
          <a:xfrm xmlns:a="http://schemas.openxmlformats.org/drawingml/2006/main">
            <a:off x="4743450" y="3600450"/>
            <a:ext cx="10001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0.99</a:t>
            </a:r>
            <a:endParaRPr/>
          </a:p>
        </p:txBody>
      </p:sp>
      <p:sp>
        <p:nvSpPr>
          <p:cNvPr id="1669" name="Google Shape;1669;p27">
            <a:extLst xmlns:a="http://schemas.openxmlformats.org/drawingml/2006/main">
              <a:ext uri="{FF2B5EF4-FFF2-40B4-BE49-F238E27FC236}">
                <a16:creationId xmlns:a16="http://schemas.microsoft.com/office/drawing/2014/main" id="{567EB5BC-9D2B-465C-AACF-98C794A5B61E}"/>
              </a:ext>
            </a:extLst>
          </p:cNvPr>
          <p:cNvSpPr>
            <a:spLocks xmlns:a="http://schemas.openxmlformats.org/drawingml/2006/main" noGrp="1"/>
          </p:cNvSpPr>
          <p:nvPr/>
        </p:nvSpPr>
        <p:spPr>
          <a:xfrm xmlns:a="http://schemas.openxmlformats.org/drawingml/2006/main">
            <a:off x="5829300" y="3600450"/>
            <a:ext cx="904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0.05</a:t>
            </a:r>
            <a:endParaRPr/>
          </a:p>
        </p:txBody>
      </p:sp>
      <p:sp>
        <p:nvSpPr>
          <p:cNvPr id="1670" name="Google Shape;1670;p27">
            <a:extLst xmlns:a="http://schemas.openxmlformats.org/drawingml/2006/main">
              <a:ext uri="{FF2B5EF4-FFF2-40B4-BE49-F238E27FC236}">
                <a16:creationId xmlns:a16="http://schemas.microsoft.com/office/drawing/2014/main" id="{1733C632-F5B8-423F-908E-86ABF4C97D4C}"/>
              </a:ext>
            </a:extLst>
          </p:cNvPr>
          <p:cNvSpPr>
            <a:spLocks xmlns:a="http://schemas.openxmlformats.org/drawingml/2006/main" noGrp="1"/>
          </p:cNvSpPr>
          <p:nvPr/>
        </p:nvSpPr>
        <p:spPr>
          <a:xfrm xmlns:a="http://schemas.openxmlformats.org/drawingml/2006/main">
            <a:off x="6800850" y="3600450"/>
            <a:ext cx="95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PASS</a:t>
            </a:r>
            <a:endParaRPr/>
          </a:p>
        </p:txBody>
      </p:sp>
      <p:sp>
        <p:nvSpPr>
          <p:cNvPr id="1671" name="Google Shape;1671;p27">
            <a:extLst xmlns:a="http://schemas.openxmlformats.org/drawingml/2006/main">
              <a:ext uri="{FF2B5EF4-FFF2-40B4-BE49-F238E27FC236}">
                <a16:creationId xmlns:a16="http://schemas.microsoft.com/office/drawing/2014/main" id="{DC90F44C-B1BA-47BB-AA00-7C1E554D6417}"/>
              </a:ext>
            </a:extLst>
          </p:cNvPr>
          <p:cNvSpPr>
            <a:spLocks xmlns:a="http://schemas.openxmlformats.org/drawingml/2006/main" noGrp="1"/>
          </p:cNvSpPr>
          <p:nvPr/>
        </p:nvSpPr>
        <p:spPr>
          <a:xfrm xmlns:a="http://schemas.openxmlformats.org/drawingml/2006/main">
            <a:off x="685800" y="4000500"/>
            <a:ext cx="7219950" cy="4572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72" name="Google Shape;1672;p27">
            <a:extLst xmlns:a="http://schemas.openxmlformats.org/drawingml/2006/main">
              <a:ext uri="{FF2B5EF4-FFF2-40B4-BE49-F238E27FC236}">
                <a16:creationId xmlns:a16="http://schemas.microsoft.com/office/drawing/2014/main" id="{81A2E77A-9B6F-46EE-BAF0-6F1FC9ECEE5B}"/>
              </a:ext>
            </a:extLst>
          </p:cNvPr>
          <p:cNvSpPr>
            <a:spLocks xmlns:a="http://schemas.openxmlformats.org/drawingml/2006/main" noGrp="1"/>
          </p:cNvSpPr>
          <p:nvPr/>
        </p:nvSpPr>
        <p:spPr>
          <a:xfrm xmlns:a="http://schemas.openxmlformats.org/drawingml/2006/main">
            <a:off x="838200" y="4067175"/>
            <a:ext cx="1809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73"/>
              <a:buFont typeface="Arial"/>
              <a:buNone/>
            </a:pPr>
            <a:r>
              <a:rPr sz="773" b="1">
                <a:solidFill>
                  <a:srgbClr val="1A1A2E"/>
                </a:solidFill>
              </a:rPr>
              <a:t>Story Breakdown</a:t>
            </a:r>
            <a:endParaRPr/>
          </a:p>
        </p:txBody>
      </p:sp>
      <p:sp>
        <p:nvSpPr>
          <p:cNvPr id="1673" name="Google Shape;1673;p27">
            <a:extLst xmlns:a="http://schemas.openxmlformats.org/drawingml/2006/main">
              <a:ext uri="{FF2B5EF4-FFF2-40B4-BE49-F238E27FC236}">
                <a16:creationId xmlns:a16="http://schemas.microsoft.com/office/drawing/2014/main" id="{1F05A348-9ABD-485B-8C1D-8045836B0458}"/>
              </a:ext>
            </a:extLst>
          </p:cNvPr>
          <p:cNvSpPr>
            <a:spLocks xmlns:a="http://schemas.openxmlformats.org/drawingml/2006/main" noGrp="1"/>
          </p:cNvSpPr>
          <p:nvPr/>
        </p:nvSpPr>
        <p:spPr>
          <a:xfrm xmlns:a="http://schemas.openxmlformats.org/drawingml/2006/main">
            <a:off x="2686050" y="4067175"/>
            <a:ext cx="1952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07"/>
              <a:buFont typeface="Arial"/>
              <a:buNone/>
            </a:pPr>
            <a:r>
              <a:rPr sz="607" b="1">
                <a:solidFill>
                  <a:srgbClr val="3B6EBF"/>
                </a:solidFill>
              </a:rPr>
              <a:t>prd_genie_story_breakdown_code_controls_v1 · Pass</a:t>
            </a:r>
            <a:endParaRPr/>
          </a:p>
        </p:txBody>
      </p:sp>
      <p:sp>
        <p:nvSpPr>
          <p:cNvPr id="1674" name="Google Shape;1674;p27">
            <a:extLst xmlns:a="http://schemas.openxmlformats.org/drawingml/2006/main">
              <a:ext uri="{FF2B5EF4-FFF2-40B4-BE49-F238E27FC236}">
                <a16:creationId xmlns:a16="http://schemas.microsoft.com/office/drawing/2014/main" id="{A6DBC817-2134-42F4-B802-B564DA251B2E}"/>
              </a:ext>
            </a:extLst>
          </p:cNvPr>
          <p:cNvSpPr>
            <a:spLocks xmlns:a="http://schemas.openxmlformats.org/drawingml/2006/main" noGrp="1"/>
          </p:cNvSpPr>
          <p:nvPr/>
        </p:nvSpPr>
        <p:spPr>
          <a:xfrm xmlns:a="http://schemas.openxmlformats.org/drawingml/2006/main">
            <a:off x="4743450" y="4067175"/>
            <a:ext cx="10001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0.98</a:t>
            </a:r>
            <a:endParaRPr/>
          </a:p>
        </p:txBody>
      </p:sp>
      <p:sp>
        <p:nvSpPr>
          <p:cNvPr id="1675" name="Google Shape;1675;p27">
            <a:extLst xmlns:a="http://schemas.openxmlformats.org/drawingml/2006/main">
              <a:ext uri="{FF2B5EF4-FFF2-40B4-BE49-F238E27FC236}">
                <a16:creationId xmlns:a16="http://schemas.microsoft.com/office/drawing/2014/main" id="{31EBEB54-D87C-480F-A20E-8B61FC8282D5}"/>
              </a:ext>
            </a:extLst>
          </p:cNvPr>
          <p:cNvSpPr>
            <a:spLocks xmlns:a="http://schemas.openxmlformats.org/drawingml/2006/main" noGrp="1"/>
          </p:cNvSpPr>
          <p:nvPr/>
        </p:nvSpPr>
        <p:spPr>
          <a:xfrm xmlns:a="http://schemas.openxmlformats.org/drawingml/2006/main">
            <a:off x="5829300" y="4067175"/>
            <a:ext cx="904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0.02</a:t>
            </a:r>
            <a:endParaRPr/>
          </a:p>
        </p:txBody>
      </p:sp>
      <p:sp>
        <p:nvSpPr>
          <p:cNvPr id="1676" name="Google Shape;1676;p27">
            <a:extLst xmlns:a="http://schemas.openxmlformats.org/drawingml/2006/main">
              <a:ext uri="{FF2B5EF4-FFF2-40B4-BE49-F238E27FC236}">
                <a16:creationId xmlns:a16="http://schemas.microsoft.com/office/drawing/2014/main" id="{B288ACD0-D5EF-4C0F-A909-58ADB075C989}"/>
              </a:ext>
            </a:extLst>
          </p:cNvPr>
          <p:cNvSpPr>
            <a:spLocks xmlns:a="http://schemas.openxmlformats.org/drawingml/2006/main" noGrp="1"/>
          </p:cNvSpPr>
          <p:nvPr/>
        </p:nvSpPr>
        <p:spPr>
          <a:xfrm xmlns:a="http://schemas.openxmlformats.org/drawingml/2006/main">
            <a:off x="6800850" y="4067175"/>
            <a:ext cx="95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GATE PASS</a:t>
            </a:r>
            <a:endParaRPr/>
          </a:p>
        </p:txBody>
      </p:sp>
      <p:sp>
        <p:nvSpPr>
          <p:cNvPr id="1677" name="Google Shape;1677;p27">
            <a:extLst xmlns:a="http://schemas.openxmlformats.org/drawingml/2006/main">
              <a:ext uri="{FF2B5EF4-FFF2-40B4-BE49-F238E27FC236}">
                <a16:creationId xmlns:a16="http://schemas.microsoft.com/office/drawing/2014/main" id="{D974E7F2-CD4C-4A44-B360-D247F4F78474}"/>
              </a:ext>
            </a:extLst>
          </p:cNvPr>
          <p:cNvSpPr>
            <a:spLocks xmlns:a="http://schemas.openxmlformats.org/drawingml/2006/main" noGrp="1"/>
          </p:cNvSpPr>
          <p:nvPr/>
        </p:nvSpPr>
        <p:spPr>
          <a:xfrm xmlns:a="http://schemas.openxmlformats.org/drawingml/2006/main">
            <a:off x="685800" y="4467225"/>
            <a:ext cx="7219950" cy="457200"/>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78" name="Google Shape;1678;p27">
            <a:extLst xmlns:a="http://schemas.openxmlformats.org/drawingml/2006/main">
              <a:ext uri="{FF2B5EF4-FFF2-40B4-BE49-F238E27FC236}">
                <a16:creationId xmlns:a16="http://schemas.microsoft.com/office/drawing/2014/main" id="{44AA3845-B9CA-4D29-87BE-AF608F1D9A13}"/>
              </a:ext>
            </a:extLst>
          </p:cNvPr>
          <p:cNvSpPr>
            <a:spLocks xmlns:a="http://schemas.openxmlformats.org/drawingml/2006/main" noGrp="1"/>
          </p:cNvSpPr>
          <p:nvPr/>
        </p:nvSpPr>
        <p:spPr>
          <a:xfrm xmlns:a="http://schemas.openxmlformats.org/drawingml/2006/main">
            <a:off x="838200" y="4533900"/>
            <a:ext cx="1809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73"/>
              <a:buFont typeface="Arial"/>
              <a:buNone/>
            </a:pPr>
            <a:r>
              <a:rPr sz="773" b="1">
                <a:solidFill>
                  <a:srgbClr val="1A1A2E"/>
                </a:solidFill>
              </a:rPr>
              <a:t>Sizing · 11 stories</a:t>
            </a:r>
            <a:endParaRPr/>
          </a:p>
        </p:txBody>
      </p:sp>
      <p:sp>
        <p:nvSpPr>
          <p:cNvPr id="1679" name="Google Shape;1679;p27">
            <a:extLst xmlns:a="http://schemas.openxmlformats.org/drawingml/2006/main">
              <a:ext uri="{FF2B5EF4-FFF2-40B4-BE49-F238E27FC236}">
                <a16:creationId xmlns:a16="http://schemas.microsoft.com/office/drawing/2014/main" id="{1294BE0A-7085-4FFC-81A3-74E09A41B385}"/>
              </a:ext>
            </a:extLst>
          </p:cNvPr>
          <p:cNvSpPr>
            <a:spLocks xmlns:a="http://schemas.openxmlformats.org/drawingml/2006/main" noGrp="1"/>
          </p:cNvSpPr>
          <p:nvPr/>
        </p:nvSpPr>
        <p:spPr>
          <a:xfrm xmlns:a="http://schemas.openxmlformats.org/drawingml/2006/main">
            <a:off x="2686050" y="4533900"/>
            <a:ext cx="1952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607"/>
              <a:buFont typeface="Arial"/>
              <a:buNone/>
            </a:pPr>
            <a:r>
              <a:rPr sz="607" b="1">
                <a:solidFill>
                  <a:srgbClr val="3B6EBF"/>
                </a:solidFill>
              </a:rPr>
              <a:t>sizing_lf_code_evaluation_pass · 11/11</a:t>
            </a:r>
            <a:endParaRPr/>
          </a:p>
        </p:txBody>
      </p:sp>
      <p:sp>
        <p:nvSpPr>
          <p:cNvPr id="1680" name="Google Shape;1680;p27">
            <a:extLst xmlns:a="http://schemas.openxmlformats.org/drawingml/2006/main">
              <a:ext uri="{FF2B5EF4-FFF2-40B4-BE49-F238E27FC236}">
                <a16:creationId xmlns:a16="http://schemas.microsoft.com/office/drawing/2014/main" id="{4AACFE0D-6B8C-4C9A-BC93-40B42AAF1DAF}"/>
              </a:ext>
            </a:extLst>
          </p:cNvPr>
          <p:cNvSpPr>
            <a:spLocks xmlns:a="http://schemas.openxmlformats.org/drawingml/2006/main" noGrp="1"/>
          </p:cNvSpPr>
          <p:nvPr/>
        </p:nvSpPr>
        <p:spPr>
          <a:xfrm xmlns:a="http://schemas.openxmlformats.org/drawingml/2006/main">
            <a:off x="4743450" y="4533900"/>
            <a:ext cx="10001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1.00 avg</a:t>
            </a:r>
            <a:endParaRPr/>
          </a:p>
        </p:txBody>
      </p:sp>
      <p:sp>
        <p:nvSpPr>
          <p:cNvPr id="1681" name="Google Shape;1681;p27">
            <a:extLst xmlns:a="http://schemas.openxmlformats.org/drawingml/2006/main">
              <a:ext uri="{FF2B5EF4-FFF2-40B4-BE49-F238E27FC236}">
                <a16:creationId xmlns:a16="http://schemas.microsoft.com/office/drawing/2014/main" id="{96799846-4B34-4F01-B0D7-088CC64F3AD3}"/>
              </a:ext>
            </a:extLst>
          </p:cNvPr>
          <p:cNvSpPr>
            <a:spLocks xmlns:a="http://schemas.openxmlformats.org/drawingml/2006/main" noGrp="1"/>
          </p:cNvSpPr>
          <p:nvPr/>
        </p:nvSpPr>
        <p:spPr>
          <a:xfrm xmlns:a="http://schemas.openxmlformats.org/drawingml/2006/main">
            <a:off x="5829300" y="4533900"/>
            <a:ext cx="904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0.00 avg</a:t>
            </a:r>
            <a:endParaRPr/>
          </a:p>
        </p:txBody>
      </p:sp>
      <p:sp>
        <p:nvSpPr>
          <p:cNvPr id="1682" name="Google Shape;1682;p27">
            <a:extLst xmlns:a="http://schemas.openxmlformats.org/drawingml/2006/main">
              <a:ext uri="{FF2B5EF4-FFF2-40B4-BE49-F238E27FC236}">
                <a16:creationId xmlns:a16="http://schemas.microsoft.com/office/drawing/2014/main" id="{BBB794D2-7739-4D95-9C8D-0AC24C056F96}"/>
              </a:ext>
            </a:extLst>
          </p:cNvPr>
          <p:cNvSpPr>
            <a:spLocks xmlns:a="http://schemas.openxmlformats.org/drawingml/2006/main" noGrp="1"/>
          </p:cNvSpPr>
          <p:nvPr/>
        </p:nvSpPr>
        <p:spPr>
          <a:xfrm xmlns:a="http://schemas.openxmlformats.org/drawingml/2006/main">
            <a:off x="6800850" y="4533900"/>
            <a:ext cx="95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REASON 1.00</a:t>
            </a:r>
            <a:endParaRPr/>
          </a:p>
        </p:txBody>
      </p:sp>
      <p:sp>
        <p:nvSpPr>
          <p:cNvPr id="1683" name="Google Shape;1683;p27">
            <a:extLst xmlns:a="http://schemas.openxmlformats.org/drawingml/2006/main">
              <a:ext uri="{FF2B5EF4-FFF2-40B4-BE49-F238E27FC236}">
                <a16:creationId xmlns:a16="http://schemas.microsoft.com/office/drawing/2014/main" id="{7AEEF918-9A20-4BB3-A9C0-57F02C0F6F70}"/>
              </a:ext>
            </a:extLst>
          </p:cNvPr>
          <p:cNvSpPr>
            <a:spLocks xmlns:a="http://schemas.openxmlformats.org/drawingml/2006/main" noGrp="1"/>
          </p:cNvSpPr>
          <p:nvPr/>
        </p:nvSpPr>
        <p:spPr>
          <a:xfrm xmlns:a="http://schemas.openxmlformats.org/drawingml/2006/main">
            <a:off x="8134350" y="1714500"/>
            <a:ext cx="3371850" cy="3200400"/>
          </a:xfrm>
          <a:prstGeom xmlns:a="http://schemas.openxmlformats.org/drawingml/2006/main" prst="roundRect">
            <a:avLst>
              <a:gd name="adj" fmla="val 2381"/>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84" name="Google Shape;1684;p27">
            <a:extLst xmlns:a="http://schemas.openxmlformats.org/drawingml/2006/main">
              <a:ext uri="{FF2B5EF4-FFF2-40B4-BE49-F238E27FC236}">
                <a16:creationId xmlns:a16="http://schemas.microsoft.com/office/drawing/2014/main" id="{334A2B0C-503E-4BCA-B1F2-C6CEA43214B7}"/>
              </a:ext>
            </a:extLst>
          </p:cNvPr>
          <p:cNvSpPr>
            <a:spLocks xmlns:a="http://schemas.openxmlformats.org/drawingml/2006/main" noGrp="1"/>
          </p:cNvSpPr>
          <p:nvPr/>
        </p:nvSpPr>
        <p:spPr>
          <a:xfrm xmlns:a="http://schemas.openxmlformats.org/drawingml/2006/main">
            <a:off x="8401050" y="1885950"/>
            <a:ext cx="28384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EVALUATION DESIGN</a:t>
            </a:r>
            <a:endParaRPr/>
          </a:p>
        </p:txBody>
      </p:sp>
      <p:sp>
        <p:nvSpPr>
          <p:cNvPr id="1685" name="Google Shape;1685;p27">
            <a:extLst xmlns:a="http://schemas.openxmlformats.org/drawingml/2006/main">
              <a:ext uri="{FF2B5EF4-FFF2-40B4-BE49-F238E27FC236}">
                <a16:creationId xmlns:a16="http://schemas.microsoft.com/office/drawing/2014/main" id="{7D101A1E-A003-4B30-B70A-9AF0E7C5D6C4}"/>
              </a:ext>
            </a:extLst>
          </p:cNvPr>
          <p:cNvSpPr>
            <a:spLocks xmlns:a="http://schemas.openxmlformats.org/drawingml/2006/main" noGrp="1"/>
          </p:cNvSpPr>
          <p:nvPr/>
        </p:nvSpPr>
        <p:spPr>
          <a:xfrm xmlns:a="http://schemas.openxmlformats.org/drawingml/2006/main">
            <a:off x="8401050" y="2114550"/>
            <a:ext cx="28384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500"/>
              <a:buFont typeface="Arial"/>
              <a:buNone/>
            </a:pPr>
            <a:r>
              <a:rPr sz="1500" b="1">
                <a:solidFill>
                  <a:srgbClr val="1A1A2E"/>
                </a:solidFill>
              </a:rPr>
              <a:t>One control stack, two kinds of proof</a:t>
            </a:r>
            <a:endParaRPr/>
          </a:p>
        </p:txBody>
      </p:sp>
      <p:sp>
        <p:nvSpPr>
          <p:cNvPr id="1686" name="Google Shape;1686;p27">
            <a:extLst xmlns:a="http://schemas.openxmlformats.org/drawingml/2006/main">
              <a:ext uri="{FF2B5EF4-FFF2-40B4-BE49-F238E27FC236}">
                <a16:creationId xmlns:a16="http://schemas.microsoft.com/office/drawing/2014/main" id="{B2355596-266A-4EED-81A5-DA8EBF27D3F5}"/>
              </a:ext>
            </a:extLst>
          </p:cNvPr>
          <p:cNvSpPr>
            <a:spLocks xmlns:a="http://schemas.openxmlformats.org/drawingml/2006/main" noGrp="1"/>
          </p:cNvSpPr>
          <p:nvPr/>
        </p:nvSpPr>
        <p:spPr>
          <a:xfrm xmlns:a="http://schemas.openxmlformats.org/drawingml/2006/main">
            <a:off x="8401050" y="2743200"/>
            <a:ext cx="2838450" cy="723900"/>
          </a:xfrm>
          <a:prstGeom xmlns:a="http://schemas.openxmlformats.org/drawingml/2006/main" prst="roundRect">
            <a:avLst>
              <a:gd name="adj" fmla="val 10526"/>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87" name="Google Shape;1687;p27">
            <a:extLst xmlns:a="http://schemas.openxmlformats.org/drawingml/2006/main">
              <a:ext uri="{FF2B5EF4-FFF2-40B4-BE49-F238E27FC236}">
                <a16:creationId xmlns:a16="http://schemas.microsoft.com/office/drawing/2014/main" id="{FC7028B9-9BC9-4CF6-886A-CB2AB4DCB573}"/>
              </a:ext>
            </a:extLst>
          </p:cNvPr>
          <p:cNvSpPr>
            <a:spLocks xmlns:a="http://schemas.openxmlformats.org/drawingml/2006/main" noGrp="1"/>
          </p:cNvSpPr>
          <p:nvPr/>
        </p:nvSpPr>
        <p:spPr>
          <a:xfrm xmlns:a="http://schemas.openxmlformats.org/drawingml/2006/main">
            <a:off x="8572500" y="2838450"/>
            <a:ext cx="24955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88"/>
              <a:buFont typeface="Arial"/>
              <a:buNone/>
            </a:pPr>
            <a:r>
              <a:rPr sz="788" b="1">
                <a:solidFill>
                  <a:srgbClr val="3B6EBF"/>
                </a:solidFill>
              </a:rPr>
              <a:t>CODE · deterministic</a:t>
            </a:r>
            <a:endParaRPr/>
          </a:p>
        </p:txBody>
      </p:sp>
      <p:sp>
        <p:nvSpPr>
          <p:cNvPr id="1688" name="Google Shape;1688;p27">
            <a:extLst xmlns:a="http://schemas.openxmlformats.org/drawingml/2006/main">
              <a:ext uri="{FF2B5EF4-FFF2-40B4-BE49-F238E27FC236}">
                <a16:creationId xmlns:a16="http://schemas.microsoft.com/office/drawing/2014/main" id="{901E1B59-3876-49CC-ADE0-6390FFA09DA6}"/>
              </a:ext>
            </a:extLst>
          </p:cNvPr>
          <p:cNvSpPr>
            <a:spLocks xmlns:a="http://schemas.openxmlformats.org/drawingml/2006/main" noGrp="1"/>
          </p:cNvSpPr>
          <p:nvPr/>
        </p:nvSpPr>
        <p:spPr>
          <a:xfrm xmlns:a="http://schemas.openxmlformats.org/drawingml/2006/main">
            <a:off x="8572500" y="3048000"/>
            <a:ext cx="24955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a:solidFill>
                  <a:srgbClr val="1A1A2E"/>
                </a:solidFill>
              </a:rPr>
              <a:t>Schema · counts · exact values · mappings · required sections · release contracts</a:t>
            </a:r>
            <a:endParaRPr/>
          </a:p>
        </p:txBody>
      </p:sp>
      <p:sp>
        <p:nvSpPr>
          <p:cNvPr id="1689" name="Google Shape;1689;p27">
            <a:extLst xmlns:a="http://schemas.openxmlformats.org/drawingml/2006/main">
              <a:ext uri="{FF2B5EF4-FFF2-40B4-BE49-F238E27FC236}">
                <a16:creationId xmlns:a16="http://schemas.microsoft.com/office/drawing/2014/main" id="{8F442252-904C-43C6-9851-10BA8A1B702A}"/>
              </a:ext>
            </a:extLst>
          </p:cNvPr>
          <p:cNvSpPr>
            <a:spLocks xmlns:a="http://schemas.openxmlformats.org/drawingml/2006/main" noGrp="1"/>
          </p:cNvSpPr>
          <p:nvPr/>
        </p:nvSpPr>
        <p:spPr>
          <a:xfrm xmlns:a="http://schemas.openxmlformats.org/drawingml/2006/main">
            <a:off x="8401050" y="3581400"/>
            <a:ext cx="2838450" cy="819150"/>
          </a:xfrm>
          <a:prstGeom xmlns:a="http://schemas.openxmlformats.org/drawingml/2006/main" prst="roundRect">
            <a:avLst>
              <a:gd name="adj" fmla="val 9302"/>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90" name="Google Shape;1690;p27">
            <a:extLst xmlns:a="http://schemas.openxmlformats.org/drawingml/2006/main">
              <a:ext uri="{FF2B5EF4-FFF2-40B4-BE49-F238E27FC236}">
                <a16:creationId xmlns:a16="http://schemas.microsoft.com/office/drawing/2014/main" id="{674AD8C5-CC81-47C6-B577-50B3824A563A}"/>
              </a:ext>
            </a:extLst>
          </p:cNvPr>
          <p:cNvSpPr>
            <a:spLocks xmlns:a="http://schemas.openxmlformats.org/drawingml/2006/main" noGrp="1"/>
          </p:cNvSpPr>
          <p:nvPr/>
        </p:nvSpPr>
        <p:spPr>
          <a:xfrm xmlns:a="http://schemas.openxmlformats.org/drawingml/2006/main">
            <a:off x="8572500" y="3676650"/>
            <a:ext cx="24955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788"/>
              <a:buFont typeface="Arial"/>
              <a:buNone/>
            </a:pPr>
            <a:r>
              <a:rPr sz="788" b="1">
                <a:solidFill>
                  <a:srgbClr val="7546C8"/>
                </a:solidFill>
              </a:rPr>
              <a:t>LLM · semantic</a:t>
            </a:r>
            <a:endParaRPr/>
          </a:p>
        </p:txBody>
      </p:sp>
      <p:sp>
        <p:nvSpPr>
          <p:cNvPr id="1691" name="Google Shape;1691;p27">
            <a:extLst xmlns:a="http://schemas.openxmlformats.org/drawingml/2006/main">
              <a:ext uri="{FF2B5EF4-FFF2-40B4-BE49-F238E27FC236}">
                <a16:creationId xmlns:a16="http://schemas.microsoft.com/office/drawing/2014/main" id="{84A6D86B-6F4A-455D-9173-47966A9438C8}"/>
              </a:ext>
            </a:extLst>
          </p:cNvPr>
          <p:cNvSpPr>
            <a:spLocks xmlns:a="http://schemas.openxmlformats.org/drawingml/2006/main" noGrp="1"/>
          </p:cNvSpPr>
          <p:nvPr/>
        </p:nvSpPr>
        <p:spPr>
          <a:xfrm xmlns:a="http://schemas.openxmlformats.org/drawingml/2006/main">
            <a:off x="8572500" y="3867150"/>
            <a:ext cx="2495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53"/>
              <a:buFont typeface="Arial"/>
              <a:buNone/>
            </a:pPr>
            <a:r>
              <a:rPr sz="653">
                <a:solidFill>
                  <a:srgbClr val="1A1A2E"/>
                </a:solidFill>
              </a:rPr>
              <a:t>Generic: llm_faithfulness + llm_hallucination</a:t>
            </a:r>
            <a:endParaRPr/>
          </a:p>
          <a:p xmlns:a="http://schemas.openxmlformats.org/drawingml/2006/main">
            <a:pPr marL="0" marR="0" lvl="0" indent="0" algn="l">
              <a:spcBef>
                <a:spcPts val="0"/>
              </a:spcBef>
              <a:spcAft>
                <a:spcPts val="0"/>
              </a:spcAft>
              <a:buClr>
                <a:srgbClr val="1A1A2E"/>
              </a:buClr>
              <a:buSzPts val="653"/>
              <a:buFont typeface="Arial"/>
              <a:buNone/>
            </a:pPr>
            <a:r>
              <a:rPr sz="653">
                <a:solidFill>
                  <a:srgbClr val="1A1A2E"/>
                </a:solidFill>
              </a:rPr>
              <a:t>Stage-specific: story_* + sizing faithfulness, hallucination, reasonableness</a:t>
            </a:r>
            <a:endParaRPr/>
          </a:p>
        </p:txBody>
      </p:sp>
      <p:sp>
        <p:nvSpPr>
          <p:cNvPr id="1692" name="Google Shape;1692;p27">
            <a:extLst xmlns:a="http://schemas.openxmlformats.org/drawingml/2006/main">
              <a:ext uri="{FF2B5EF4-FFF2-40B4-BE49-F238E27FC236}">
                <a16:creationId xmlns:a16="http://schemas.microsoft.com/office/drawing/2014/main" id="{B2E87C17-6998-469C-B2F5-29E28C62F616}"/>
              </a:ext>
            </a:extLst>
          </p:cNvPr>
          <p:cNvSpPr>
            <a:spLocks xmlns:a="http://schemas.openxmlformats.org/drawingml/2006/main" noGrp="1"/>
          </p:cNvSpPr>
          <p:nvPr/>
        </p:nvSpPr>
        <p:spPr>
          <a:xfrm xmlns:a="http://schemas.openxmlformats.org/drawingml/2006/main">
            <a:off x="8401050" y="4514850"/>
            <a:ext cx="28384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Policy: faithfulness ≥ 0.90 · hallucination ≤ 0.15 · code = 1</a:t>
            </a:r>
            <a:endParaRPr/>
          </a:p>
        </p:txBody>
      </p:sp>
      <p:sp>
        <p:nvSpPr>
          <p:cNvPr id="1693" name="Google Shape;1693;p27">
            <a:extLst xmlns:a="http://schemas.openxmlformats.org/drawingml/2006/main">
              <a:ext uri="{FF2B5EF4-FFF2-40B4-BE49-F238E27FC236}">
                <a16:creationId xmlns:a16="http://schemas.microsoft.com/office/drawing/2014/main" id="{C93393A0-F915-4592-8B0E-AC2A2F4C8C81}"/>
              </a:ext>
            </a:extLst>
          </p:cNvPr>
          <p:cNvSpPr>
            <a:spLocks xmlns:a="http://schemas.openxmlformats.org/drawingml/2006/main" noGrp="1"/>
          </p:cNvSpPr>
          <p:nvPr/>
        </p:nvSpPr>
        <p:spPr>
          <a:xfrm xmlns:a="http://schemas.openxmlformats.org/drawingml/2006/main">
            <a:off x="685800" y="5105400"/>
            <a:ext cx="10820400" cy="933450"/>
          </a:xfrm>
          <a:prstGeom xmlns:a="http://schemas.openxmlformats.org/drawingml/2006/main" prst="roundRect">
            <a:avLst>
              <a:gd name="adj" fmla="val 816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94" name="Google Shape;1694;p27">
            <a:extLst xmlns:a="http://schemas.openxmlformats.org/drawingml/2006/main">
              <a:ext uri="{FF2B5EF4-FFF2-40B4-BE49-F238E27FC236}">
                <a16:creationId xmlns:a16="http://schemas.microsoft.com/office/drawing/2014/main" id="{65D703E8-E843-4DAF-92B6-B1B265258B65}"/>
              </a:ext>
            </a:extLst>
          </p:cNvPr>
          <p:cNvSpPr>
            <a:spLocks xmlns:a="http://schemas.openxmlformats.org/drawingml/2006/main" noGrp="1"/>
          </p:cNvSpPr>
          <p:nvPr/>
        </p:nvSpPr>
        <p:spPr>
          <a:xfrm xmlns:a="http://schemas.openxmlformats.org/drawingml/2006/main">
            <a:off x="914400" y="5219700"/>
            <a:ext cx="2857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ACCEPTED-RUN EVIDENCE RECEIPTS</a:t>
            </a:r>
            <a:endParaRPr/>
          </a:p>
        </p:txBody>
      </p:sp>
      <p:sp>
        <p:nvSpPr>
          <p:cNvPr id="1695" name="Google Shape;1695;p27">
            <a:extLst xmlns:a="http://schemas.openxmlformats.org/drawingml/2006/main">
              <a:ext uri="{FF2B5EF4-FFF2-40B4-BE49-F238E27FC236}">
                <a16:creationId xmlns:a16="http://schemas.microsoft.com/office/drawing/2014/main" id="{F39EEE2D-676C-4FE1-894C-2F7DE6D3667A}"/>
              </a:ext>
            </a:extLst>
          </p:cNvPr>
          <p:cNvSpPr>
            <a:spLocks xmlns:a="http://schemas.openxmlformats.org/drawingml/2006/main" noGrp="1"/>
          </p:cNvSpPr>
          <p:nvPr/>
        </p:nvSpPr>
        <p:spPr>
          <a:xfrm xmlns:a="http://schemas.openxmlformats.org/drawingml/2006/main">
            <a:off x="914400" y="5486400"/>
            <a:ext cx="1143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75"/>
              <a:buFont typeface="Arial"/>
              <a:buNone/>
            </a:pPr>
            <a:r>
              <a:rPr sz="675">
                <a:solidFill>
                  <a:srgbClr val="666B70"/>
                </a:solidFill>
              </a:rPr>
              <a:t>Story trace</a:t>
            </a:r>
            <a:endParaRPr/>
          </a:p>
        </p:txBody>
      </p:sp>
      <p:sp>
        <p:nvSpPr>
          <p:cNvPr id="1696" name="Google Shape;1696;p27">
            <a:extLst xmlns:a="http://schemas.openxmlformats.org/drawingml/2006/main">
              <a:ext uri="{FF2B5EF4-FFF2-40B4-BE49-F238E27FC236}">
                <a16:creationId xmlns:a16="http://schemas.microsoft.com/office/drawing/2014/main" id="{3639C914-109B-488B-8915-A1CE48B04411}"/>
              </a:ext>
            </a:extLst>
          </p:cNvPr>
          <p:cNvSpPr>
            <a:spLocks xmlns:a="http://schemas.openxmlformats.org/drawingml/2006/main" noGrp="1"/>
          </p:cNvSpPr>
          <p:nvPr/>
        </p:nvSpPr>
        <p:spPr>
          <a:xfrm xmlns:a="http://schemas.openxmlformats.org/drawingml/2006/main">
            <a:off x="1809750" y="5486400"/>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15"/>
              <a:buFont typeface="Arial"/>
              <a:buNone/>
            </a:pPr>
            <a:r>
              <a:rPr sz="615" b="1">
                <a:solidFill>
                  <a:srgbClr val="1A1A2E"/>
                </a:solidFill>
              </a:rPr>
              <a:t>35579c15ebbeb1bf83406a8274600333</a:t>
            </a:r>
            <a:endParaRPr/>
          </a:p>
        </p:txBody>
      </p:sp>
      <p:sp>
        <p:nvSpPr>
          <p:cNvPr id="1697" name="Google Shape;1697;p27">
            <a:extLst xmlns:a="http://schemas.openxmlformats.org/drawingml/2006/main">
              <a:ext uri="{FF2B5EF4-FFF2-40B4-BE49-F238E27FC236}">
                <a16:creationId xmlns:a16="http://schemas.microsoft.com/office/drawing/2014/main" id="{4F071A3A-F0A0-4221-A136-82E46F54DF31}"/>
              </a:ext>
            </a:extLst>
          </p:cNvPr>
          <p:cNvSpPr>
            <a:spLocks xmlns:a="http://schemas.openxmlformats.org/drawingml/2006/main" noGrp="1"/>
          </p:cNvSpPr>
          <p:nvPr/>
        </p:nvSpPr>
        <p:spPr>
          <a:xfrm xmlns:a="http://schemas.openxmlformats.org/drawingml/2006/main">
            <a:off x="4400550" y="5486400"/>
            <a:ext cx="1143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75"/>
              <a:buFont typeface="Arial"/>
              <a:buNone/>
            </a:pPr>
            <a:r>
              <a:rPr sz="675">
                <a:solidFill>
                  <a:srgbClr val="666B70"/>
                </a:solidFill>
              </a:rPr>
              <a:t>Sizing trace</a:t>
            </a:r>
            <a:endParaRPr/>
          </a:p>
        </p:txBody>
      </p:sp>
      <p:sp>
        <p:nvSpPr>
          <p:cNvPr id="1698" name="Google Shape;1698;p27">
            <a:extLst xmlns:a="http://schemas.openxmlformats.org/drawingml/2006/main">
              <a:ext uri="{FF2B5EF4-FFF2-40B4-BE49-F238E27FC236}">
                <a16:creationId xmlns:a16="http://schemas.microsoft.com/office/drawing/2014/main" id="{505B0075-5C35-4014-9114-3DAA0DB53D31}"/>
              </a:ext>
            </a:extLst>
          </p:cNvPr>
          <p:cNvSpPr>
            <a:spLocks xmlns:a="http://schemas.openxmlformats.org/drawingml/2006/main" noGrp="1"/>
          </p:cNvSpPr>
          <p:nvPr/>
        </p:nvSpPr>
        <p:spPr>
          <a:xfrm xmlns:a="http://schemas.openxmlformats.org/drawingml/2006/main">
            <a:off x="5314950" y="5486400"/>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15"/>
              <a:buFont typeface="Arial"/>
              <a:buNone/>
            </a:pPr>
            <a:r>
              <a:rPr sz="615" b="1">
                <a:solidFill>
                  <a:srgbClr val="1A1A2E"/>
                </a:solidFill>
              </a:rPr>
              <a:t>0a29e318a6784852cc64b997229b00c2</a:t>
            </a:r>
            <a:endParaRPr/>
          </a:p>
        </p:txBody>
      </p:sp>
      <p:sp>
        <p:nvSpPr>
          <p:cNvPr id="1699" name="Google Shape;1699;p27">
            <a:extLst xmlns:a="http://schemas.openxmlformats.org/drawingml/2006/main">
              <a:ext uri="{FF2B5EF4-FFF2-40B4-BE49-F238E27FC236}">
                <a16:creationId xmlns:a16="http://schemas.microsoft.com/office/drawing/2014/main" id="{2038D738-DA96-49EE-95CE-BC67503517B0}"/>
              </a:ext>
            </a:extLst>
          </p:cNvPr>
          <p:cNvSpPr>
            <a:spLocks xmlns:a="http://schemas.openxmlformats.org/drawingml/2006/main" noGrp="1"/>
          </p:cNvSpPr>
          <p:nvPr/>
        </p:nvSpPr>
        <p:spPr>
          <a:xfrm xmlns:a="http://schemas.openxmlformats.org/drawingml/2006/main">
            <a:off x="7924800" y="5410200"/>
            <a:ext cx="3333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90"/>
              <a:buFont typeface="Arial"/>
              <a:buNone/>
            </a:pPr>
            <a:r>
              <a:rPr sz="690" b="1">
                <a:solidFill>
                  <a:srgbClr val="2F6F57"/>
                </a:solidFill>
              </a:rPr>
              <a:t>Agreement Gate: complete score set · no duplicates · current-run correlation · release authorized</a:t>
            </a:r>
            <a:endParaRPr/>
          </a:p>
        </p:txBody>
      </p:sp>
      <p:sp>
        <p:nvSpPr>
          <p:cNvPr id="1700" name="Google Shape;1700;p27">
            <a:extLst xmlns:a="http://schemas.openxmlformats.org/drawingml/2006/main">
              <a:ext uri="{FF2B5EF4-FFF2-40B4-BE49-F238E27FC236}">
                <a16:creationId xmlns:a16="http://schemas.microsoft.com/office/drawing/2014/main" id="{6DD25F15-9DFC-4D9F-8C90-8AEC3DCAB157}"/>
              </a:ext>
            </a:extLst>
          </p:cNvPr>
          <p:cNvSpPr>
            <a:spLocks xmlns:a="http://schemas.openxmlformats.org/drawingml/2006/main" noGrp="1"/>
          </p:cNvSpPr>
          <p:nvPr/>
        </p:nvSpPr>
        <p:spPr>
          <a:xfrm xmlns:a="http://schemas.openxmlformats.org/drawingml/2006/main">
            <a:off x="914400" y="5772150"/>
            <a:ext cx="103441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60"/>
              <a:buFont typeface="Arial"/>
              <a:buNone/>
            </a:pPr>
            <a:r>
              <a:rPr sz="660" b="1">
                <a:solidFill>
                  <a:srgbClr val="2F6F57"/>
                </a:solidFill>
              </a:rPr>
              <a:t>Langfuse project cms9sudes0u9rad0h4fvs3r6n · Evaluations</a:t>
            </a:r>
            <a:endParaRPr/>
          </a:p>
        </p:txBody>
      </p:sp>
      <p:sp>
        <p:nvSpPr>
          <p:cNvPr id="1701" name="Google Shape;1701;p27">
            <a:extLst xmlns:a="http://schemas.openxmlformats.org/drawingml/2006/main">
              <a:ext uri="{FF2B5EF4-FFF2-40B4-BE49-F238E27FC236}">
                <a16:creationId xmlns:a16="http://schemas.microsoft.com/office/drawing/2014/main" id="{72A7AD51-BEE5-49FE-B78E-A13B74CC8E2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02" name="Google Shape;1702;p27">
            <a:extLst xmlns:a="http://schemas.openxmlformats.org/drawingml/2006/main">
              <a:ext uri="{FF2B5EF4-FFF2-40B4-BE49-F238E27FC236}">
                <a16:creationId xmlns:a16="http://schemas.microsoft.com/office/drawing/2014/main" id="{C8060365-31B0-4487-914C-247BC75C5B9F}"/>
              </a:ext>
            </a:extLst>
          </p:cNvPr>
          <p:cNvSpPr>
            <a:spLocks xmlns:a="http://schemas.openxmlformats.org/drawingml/2006/main" noGrp="1"/>
          </p:cNvSpPr>
          <p:nvPr/>
        </p:nvSpPr>
        <p:spPr>
          <a:xfrm xmlns:a="http://schemas.openxmlformats.org/drawingml/2006/main">
            <a:off x="781050" y="6391275"/>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A8</a:t>
            </a:r>
            <a:endParaRPr/>
          </a:p>
        </p:txBody>
      </p:sp>
      <p:sp>
        <p:nvSpPr>
          <p:cNvPr id="1703" name="Google Shape;1703;p27">
            <a:extLst xmlns:a="http://schemas.openxmlformats.org/drawingml/2006/main">
              <a:ext uri="{FF2B5EF4-FFF2-40B4-BE49-F238E27FC236}">
                <a16:creationId xmlns:a16="http://schemas.microsoft.com/office/drawing/2014/main" id="{139425F6-CD5A-4197-984B-BEAC596F3A21}"/>
              </a:ext>
            </a:extLst>
          </p:cNvPr>
          <p:cNvSpPr>
            <a:spLocks xmlns:a="http://schemas.openxmlformats.org/drawingml/2006/main" noGrp="1"/>
          </p:cNvSpPr>
          <p:nvPr/>
        </p:nvSpPr>
        <p:spPr>
          <a:xfrm xmlns:a="http://schemas.openxmlformats.org/drawingml/2006/main">
            <a:off x="2705100" y="6353175"/>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102"/>
              <a:buFont typeface="Arial"/>
              <a:buNone/>
            </a:pPr>
            <a:r>
              <a:rPr sz="1102" b="1">
                <a:solidFill>
                  <a:srgbClr val="FFFFFF"/>
                </a:solidFill>
              </a:rPr>
              <a:t>Deterministic checks prove structural correctness; LLM judges test semantic support and reasoning quality.</a:t>
            </a:r>
            <a:endParaRPr/>
          </a:p>
        </p:txBody>
      </p:sp>
    </p:spTree>
    <p:extLst>
      <p:ext uri="{BB962C8B-B14F-4D97-AF65-F5344CB8AC3E}">
        <p14:creationId xmlns:p14="http://schemas.microsoft.com/office/powerpoint/2010/main" val="2051627456"/>
      </p:ext>
    </p:extLst>
  </p:cSld>
</p:sld>
</file>

<file path=ppt/slides/slide28.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709" name="Google Shape;1709;p28">
            <a:extLst xmlns:a="http://schemas.openxmlformats.org/drawingml/2006/main">
              <a:ext uri="{FF2B5EF4-FFF2-40B4-BE49-F238E27FC236}">
                <a16:creationId xmlns:a16="http://schemas.microsoft.com/office/drawing/2014/main" id="{27403CE2-FBFE-48C6-AD27-72BC08BF699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10" name="Google Shape;1710;p28">
            <a:extLst xmlns:a="http://schemas.openxmlformats.org/drawingml/2006/main">
              <a:ext uri="{FF2B5EF4-FFF2-40B4-BE49-F238E27FC236}">
                <a16:creationId xmlns:a16="http://schemas.microsoft.com/office/drawing/2014/main" id="{A81129E5-4F4B-499A-A9E6-8165C78BAE4A}"/>
              </a:ext>
            </a:extLst>
          </p:cNvPr>
          <p:cNvSpPr>
            <a:spLocks xmlns:a="http://schemas.openxmlformats.org/drawingml/2006/main" noGrp="1"/>
          </p:cNvSpPr>
          <p:nvPr/>
        </p:nvSpPr>
        <p:spPr>
          <a:xfrm xmlns:a="http://schemas.openxmlformats.org/drawingml/2006/main">
            <a:off x="514350" y="590550"/>
            <a:ext cx="66675" cy="7239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11" name="Google Shape;1711;p28">
            <a:extLst xmlns:a="http://schemas.openxmlformats.org/drawingml/2006/main">
              <a:ext uri="{FF2B5EF4-FFF2-40B4-BE49-F238E27FC236}">
                <a16:creationId xmlns:a16="http://schemas.microsoft.com/office/drawing/2014/main" id="{389F22C3-3550-4C5C-AE80-FC777FA037D9}"/>
              </a:ext>
            </a:extLst>
          </p:cNvPr>
          <p:cNvSpPr>
            <a:spLocks xmlns:a="http://schemas.openxmlformats.org/drawingml/2006/main" noGrp="1"/>
          </p:cNvSpPr>
          <p:nvPr/>
        </p:nvSpPr>
        <p:spPr>
          <a:xfrm xmlns:a="http://schemas.openxmlformats.org/drawingml/2006/main">
            <a:off x="781050" y="438150"/>
            <a:ext cx="8572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38"/>
              <a:buFont typeface="Arial"/>
              <a:buNone/>
            </a:pPr>
            <a:r>
              <a:rPr sz="938" b="1">
                <a:solidFill>
                  <a:srgbClr val="B85042"/>
                </a:solidFill>
              </a:rPr>
              <a:t>A9  ·  FULLY LOADED TOKEN AND COST BREAKDOWN</a:t>
            </a:r>
            <a:endParaRPr/>
          </a:p>
        </p:txBody>
      </p:sp>
      <p:sp>
        <p:nvSpPr>
          <p:cNvPr id="1712" name="Google Shape;1712;p28">
            <a:extLst xmlns:a="http://schemas.openxmlformats.org/drawingml/2006/main">
              <a:ext uri="{FF2B5EF4-FFF2-40B4-BE49-F238E27FC236}">
                <a16:creationId xmlns:a16="http://schemas.microsoft.com/office/drawing/2014/main" id="{A19C7AA3-3B5F-4321-933D-F1D7A528DD44}"/>
              </a:ext>
            </a:extLst>
          </p:cNvPr>
          <p:cNvSpPr>
            <a:spLocks xmlns:a="http://schemas.openxmlformats.org/drawingml/2006/main" noGrp="1"/>
          </p:cNvSpPr>
          <p:nvPr/>
        </p:nvSpPr>
        <p:spPr>
          <a:xfrm xmlns:a="http://schemas.openxmlformats.org/drawingml/2006/main">
            <a:off x="781050" y="723900"/>
            <a:ext cx="106299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325"/>
              <a:buFont typeface="Arial"/>
              <a:buNone/>
            </a:pPr>
            <a:r>
              <a:rPr sz="2325" b="1">
                <a:solidFill>
                  <a:srgbClr val="1A1A2E"/>
                </a:solidFill>
              </a:rPr>
              <a:t>Semantic evaluation accounts for 84.5% of the accepted-run cost</a:t>
            </a:r>
            <a:endParaRPr/>
          </a:p>
        </p:txBody>
      </p:sp>
      <p:sp>
        <p:nvSpPr>
          <p:cNvPr id="1713" name="Google Shape;1713;p28">
            <a:extLst xmlns:a="http://schemas.openxmlformats.org/drawingml/2006/main">
              <a:ext uri="{FF2B5EF4-FFF2-40B4-BE49-F238E27FC236}">
                <a16:creationId xmlns:a16="http://schemas.microsoft.com/office/drawing/2014/main" id="{AF97687D-EB78-48FE-9A4E-B5DAEDED3304}"/>
              </a:ext>
            </a:extLst>
          </p:cNvPr>
          <p:cNvSpPr>
            <a:spLocks xmlns:a="http://schemas.openxmlformats.org/drawingml/2006/main" noGrp="1"/>
          </p:cNvSpPr>
          <p:nvPr/>
        </p:nvSpPr>
        <p:spPr>
          <a:xfrm xmlns:a="http://schemas.openxmlformats.org/drawingml/2006/main">
            <a:off x="781050" y="1238250"/>
            <a:ext cx="10629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35"/>
              <a:buFont typeface="Arial"/>
              <a:buNone/>
            </a:pPr>
            <a:r>
              <a:rPr sz="1035">
                <a:solidFill>
                  <a:srgbClr val="666B70"/>
                </a:solidFill>
              </a:rPr>
              <a:t>Actual Langfuse usage for v0.3.8 execution 11901 · generation plus every completed current-run LLM evaluator.</a:t>
            </a:r>
            <a:endParaRPr/>
          </a:p>
        </p:txBody>
      </p:sp>
      <p:sp>
        <p:nvSpPr>
          <p:cNvPr id="1714" name="Google Shape;1714;p28">
            <a:extLst xmlns:a="http://schemas.openxmlformats.org/drawingml/2006/main">
              <a:ext uri="{FF2B5EF4-FFF2-40B4-BE49-F238E27FC236}">
                <a16:creationId xmlns:a16="http://schemas.microsoft.com/office/drawing/2014/main" id="{7C7C72A2-6D6A-44B9-A387-3E958A221139}"/>
              </a:ext>
            </a:extLst>
          </p:cNvPr>
          <p:cNvSpPr>
            <a:spLocks xmlns:a="http://schemas.openxmlformats.org/drawingml/2006/main" noGrp="1"/>
          </p:cNvSpPr>
          <p:nvPr/>
        </p:nvSpPr>
        <p:spPr>
          <a:xfrm xmlns:a="http://schemas.openxmlformats.org/drawingml/2006/main">
            <a:off x="685800" y="1676400"/>
            <a:ext cx="10820400" cy="990600"/>
          </a:xfrm>
          <a:prstGeom xmlns:a="http://schemas.openxmlformats.org/drawingml/2006/main" prst="roundRect">
            <a:avLst>
              <a:gd name="adj" fmla="val 7692"/>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15" name="Google Shape;1715;p28">
            <a:extLst xmlns:a="http://schemas.openxmlformats.org/drawingml/2006/main">
              <a:ext uri="{FF2B5EF4-FFF2-40B4-BE49-F238E27FC236}">
                <a16:creationId xmlns:a16="http://schemas.microsoft.com/office/drawing/2014/main" id="{5E48CB24-0AE0-4546-BADC-E5072CBB7499}"/>
              </a:ext>
            </a:extLst>
          </p:cNvPr>
          <p:cNvSpPr>
            <a:spLocks xmlns:a="http://schemas.openxmlformats.org/drawingml/2006/main" noGrp="1"/>
          </p:cNvSpPr>
          <p:nvPr/>
        </p:nvSpPr>
        <p:spPr>
          <a:xfrm xmlns:a="http://schemas.openxmlformats.org/drawingml/2006/main">
            <a:off x="914400" y="1809750"/>
            <a:ext cx="2476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250"/>
              <a:buFont typeface="Arial"/>
              <a:buNone/>
            </a:pPr>
            <a:r>
              <a:rPr sz="2250" b="1">
                <a:solidFill>
                  <a:srgbClr val="1A1A2E"/>
                </a:solidFill>
              </a:rPr>
              <a:t>$1.474409</a:t>
            </a:r>
            <a:endParaRPr/>
          </a:p>
        </p:txBody>
      </p:sp>
      <p:sp>
        <p:nvSpPr>
          <p:cNvPr id="1716" name="Google Shape;1716;p28">
            <a:extLst xmlns:a="http://schemas.openxmlformats.org/drawingml/2006/main">
              <a:ext uri="{FF2B5EF4-FFF2-40B4-BE49-F238E27FC236}">
                <a16:creationId xmlns:a16="http://schemas.microsoft.com/office/drawing/2014/main" id="{B43A2823-7EA2-4BEB-98C1-B07868A1FBDC}"/>
              </a:ext>
            </a:extLst>
          </p:cNvPr>
          <p:cNvSpPr>
            <a:spLocks xmlns:a="http://schemas.openxmlformats.org/drawingml/2006/main" noGrp="1"/>
          </p:cNvSpPr>
          <p:nvPr/>
        </p:nvSpPr>
        <p:spPr>
          <a:xfrm xmlns:a="http://schemas.openxmlformats.org/drawingml/2006/main">
            <a:off x="914400" y="2209800"/>
            <a:ext cx="24765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fully loaded cost</a:t>
            </a:r>
            <a:endParaRPr/>
          </a:p>
        </p:txBody>
      </p:sp>
      <p:sp>
        <p:nvSpPr>
          <p:cNvPr id="1717" name="Google Shape;1717;p28">
            <a:extLst xmlns:a="http://schemas.openxmlformats.org/drawingml/2006/main">
              <a:ext uri="{FF2B5EF4-FFF2-40B4-BE49-F238E27FC236}">
                <a16:creationId xmlns:a16="http://schemas.microsoft.com/office/drawing/2014/main" id="{C0D37EAE-163C-4424-84E8-776199763715}"/>
              </a:ext>
            </a:extLst>
          </p:cNvPr>
          <p:cNvSpPr>
            <a:spLocks xmlns:a="http://schemas.openxmlformats.org/drawingml/2006/main" noGrp="1"/>
          </p:cNvSpPr>
          <p:nvPr/>
        </p:nvSpPr>
        <p:spPr>
          <a:xfrm xmlns:a="http://schemas.openxmlformats.org/drawingml/2006/main">
            <a:off x="3600450" y="1809750"/>
            <a:ext cx="20002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250"/>
              <a:buFont typeface="Arial"/>
              <a:buNone/>
            </a:pPr>
            <a:r>
              <a:rPr sz="2250" b="1">
                <a:solidFill>
                  <a:srgbClr val="1A1A2E"/>
                </a:solidFill>
              </a:rPr>
              <a:t>545,467</a:t>
            </a:r>
            <a:endParaRPr/>
          </a:p>
        </p:txBody>
      </p:sp>
      <p:sp>
        <p:nvSpPr>
          <p:cNvPr id="1718" name="Google Shape;1718;p28">
            <a:extLst xmlns:a="http://schemas.openxmlformats.org/drawingml/2006/main">
              <a:ext uri="{FF2B5EF4-FFF2-40B4-BE49-F238E27FC236}">
                <a16:creationId xmlns:a16="http://schemas.microsoft.com/office/drawing/2014/main" id="{753841E6-103B-491D-BA80-3B060E4F4968}"/>
              </a:ext>
            </a:extLst>
          </p:cNvPr>
          <p:cNvSpPr>
            <a:spLocks xmlns:a="http://schemas.openxmlformats.org/drawingml/2006/main" noGrp="1"/>
          </p:cNvSpPr>
          <p:nvPr/>
        </p:nvSpPr>
        <p:spPr>
          <a:xfrm xmlns:a="http://schemas.openxmlformats.org/drawingml/2006/main">
            <a:off x="3600450" y="2209800"/>
            <a:ext cx="20002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total tokens</a:t>
            </a:r>
            <a:endParaRPr/>
          </a:p>
        </p:txBody>
      </p:sp>
      <p:sp>
        <p:nvSpPr>
          <p:cNvPr id="1719" name="Google Shape;1719;p28">
            <a:extLst xmlns:a="http://schemas.openxmlformats.org/drawingml/2006/main">
              <a:ext uri="{FF2B5EF4-FFF2-40B4-BE49-F238E27FC236}">
                <a16:creationId xmlns:a16="http://schemas.microsoft.com/office/drawing/2014/main" id="{1787895C-7A35-4598-831A-83B13E4A6E53}"/>
              </a:ext>
            </a:extLst>
          </p:cNvPr>
          <p:cNvSpPr>
            <a:spLocks xmlns:a="http://schemas.openxmlformats.org/drawingml/2006/main" noGrp="1"/>
          </p:cNvSpPr>
          <p:nvPr/>
        </p:nvSpPr>
        <p:spPr>
          <a:xfrm xmlns:a="http://schemas.openxmlformats.org/drawingml/2006/main">
            <a:off x="5810250" y="1809750"/>
            <a:ext cx="20002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1 run / week</a:t>
            </a:r>
            <a:endParaRPr/>
          </a:p>
        </p:txBody>
      </p:sp>
      <p:sp>
        <p:nvSpPr>
          <p:cNvPr id="1720" name="Google Shape;1720;p28">
            <a:extLst xmlns:a="http://schemas.openxmlformats.org/drawingml/2006/main">
              <a:ext uri="{FF2B5EF4-FFF2-40B4-BE49-F238E27FC236}">
                <a16:creationId xmlns:a16="http://schemas.microsoft.com/office/drawing/2014/main" id="{3A4E9EA8-B48C-4AE9-91DF-D8CBA4F6C07C}"/>
              </a:ext>
            </a:extLst>
          </p:cNvPr>
          <p:cNvSpPr>
            <a:spLocks xmlns:a="http://schemas.openxmlformats.org/drawingml/2006/main" noGrp="1"/>
          </p:cNvSpPr>
          <p:nvPr/>
        </p:nvSpPr>
        <p:spPr>
          <a:xfrm xmlns:a="http://schemas.openxmlformats.org/drawingml/2006/main">
            <a:off x="5810250" y="2209800"/>
            <a:ext cx="20002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governed operating assumption</a:t>
            </a:r>
            <a:endParaRPr/>
          </a:p>
        </p:txBody>
      </p:sp>
      <p:sp>
        <p:nvSpPr>
          <p:cNvPr id="1721" name="Google Shape;1721;p28">
            <a:extLst xmlns:a="http://schemas.openxmlformats.org/drawingml/2006/main">
              <a:ext uri="{FF2B5EF4-FFF2-40B4-BE49-F238E27FC236}">
                <a16:creationId xmlns:a16="http://schemas.microsoft.com/office/drawing/2014/main" id="{E9A73E5F-0982-496D-A56C-DCD4547A4A1A}"/>
              </a:ext>
            </a:extLst>
          </p:cNvPr>
          <p:cNvSpPr>
            <a:spLocks xmlns:a="http://schemas.openxmlformats.org/drawingml/2006/main" noGrp="1"/>
          </p:cNvSpPr>
          <p:nvPr/>
        </p:nvSpPr>
        <p:spPr>
          <a:xfrm xmlns:a="http://schemas.openxmlformats.org/drawingml/2006/main">
            <a:off x="8020050" y="1809750"/>
            <a:ext cx="31432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875"/>
              <a:buFont typeface="Arial"/>
              <a:buNone/>
            </a:pPr>
            <a:r>
              <a:rPr sz="1875" b="1">
                <a:solidFill>
                  <a:srgbClr val="1A1A2E"/>
                </a:solidFill>
              </a:rPr>
              <a:t>~$6.38 / month</a:t>
            </a:r>
            <a:endParaRPr/>
          </a:p>
        </p:txBody>
      </p:sp>
      <p:sp>
        <p:nvSpPr>
          <p:cNvPr id="1722" name="Google Shape;1722;p28">
            <a:extLst xmlns:a="http://schemas.openxmlformats.org/drawingml/2006/main">
              <a:ext uri="{FF2B5EF4-FFF2-40B4-BE49-F238E27FC236}">
                <a16:creationId xmlns:a16="http://schemas.microsoft.com/office/drawing/2014/main" id="{229523EE-351A-4C0E-A8D7-32F7E1E0D3A2}"/>
              </a:ext>
            </a:extLst>
          </p:cNvPr>
          <p:cNvSpPr>
            <a:spLocks xmlns:a="http://schemas.openxmlformats.org/drawingml/2006/main" noGrp="1"/>
          </p:cNvSpPr>
          <p:nvPr/>
        </p:nvSpPr>
        <p:spPr>
          <a:xfrm xmlns:a="http://schemas.openxmlformats.org/drawingml/2006/main">
            <a:off x="8020050" y="2209800"/>
            <a:ext cx="31432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4.33 fully evaluated runs</a:t>
            </a:r>
            <a:endParaRPr/>
          </a:p>
        </p:txBody>
      </p:sp>
      <p:sp>
        <p:nvSpPr>
          <p:cNvPr id="1723" name="Google Shape;1723;p28">
            <a:extLst xmlns:a="http://schemas.openxmlformats.org/drawingml/2006/main">
              <a:ext uri="{FF2B5EF4-FFF2-40B4-BE49-F238E27FC236}">
                <a16:creationId xmlns:a16="http://schemas.microsoft.com/office/drawing/2014/main" id="{803A9B8E-CC43-4858-9020-2FFB6C068209}"/>
              </a:ext>
            </a:extLst>
          </p:cNvPr>
          <p:cNvSpPr>
            <a:spLocks xmlns:a="http://schemas.openxmlformats.org/drawingml/2006/main" noGrp="1"/>
          </p:cNvSpPr>
          <p:nvPr/>
        </p:nvSpPr>
        <p:spPr>
          <a:xfrm xmlns:a="http://schemas.openxmlformats.org/drawingml/2006/main">
            <a:off x="685800" y="2781300"/>
            <a:ext cx="1524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750"/>
              <a:buFont typeface="Arial"/>
              <a:buNone/>
            </a:pPr>
            <a:r>
              <a:rPr sz="750" b="1">
                <a:solidFill>
                  <a:srgbClr val="B85042"/>
                </a:solidFill>
              </a:rPr>
              <a:t>COST SHARE</a:t>
            </a:r>
            <a:endParaRPr/>
          </a:p>
        </p:txBody>
      </p:sp>
      <p:sp>
        <p:nvSpPr>
          <p:cNvPr id="1724" name="Google Shape;1724;p28">
            <a:extLst xmlns:a="http://schemas.openxmlformats.org/drawingml/2006/main">
              <a:ext uri="{FF2B5EF4-FFF2-40B4-BE49-F238E27FC236}">
                <a16:creationId xmlns:a16="http://schemas.microsoft.com/office/drawing/2014/main" id="{ECB98B44-1C2A-4B9C-899F-3EE029E3FE47}"/>
              </a:ext>
            </a:extLst>
          </p:cNvPr>
          <p:cNvSpPr>
            <a:spLocks xmlns:a="http://schemas.openxmlformats.org/drawingml/2006/main" noGrp="1"/>
          </p:cNvSpPr>
          <p:nvPr/>
        </p:nvSpPr>
        <p:spPr>
          <a:xfrm xmlns:a="http://schemas.openxmlformats.org/drawingml/2006/main">
            <a:off x="685800" y="3009900"/>
            <a:ext cx="1676400" cy="285750"/>
          </a:xfrm>
          <a:prstGeom xmlns:a="http://schemas.openxmlformats.org/drawingml/2006/main" prst="roundRect">
            <a:avLst>
              <a:gd name="adj" fmla="val 26667"/>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25" name="Google Shape;1725;p28">
            <a:extLst xmlns:a="http://schemas.openxmlformats.org/drawingml/2006/main">
              <a:ext uri="{FF2B5EF4-FFF2-40B4-BE49-F238E27FC236}">
                <a16:creationId xmlns:a16="http://schemas.microsoft.com/office/drawing/2014/main" id="{603F3A6A-7533-4B31-92EF-3663C8B366EA}"/>
              </a:ext>
            </a:extLst>
          </p:cNvPr>
          <p:cNvSpPr>
            <a:spLocks xmlns:a="http://schemas.openxmlformats.org/drawingml/2006/main" noGrp="1"/>
          </p:cNvSpPr>
          <p:nvPr/>
        </p:nvSpPr>
        <p:spPr>
          <a:xfrm xmlns:a="http://schemas.openxmlformats.org/drawingml/2006/main">
            <a:off x="2362200" y="3009900"/>
            <a:ext cx="9144000" cy="285750"/>
          </a:xfrm>
          <a:prstGeom xmlns:a="http://schemas.openxmlformats.org/drawingml/2006/main" prst="roundRect">
            <a:avLst>
              <a:gd name="adj" fmla="val 26667"/>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26" name="Google Shape;1726;p28">
            <a:extLst xmlns:a="http://schemas.openxmlformats.org/drawingml/2006/main">
              <a:ext uri="{FF2B5EF4-FFF2-40B4-BE49-F238E27FC236}">
                <a16:creationId xmlns:a16="http://schemas.microsoft.com/office/drawing/2014/main" id="{A1946FFA-0B71-4051-91BC-F5F99B80AD6D}"/>
              </a:ext>
            </a:extLst>
          </p:cNvPr>
          <p:cNvSpPr>
            <a:spLocks xmlns:a="http://schemas.openxmlformats.org/drawingml/2006/main" noGrp="1"/>
          </p:cNvSpPr>
          <p:nvPr/>
        </p:nvSpPr>
        <p:spPr>
          <a:xfrm xmlns:a="http://schemas.openxmlformats.org/drawingml/2006/main">
            <a:off x="762000" y="3048000"/>
            <a:ext cx="1524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0"/>
              <a:buFont typeface="Arial"/>
              <a:buNone/>
            </a:pPr>
            <a:r>
              <a:rPr sz="780" b="1">
                <a:solidFill>
                  <a:srgbClr val="FFFFFF"/>
                </a:solidFill>
              </a:rPr>
              <a:t>15.5% · generation</a:t>
            </a:r>
            <a:endParaRPr/>
          </a:p>
        </p:txBody>
      </p:sp>
      <p:sp>
        <p:nvSpPr>
          <p:cNvPr id="1727" name="Google Shape;1727;p28">
            <a:extLst xmlns:a="http://schemas.openxmlformats.org/drawingml/2006/main">
              <a:ext uri="{FF2B5EF4-FFF2-40B4-BE49-F238E27FC236}">
                <a16:creationId xmlns:a16="http://schemas.microsoft.com/office/drawing/2014/main" id="{1E0961D9-A640-47F1-A285-23F985E85897}"/>
              </a:ext>
            </a:extLst>
          </p:cNvPr>
          <p:cNvSpPr>
            <a:spLocks xmlns:a="http://schemas.openxmlformats.org/drawingml/2006/main" noGrp="1"/>
          </p:cNvSpPr>
          <p:nvPr/>
        </p:nvSpPr>
        <p:spPr>
          <a:xfrm xmlns:a="http://schemas.openxmlformats.org/drawingml/2006/main">
            <a:off x="2476500" y="3048000"/>
            <a:ext cx="89154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780"/>
              <a:buFont typeface="Arial"/>
              <a:buNone/>
            </a:pPr>
            <a:r>
              <a:rPr sz="780" b="1">
                <a:solidFill>
                  <a:srgbClr val="FFFFFF"/>
                </a:solidFill>
              </a:rPr>
              <a:t>84.5% · semantic evaluation</a:t>
            </a:r>
            <a:endParaRPr/>
          </a:p>
        </p:txBody>
      </p:sp>
      <p:sp>
        <p:nvSpPr>
          <p:cNvPr id="1728" name="Google Shape;1728;p28">
            <a:extLst xmlns:a="http://schemas.openxmlformats.org/drawingml/2006/main">
              <a:ext uri="{FF2B5EF4-FFF2-40B4-BE49-F238E27FC236}">
                <a16:creationId xmlns:a16="http://schemas.microsoft.com/office/drawing/2014/main" id="{D0FEDDD8-2E96-476B-B034-95BB2C2443DE}"/>
              </a:ext>
            </a:extLst>
          </p:cNvPr>
          <p:cNvSpPr>
            <a:spLocks xmlns:a="http://schemas.openxmlformats.org/drawingml/2006/main" noGrp="1"/>
          </p:cNvSpPr>
          <p:nvPr/>
        </p:nvSpPr>
        <p:spPr>
          <a:xfrm xmlns:a="http://schemas.openxmlformats.org/drawingml/2006/main">
            <a:off x="685800" y="3429000"/>
            <a:ext cx="10820400" cy="323850"/>
          </a:xfrm>
          <a:prstGeom xmlns:a="http://schemas.openxmlformats.org/drawingml/2006/main" prst="roundRect">
            <a:avLst>
              <a:gd name="adj" fmla="val 23529"/>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29" name="Google Shape;1729;p28">
            <a:extLst xmlns:a="http://schemas.openxmlformats.org/drawingml/2006/main">
              <a:ext uri="{FF2B5EF4-FFF2-40B4-BE49-F238E27FC236}">
                <a16:creationId xmlns:a16="http://schemas.microsoft.com/office/drawing/2014/main" id="{BF960B20-C9A9-4CF1-82AE-3FE7DB64296E}"/>
              </a:ext>
            </a:extLst>
          </p:cNvPr>
          <p:cNvSpPr>
            <a:spLocks xmlns:a="http://schemas.openxmlformats.org/drawingml/2006/main" noGrp="1"/>
          </p:cNvSpPr>
          <p:nvPr/>
        </p:nvSpPr>
        <p:spPr>
          <a:xfrm xmlns:a="http://schemas.openxmlformats.org/drawingml/2006/main">
            <a:off x="838200" y="3495675"/>
            <a:ext cx="32766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75"/>
              <a:buFont typeface="Arial"/>
              <a:buNone/>
            </a:pPr>
            <a:r>
              <a:rPr sz="675" b="1">
                <a:solidFill>
                  <a:srgbClr val="FFFFFF"/>
                </a:solidFill>
              </a:rPr>
              <a:t>COST COMPONENT</a:t>
            </a:r>
            <a:endParaRPr/>
          </a:p>
        </p:txBody>
      </p:sp>
      <p:sp>
        <p:nvSpPr>
          <p:cNvPr id="1730" name="Google Shape;1730;p28">
            <a:extLst xmlns:a="http://schemas.openxmlformats.org/drawingml/2006/main">
              <a:ext uri="{FF2B5EF4-FFF2-40B4-BE49-F238E27FC236}">
                <a16:creationId xmlns:a16="http://schemas.microsoft.com/office/drawing/2014/main" id="{B6E2A514-3A70-40C5-B52D-40229917DFF7}"/>
              </a:ext>
            </a:extLst>
          </p:cNvPr>
          <p:cNvSpPr>
            <a:spLocks xmlns:a="http://schemas.openxmlformats.org/drawingml/2006/main" noGrp="1"/>
          </p:cNvSpPr>
          <p:nvPr/>
        </p:nvSpPr>
        <p:spPr>
          <a:xfrm xmlns:a="http://schemas.openxmlformats.org/drawingml/2006/main">
            <a:off x="4229100" y="3495675"/>
            <a:ext cx="742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75"/>
              <a:buFont typeface="Arial"/>
              <a:buNone/>
            </a:pPr>
            <a:r>
              <a:rPr sz="675" b="1">
                <a:solidFill>
                  <a:srgbClr val="FFFFFF"/>
                </a:solidFill>
              </a:rPr>
              <a:t>CALLS</a:t>
            </a:r>
            <a:endParaRPr/>
          </a:p>
        </p:txBody>
      </p:sp>
      <p:sp>
        <p:nvSpPr>
          <p:cNvPr id="1731" name="Google Shape;1731;p28">
            <a:extLst xmlns:a="http://schemas.openxmlformats.org/drawingml/2006/main">
              <a:ext uri="{FF2B5EF4-FFF2-40B4-BE49-F238E27FC236}">
                <a16:creationId xmlns:a16="http://schemas.microsoft.com/office/drawing/2014/main" id="{B39724E4-F493-4107-8657-48F9D701181A}"/>
              </a:ext>
            </a:extLst>
          </p:cNvPr>
          <p:cNvSpPr>
            <a:spLocks xmlns:a="http://schemas.openxmlformats.org/drawingml/2006/main" noGrp="1"/>
          </p:cNvSpPr>
          <p:nvPr/>
        </p:nvSpPr>
        <p:spPr>
          <a:xfrm xmlns:a="http://schemas.openxmlformats.org/drawingml/2006/main">
            <a:off x="5029200" y="3495675"/>
            <a:ext cx="13525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75"/>
              <a:buFont typeface="Arial"/>
              <a:buNone/>
            </a:pPr>
            <a:r>
              <a:rPr sz="675" b="1">
                <a:solidFill>
                  <a:srgbClr val="FFFFFF"/>
                </a:solidFill>
              </a:rPr>
              <a:t>INPUT</a:t>
            </a:r>
            <a:endParaRPr/>
          </a:p>
        </p:txBody>
      </p:sp>
      <p:sp>
        <p:nvSpPr>
          <p:cNvPr id="1732" name="Google Shape;1732;p28">
            <a:extLst xmlns:a="http://schemas.openxmlformats.org/drawingml/2006/main">
              <a:ext uri="{FF2B5EF4-FFF2-40B4-BE49-F238E27FC236}">
                <a16:creationId xmlns:a16="http://schemas.microsoft.com/office/drawing/2014/main" id="{93B7667C-58A6-4D9B-BE03-9B48E0498C93}"/>
              </a:ext>
            </a:extLst>
          </p:cNvPr>
          <p:cNvSpPr>
            <a:spLocks xmlns:a="http://schemas.openxmlformats.org/drawingml/2006/main" noGrp="1"/>
          </p:cNvSpPr>
          <p:nvPr/>
        </p:nvSpPr>
        <p:spPr>
          <a:xfrm xmlns:a="http://schemas.openxmlformats.org/drawingml/2006/main">
            <a:off x="6496050" y="3495675"/>
            <a:ext cx="1143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75"/>
              <a:buFont typeface="Arial"/>
              <a:buNone/>
            </a:pPr>
            <a:r>
              <a:rPr sz="675" b="1">
                <a:solidFill>
                  <a:srgbClr val="FFFFFF"/>
                </a:solidFill>
              </a:rPr>
              <a:t>OUTPUT</a:t>
            </a:r>
            <a:endParaRPr/>
          </a:p>
        </p:txBody>
      </p:sp>
      <p:sp>
        <p:nvSpPr>
          <p:cNvPr id="1733" name="Google Shape;1733;p28">
            <a:extLst xmlns:a="http://schemas.openxmlformats.org/drawingml/2006/main">
              <a:ext uri="{FF2B5EF4-FFF2-40B4-BE49-F238E27FC236}">
                <a16:creationId xmlns:a16="http://schemas.microsoft.com/office/drawing/2014/main" id="{7D3E4B2F-6D0B-4933-9424-BA19750B41F9}"/>
              </a:ext>
            </a:extLst>
          </p:cNvPr>
          <p:cNvSpPr>
            <a:spLocks xmlns:a="http://schemas.openxmlformats.org/drawingml/2006/main" noGrp="1"/>
          </p:cNvSpPr>
          <p:nvPr/>
        </p:nvSpPr>
        <p:spPr>
          <a:xfrm xmlns:a="http://schemas.openxmlformats.org/drawingml/2006/main">
            <a:off x="7753350" y="3495675"/>
            <a:ext cx="142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75"/>
              <a:buFont typeface="Arial"/>
              <a:buNone/>
            </a:pPr>
            <a:r>
              <a:rPr sz="675" b="1">
                <a:solidFill>
                  <a:srgbClr val="FFFFFF"/>
                </a:solidFill>
              </a:rPr>
              <a:t>TOTAL TOKENS</a:t>
            </a:r>
            <a:endParaRPr/>
          </a:p>
        </p:txBody>
      </p:sp>
      <p:sp>
        <p:nvSpPr>
          <p:cNvPr id="1734" name="Google Shape;1734;p28">
            <a:extLst xmlns:a="http://schemas.openxmlformats.org/drawingml/2006/main">
              <a:ext uri="{FF2B5EF4-FFF2-40B4-BE49-F238E27FC236}">
                <a16:creationId xmlns:a16="http://schemas.microsoft.com/office/drawing/2014/main" id="{78BB625E-B2EE-435D-B4B6-569E6E174103}"/>
              </a:ext>
            </a:extLst>
          </p:cNvPr>
          <p:cNvSpPr>
            <a:spLocks xmlns:a="http://schemas.openxmlformats.org/drawingml/2006/main" noGrp="1"/>
          </p:cNvSpPr>
          <p:nvPr/>
        </p:nvSpPr>
        <p:spPr>
          <a:xfrm xmlns:a="http://schemas.openxmlformats.org/drawingml/2006/main">
            <a:off x="9334500" y="3495675"/>
            <a:ext cx="1943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75"/>
              <a:buFont typeface="Arial"/>
              <a:buNone/>
            </a:pPr>
            <a:r>
              <a:rPr sz="675" b="1">
                <a:solidFill>
                  <a:srgbClr val="FFFFFF"/>
                </a:solidFill>
              </a:rPr>
              <a:t>ACTUAL COST</a:t>
            </a:r>
            <a:endParaRPr/>
          </a:p>
        </p:txBody>
      </p:sp>
      <p:sp>
        <p:nvSpPr>
          <p:cNvPr id="1735" name="Google Shape;1735;p28">
            <a:extLst xmlns:a="http://schemas.openxmlformats.org/drawingml/2006/main">
              <a:ext uri="{FF2B5EF4-FFF2-40B4-BE49-F238E27FC236}">
                <a16:creationId xmlns:a16="http://schemas.microsoft.com/office/drawing/2014/main" id="{135D0091-AB43-4A76-B535-078D462C4534}"/>
              </a:ext>
            </a:extLst>
          </p:cNvPr>
          <p:cNvSpPr>
            <a:spLocks xmlns:a="http://schemas.openxmlformats.org/drawingml/2006/main" noGrp="1"/>
          </p:cNvSpPr>
          <p:nvPr/>
        </p:nvSpPr>
        <p:spPr>
          <a:xfrm xmlns:a="http://schemas.openxmlformats.org/drawingml/2006/main">
            <a:off x="685800" y="3771900"/>
            <a:ext cx="10820400" cy="2952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36" name="Google Shape;1736;p28">
            <a:extLst xmlns:a="http://schemas.openxmlformats.org/drawingml/2006/main">
              <a:ext uri="{FF2B5EF4-FFF2-40B4-BE49-F238E27FC236}">
                <a16:creationId xmlns:a16="http://schemas.microsoft.com/office/drawing/2014/main" id="{AC77ACEB-2AA1-4587-B74E-3B91BBD9161C}"/>
              </a:ext>
            </a:extLst>
          </p:cNvPr>
          <p:cNvSpPr>
            <a:spLocks xmlns:a="http://schemas.openxmlformats.org/drawingml/2006/main" noGrp="1"/>
          </p:cNvSpPr>
          <p:nvPr/>
        </p:nvSpPr>
        <p:spPr>
          <a:xfrm xmlns:a="http://schemas.openxmlformats.org/drawingml/2006/main">
            <a:off x="838200" y="3810000"/>
            <a:ext cx="3276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Pipeline generation subtotal</a:t>
            </a:r>
            <a:endParaRPr/>
          </a:p>
        </p:txBody>
      </p:sp>
      <p:sp>
        <p:nvSpPr>
          <p:cNvPr id="1737" name="Google Shape;1737;p28">
            <a:extLst xmlns:a="http://schemas.openxmlformats.org/drawingml/2006/main">
              <a:ext uri="{FF2B5EF4-FFF2-40B4-BE49-F238E27FC236}">
                <a16:creationId xmlns:a16="http://schemas.microsoft.com/office/drawing/2014/main" id="{EAF3EBD0-1A86-4D21-9B80-078C9C04AC4E}"/>
              </a:ext>
            </a:extLst>
          </p:cNvPr>
          <p:cNvSpPr>
            <a:spLocks xmlns:a="http://schemas.openxmlformats.org/drawingml/2006/main" noGrp="1"/>
          </p:cNvSpPr>
          <p:nvPr/>
        </p:nvSpPr>
        <p:spPr>
          <a:xfrm xmlns:a="http://schemas.openxmlformats.org/drawingml/2006/main">
            <a:off x="4229100" y="3810000"/>
            <a:ext cx="742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2</a:t>
            </a:r>
            <a:endParaRPr/>
          </a:p>
        </p:txBody>
      </p:sp>
      <p:sp>
        <p:nvSpPr>
          <p:cNvPr id="1738" name="Google Shape;1738;p28">
            <a:extLst xmlns:a="http://schemas.openxmlformats.org/drawingml/2006/main">
              <a:ext uri="{FF2B5EF4-FFF2-40B4-BE49-F238E27FC236}">
                <a16:creationId xmlns:a16="http://schemas.microsoft.com/office/drawing/2014/main" id="{0B98B710-664E-418B-BD46-445FF79261B2}"/>
              </a:ext>
            </a:extLst>
          </p:cNvPr>
          <p:cNvSpPr>
            <a:spLocks xmlns:a="http://schemas.openxmlformats.org/drawingml/2006/main" noGrp="1"/>
          </p:cNvSpPr>
          <p:nvPr/>
        </p:nvSpPr>
        <p:spPr>
          <a:xfrm xmlns:a="http://schemas.openxmlformats.org/drawingml/2006/main">
            <a:off x="5029200" y="3810000"/>
            <a:ext cx="1352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49,104</a:t>
            </a:r>
            <a:endParaRPr/>
          </a:p>
        </p:txBody>
      </p:sp>
      <p:sp>
        <p:nvSpPr>
          <p:cNvPr id="1739" name="Google Shape;1739;p28">
            <a:extLst xmlns:a="http://schemas.openxmlformats.org/drawingml/2006/main">
              <a:ext uri="{FF2B5EF4-FFF2-40B4-BE49-F238E27FC236}">
                <a16:creationId xmlns:a16="http://schemas.microsoft.com/office/drawing/2014/main" id="{92EA26A5-4D47-4CB1-93AD-D965F87202EB}"/>
              </a:ext>
            </a:extLst>
          </p:cNvPr>
          <p:cNvSpPr>
            <a:spLocks xmlns:a="http://schemas.openxmlformats.org/drawingml/2006/main" noGrp="1"/>
          </p:cNvSpPr>
          <p:nvPr/>
        </p:nvSpPr>
        <p:spPr>
          <a:xfrm xmlns:a="http://schemas.openxmlformats.org/drawingml/2006/main">
            <a:off x="6496050" y="3810000"/>
            <a:ext cx="1143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10,818</a:t>
            </a:r>
            <a:endParaRPr/>
          </a:p>
        </p:txBody>
      </p:sp>
      <p:sp>
        <p:nvSpPr>
          <p:cNvPr id="1740" name="Google Shape;1740;p28">
            <a:extLst xmlns:a="http://schemas.openxmlformats.org/drawingml/2006/main">
              <a:ext uri="{FF2B5EF4-FFF2-40B4-BE49-F238E27FC236}">
                <a16:creationId xmlns:a16="http://schemas.microsoft.com/office/drawing/2014/main" id="{A9D3FF52-1780-469D-AD98-0B570D91EC8F}"/>
              </a:ext>
            </a:extLst>
          </p:cNvPr>
          <p:cNvSpPr>
            <a:spLocks xmlns:a="http://schemas.openxmlformats.org/drawingml/2006/main" noGrp="1"/>
          </p:cNvSpPr>
          <p:nvPr/>
        </p:nvSpPr>
        <p:spPr>
          <a:xfrm xmlns:a="http://schemas.openxmlformats.org/drawingml/2006/main">
            <a:off x="7753350" y="3810000"/>
            <a:ext cx="1428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59,922</a:t>
            </a:r>
            <a:endParaRPr/>
          </a:p>
        </p:txBody>
      </p:sp>
      <p:sp>
        <p:nvSpPr>
          <p:cNvPr id="1741" name="Google Shape;1741;p28">
            <a:extLst xmlns:a="http://schemas.openxmlformats.org/drawingml/2006/main">
              <a:ext uri="{FF2B5EF4-FFF2-40B4-BE49-F238E27FC236}">
                <a16:creationId xmlns:a16="http://schemas.microsoft.com/office/drawing/2014/main" id="{D34B4975-C467-463C-BC13-5B3F94EDD4CE}"/>
              </a:ext>
            </a:extLst>
          </p:cNvPr>
          <p:cNvSpPr>
            <a:spLocks xmlns:a="http://schemas.openxmlformats.org/drawingml/2006/main" noGrp="1"/>
          </p:cNvSpPr>
          <p:nvPr/>
        </p:nvSpPr>
        <p:spPr>
          <a:xfrm xmlns:a="http://schemas.openxmlformats.org/drawingml/2006/main">
            <a:off x="9334500" y="3810000"/>
            <a:ext cx="19431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35"/>
              <a:buFont typeface="Arial"/>
              <a:buNone/>
            </a:pPr>
            <a:r>
              <a:rPr sz="735" b="1">
                <a:solidFill>
                  <a:srgbClr val="1A1A2E"/>
                </a:solidFill>
              </a:rPr>
              <a:t>$0.228024</a:t>
            </a:r>
            <a:endParaRPr/>
          </a:p>
        </p:txBody>
      </p:sp>
      <p:sp>
        <p:nvSpPr>
          <p:cNvPr id="1742" name="Google Shape;1742;p28">
            <a:extLst xmlns:a="http://schemas.openxmlformats.org/drawingml/2006/main">
              <a:ext uri="{FF2B5EF4-FFF2-40B4-BE49-F238E27FC236}">
                <a16:creationId xmlns:a16="http://schemas.microsoft.com/office/drawing/2014/main" id="{DB23B587-B419-4D5E-ADE5-BCF135A048CB}"/>
              </a:ext>
            </a:extLst>
          </p:cNvPr>
          <p:cNvSpPr>
            <a:spLocks xmlns:a="http://schemas.openxmlformats.org/drawingml/2006/main" noGrp="1"/>
          </p:cNvSpPr>
          <p:nvPr/>
        </p:nvSpPr>
        <p:spPr>
          <a:xfrm xmlns:a="http://schemas.openxmlformats.org/drawingml/2006/main">
            <a:off x="685800" y="4076700"/>
            <a:ext cx="10820400" cy="29527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43" name="Google Shape;1743;p28">
            <a:extLst xmlns:a="http://schemas.openxmlformats.org/drawingml/2006/main">
              <a:ext uri="{FF2B5EF4-FFF2-40B4-BE49-F238E27FC236}">
                <a16:creationId xmlns:a16="http://schemas.microsoft.com/office/drawing/2014/main" id="{E5B5DBAF-A47E-4D6D-BD75-7C7FA97EE084}"/>
              </a:ext>
            </a:extLst>
          </p:cNvPr>
          <p:cNvSpPr>
            <a:spLocks xmlns:a="http://schemas.openxmlformats.org/drawingml/2006/main" noGrp="1"/>
          </p:cNvSpPr>
          <p:nvPr/>
        </p:nvSpPr>
        <p:spPr>
          <a:xfrm xmlns:a="http://schemas.openxmlformats.org/drawingml/2006/main">
            <a:off x="838200" y="4114800"/>
            <a:ext cx="3276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Generic faithfulness + hallucination</a:t>
            </a:r>
            <a:endParaRPr/>
          </a:p>
        </p:txBody>
      </p:sp>
      <p:sp>
        <p:nvSpPr>
          <p:cNvPr id="1744" name="Google Shape;1744;p28">
            <a:extLst xmlns:a="http://schemas.openxmlformats.org/drawingml/2006/main">
              <a:ext uri="{FF2B5EF4-FFF2-40B4-BE49-F238E27FC236}">
                <a16:creationId xmlns:a16="http://schemas.microsoft.com/office/drawing/2014/main" id="{89559F15-D40A-43A8-BE96-29F9BF93C9B6}"/>
              </a:ext>
            </a:extLst>
          </p:cNvPr>
          <p:cNvSpPr>
            <a:spLocks xmlns:a="http://schemas.openxmlformats.org/drawingml/2006/main" noGrp="1"/>
          </p:cNvSpPr>
          <p:nvPr/>
        </p:nvSpPr>
        <p:spPr>
          <a:xfrm xmlns:a="http://schemas.openxmlformats.org/drawingml/2006/main">
            <a:off x="4229100" y="4114800"/>
            <a:ext cx="742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6</a:t>
            </a:r>
            <a:endParaRPr/>
          </a:p>
        </p:txBody>
      </p:sp>
      <p:sp>
        <p:nvSpPr>
          <p:cNvPr id="1745" name="Google Shape;1745;p28">
            <a:extLst xmlns:a="http://schemas.openxmlformats.org/drawingml/2006/main">
              <a:ext uri="{FF2B5EF4-FFF2-40B4-BE49-F238E27FC236}">
                <a16:creationId xmlns:a16="http://schemas.microsoft.com/office/drawing/2014/main" id="{F225535A-8E46-478F-B57A-C2F2FD2F22DC}"/>
              </a:ext>
            </a:extLst>
          </p:cNvPr>
          <p:cNvSpPr>
            <a:spLocks xmlns:a="http://schemas.openxmlformats.org/drawingml/2006/main" noGrp="1"/>
          </p:cNvSpPr>
          <p:nvPr/>
        </p:nvSpPr>
        <p:spPr>
          <a:xfrm xmlns:a="http://schemas.openxmlformats.org/drawingml/2006/main">
            <a:off x="5029200" y="4114800"/>
            <a:ext cx="1352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310,227</a:t>
            </a:r>
            <a:endParaRPr/>
          </a:p>
        </p:txBody>
      </p:sp>
      <p:sp>
        <p:nvSpPr>
          <p:cNvPr id="1746" name="Google Shape;1746;p28">
            <a:extLst xmlns:a="http://schemas.openxmlformats.org/drawingml/2006/main">
              <a:ext uri="{FF2B5EF4-FFF2-40B4-BE49-F238E27FC236}">
                <a16:creationId xmlns:a16="http://schemas.microsoft.com/office/drawing/2014/main" id="{3ABA6476-E702-4416-84A9-787437598DF5}"/>
              </a:ext>
            </a:extLst>
          </p:cNvPr>
          <p:cNvSpPr>
            <a:spLocks xmlns:a="http://schemas.openxmlformats.org/drawingml/2006/main" noGrp="1"/>
          </p:cNvSpPr>
          <p:nvPr/>
        </p:nvSpPr>
        <p:spPr>
          <a:xfrm xmlns:a="http://schemas.openxmlformats.org/drawingml/2006/main">
            <a:off x="6496050" y="4114800"/>
            <a:ext cx="1143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1,690</a:t>
            </a:r>
            <a:endParaRPr/>
          </a:p>
        </p:txBody>
      </p:sp>
      <p:sp>
        <p:nvSpPr>
          <p:cNvPr id="1747" name="Google Shape;1747;p28">
            <a:extLst xmlns:a="http://schemas.openxmlformats.org/drawingml/2006/main">
              <a:ext uri="{FF2B5EF4-FFF2-40B4-BE49-F238E27FC236}">
                <a16:creationId xmlns:a16="http://schemas.microsoft.com/office/drawing/2014/main" id="{D36ED0D4-4B7E-411F-BF42-777934617BEB}"/>
              </a:ext>
            </a:extLst>
          </p:cNvPr>
          <p:cNvSpPr>
            <a:spLocks xmlns:a="http://schemas.openxmlformats.org/drawingml/2006/main" noGrp="1"/>
          </p:cNvSpPr>
          <p:nvPr/>
        </p:nvSpPr>
        <p:spPr>
          <a:xfrm xmlns:a="http://schemas.openxmlformats.org/drawingml/2006/main">
            <a:off x="7753350" y="4114800"/>
            <a:ext cx="1428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311,917</a:t>
            </a:r>
            <a:endParaRPr/>
          </a:p>
        </p:txBody>
      </p:sp>
      <p:sp>
        <p:nvSpPr>
          <p:cNvPr id="1748" name="Google Shape;1748;p28">
            <a:extLst xmlns:a="http://schemas.openxmlformats.org/drawingml/2006/main">
              <a:ext uri="{FF2B5EF4-FFF2-40B4-BE49-F238E27FC236}">
                <a16:creationId xmlns:a16="http://schemas.microsoft.com/office/drawing/2014/main" id="{4D2AA294-8142-4FA0-A676-72F4AC7BB82D}"/>
              </a:ext>
            </a:extLst>
          </p:cNvPr>
          <p:cNvSpPr>
            <a:spLocks xmlns:a="http://schemas.openxmlformats.org/drawingml/2006/main" noGrp="1"/>
          </p:cNvSpPr>
          <p:nvPr/>
        </p:nvSpPr>
        <p:spPr>
          <a:xfrm xmlns:a="http://schemas.openxmlformats.org/drawingml/2006/main">
            <a:off x="9334500" y="4114800"/>
            <a:ext cx="19431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35"/>
              <a:buFont typeface="Arial"/>
              <a:buNone/>
            </a:pPr>
            <a:r>
              <a:rPr sz="735" b="1">
                <a:solidFill>
                  <a:srgbClr val="1A1A2E"/>
                </a:solidFill>
              </a:rPr>
              <a:t>$0.795840</a:t>
            </a:r>
            <a:endParaRPr/>
          </a:p>
        </p:txBody>
      </p:sp>
      <p:sp>
        <p:nvSpPr>
          <p:cNvPr id="1749" name="Google Shape;1749;p28">
            <a:extLst xmlns:a="http://schemas.openxmlformats.org/drawingml/2006/main">
              <a:ext uri="{FF2B5EF4-FFF2-40B4-BE49-F238E27FC236}">
                <a16:creationId xmlns:a16="http://schemas.microsoft.com/office/drawing/2014/main" id="{241CCB73-64D4-4262-B0FD-3AE626002BB6}"/>
              </a:ext>
            </a:extLst>
          </p:cNvPr>
          <p:cNvSpPr>
            <a:spLocks xmlns:a="http://schemas.openxmlformats.org/drawingml/2006/main" noGrp="1"/>
          </p:cNvSpPr>
          <p:nvPr/>
        </p:nvSpPr>
        <p:spPr>
          <a:xfrm xmlns:a="http://schemas.openxmlformats.org/drawingml/2006/main">
            <a:off x="685800" y="4381500"/>
            <a:ext cx="10820400" cy="2952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50" name="Google Shape;1750;p28">
            <a:extLst xmlns:a="http://schemas.openxmlformats.org/drawingml/2006/main">
              <a:ext uri="{FF2B5EF4-FFF2-40B4-BE49-F238E27FC236}">
                <a16:creationId xmlns:a16="http://schemas.microsoft.com/office/drawing/2014/main" id="{B2E59A22-17F2-4DA1-83A8-3EA0CA8E89B4}"/>
              </a:ext>
            </a:extLst>
          </p:cNvPr>
          <p:cNvSpPr>
            <a:spLocks xmlns:a="http://schemas.openxmlformats.org/drawingml/2006/main" noGrp="1"/>
          </p:cNvSpPr>
          <p:nvPr/>
        </p:nvSpPr>
        <p:spPr>
          <a:xfrm xmlns:a="http://schemas.openxmlformats.org/drawingml/2006/main">
            <a:off x="838200" y="4419600"/>
            <a:ext cx="3276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Story Breakdown faithfulness + hallucination</a:t>
            </a:r>
            <a:endParaRPr/>
          </a:p>
        </p:txBody>
      </p:sp>
      <p:sp>
        <p:nvSpPr>
          <p:cNvPr id="1751" name="Google Shape;1751;p28">
            <a:extLst xmlns:a="http://schemas.openxmlformats.org/drawingml/2006/main">
              <a:ext uri="{FF2B5EF4-FFF2-40B4-BE49-F238E27FC236}">
                <a16:creationId xmlns:a16="http://schemas.microsoft.com/office/drawing/2014/main" id="{8716842E-3EBC-4CE9-A3A6-19B13EA0912D}"/>
              </a:ext>
            </a:extLst>
          </p:cNvPr>
          <p:cNvSpPr>
            <a:spLocks xmlns:a="http://schemas.openxmlformats.org/drawingml/2006/main" noGrp="1"/>
          </p:cNvSpPr>
          <p:nvPr/>
        </p:nvSpPr>
        <p:spPr>
          <a:xfrm xmlns:a="http://schemas.openxmlformats.org/drawingml/2006/main">
            <a:off x="4229100" y="4419600"/>
            <a:ext cx="742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2</a:t>
            </a:r>
            <a:endParaRPr/>
          </a:p>
        </p:txBody>
      </p:sp>
      <p:sp>
        <p:nvSpPr>
          <p:cNvPr id="1752" name="Google Shape;1752;p28">
            <a:extLst xmlns:a="http://schemas.openxmlformats.org/drawingml/2006/main">
              <a:ext uri="{FF2B5EF4-FFF2-40B4-BE49-F238E27FC236}">
                <a16:creationId xmlns:a16="http://schemas.microsoft.com/office/drawing/2014/main" id="{B1AC2CC3-1BE3-4134-9271-E75240B0C868}"/>
              </a:ext>
            </a:extLst>
          </p:cNvPr>
          <p:cNvSpPr>
            <a:spLocks xmlns:a="http://schemas.openxmlformats.org/drawingml/2006/main" noGrp="1"/>
          </p:cNvSpPr>
          <p:nvPr/>
        </p:nvSpPr>
        <p:spPr>
          <a:xfrm xmlns:a="http://schemas.openxmlformats.org/drawingml/2006/main">
            <a:off x="5029200" y="4419600"/>
            <a:ext cx="1352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144,903</a:t>
            </a:r>
            <a:endParaRPr/>
          </a:p>
        </p:txBody>
      </p:sp>
      <p:sp>
        <p:nvSpPr>
          <p:cNvPr id="1753" name="Google Shape;1753;p28">
            <a:extLst xmlns:a="http://schemas.openxmlformats.org/drawingml/2006/main">
              <a:ext uri="{FF2B5EF4-FFF2-40B4-BE49-F238E27FC236}">
                <a16:creationId xmlns:a16="http://schemas.microsoft.com/office/drawing/2014/main" id="{7A76333F-F4C8-476B-9DCC-047282C6287F}"/>
              </a:ext>
            </a:extLst>
          </p:cNvPr>
          <p:cNvSpPr>
            <a:spLocks xmlns:a="http://schemas.openxmlformats.org/drawingml/2006/main" noGrp="1"/>
          </p:cNvSpPr>
          <p:nvPr/>
        </p:nvSpPr>
        <p:spPr>
          <a:xfrm xmlns:a="http://schemas.openxmlformats.org/drawingml/2006/main">
            <a:off x="6496050" y="4419600"/>
            <a:ext cx="1143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531</a:t>
            </a:r>
            <a:endParaRPr/>
          </a:p>
        </p:txBody>
      </p:sp>
      <p:sp>
        <p:nvSpPr>
          <p:cNvPr id="1754" name="Google Shape;1754;p28">
            <a:extLst xmlns:a="http://schemas.openxmlformats.org/drawingml/2006/main">
              <a:ext uri="{FF2B5EF4-FFF2-40B4-BE49-F238E27FC236}">
                <a16:creationId xmlns:a16="http://schemas.microsoft.com/office/drawing/2014/main" id="{4E36E53E-783E-48B7-A1D4-C24C28555713}"/>
              </a:ext>
            </a:extLst>
          </p:cNvPr>
          <p:cNvSpPr>
            <a:spLocks xmlns:a="http://schemas.openxmlformats.org/drawingml/2006/main" noGrp="1"/>
          </p:cNvSpPr>
          <p:nvPr/>
        </p:nvSpPr>
        <p:spPr>
          <a:xfrm xmlns:a="http://schemas.openxmlformats.org/drawingml/2006/main">
            <a:off x="7753350" y="4419600"/>
            <a:ext cx="1428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145,434</a:t>
            </a:r>
            <a:endParaRPr/>
          </a:p>
        </p:txBody>
      </p:sp>
      <p:sp>
        <p:nvSpPr>
          <p:cNvPr id="1755" name="Google Shape;1755;p28">
            <a:extLst xmlns:a="http://schemas.openxmlformats.org/drawingml/2006/main">
              <a:ext uri="{FF2B5EF4-FFF2-40B4-BE49-F238E27FC236}">
                <a16:creationId xmlns:a16="http://schemas.microsoft.com/office/drawing/2014/main" id="{759EC69B-4999-495C-9E66-4AD755F527EF}"/>
              </a:ext>
            </a:extLst>
          </p:cNvPr>
          <p:cNvSpPr>
            <a:spLocks xmlns:a="http://schemas.openxmlformats.org/drawingml/2006/main" noGrp="1"/>
          </p:cNvSpPr>
          <p:nvPr/>
        </p:nvSpPr>
        <p:spPr>
          <a:xfrm xmlns:a="http://schemas.openxmlformats.org/drawingml/2006/main">
            <a:off x="9334500" y="4419600"/>
            <a:ext cx="19431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35"/>
              <a:buFont typeface="Arial"/>
              <a:buNone/>
            </a:pPr>
            <a:r>
              <a:rPr sz="735" b="1">
                <a:solidFill>
                  <a:srgbClr val="1A1A2E"/>
                </a:solidFill>
              </a:rPr>
              <a:t>$0.368627</a:t>
            </a:r>
            <a:endParaRPr/>
          </a:p>
        </p:txBody>
      </p:sp>
      <p:sp>
        <p:nvSpPr>
          <p:cNvPr id="1756" name="Google Shape;1756;p28">
            <a:extLst xmlns:a="http://schemas.openxmlformats.org/drawingml/2006/main">
              <a:ext uri="{FF2B5EF4-FFF2-40B4-BE49-F238E27FC236}">
                <a16:creationId xmlns:a16="http://schemas.microsoft.com/office/drawing/2014/main" id="{012D738A-7F6B-409B-AA89-B29B76C91AC3}"/>
              </a:ext>
            </a:extLst>
          </p:cNvPr>
          <p:cNvSpPr>
            <a:spLocks xmlns:a="http://schemas.openxmlformats.org/drawingml/2006/main" noGrp="1"/>
          </p:cNvSpPr>
          <p:nvPr/>
        </p:nvSpPr>
        <p:spPr>
          <a:xfrm xmlns:a="http://schemas.openxmlformats.org/drawingml/2006/main">
            <a:off x="685800" y="4686300"/>
            <a:ext cx="10820400" cy="29527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57" name="Google Shape;1757;p28">
            <a:extLst xmlns:a="http://schemas.openxmlformats.org/drawingml/2006/main">
              <a:ext uri="{FF2B5EF4-FFF2-40B4-BE49-F238E27FC236}">
                <a16:creationId xmlns:a16="http://schemas.microsoft.com/office/drawing/2014/main" id="{E0EE069C-989D-4019-8955-6BCAF963BB74}"/>
              </a:ext>
            </a:extLst>
          </p:cNvPr>
          <p:cNvSpPr>
            <a:spLocks xmlns:a="http://schemas.openxmlformats.org/drawingml/2006/main" noGrp="1"/>
          </p:cNvSpPr>
          <p:nvPr/>
        </p:nvSpPr>
        <p:spPr>
          <a:xfrm xmlns:a="http://schemas.openxmlformats.org/drawingml/2006/main">
            <a:off x="838200" y="4724400"/>
            <a:ext cx="3276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Sizing: faithfulness + hallucination + reasonableness</a:t>
            </a:r>
            <a:endParaRPr/>
          </a:p>
        </p:txBody>
      </p:sp>
      <p:sp>
        <p:nvSpPr>
          <p:cNvPr id="1758" name="Google Shape;1758;p28">
            <a:extLst xmlns:a="http://schemas.openxmlformats.org/drawingml/2006/main">
              <a:ext uri="{FF2B5EF4-FFF2-40B4-BE49-F238E27FC236}">
                <a16:creationId xmlns:a16="http://schemas.microsoft.com/office/drawing/2014/main" id="{4728FC3C-434A-4851-AE37-59673F28CC88}"/>
              </a:ext>
            </a:extLst>
          </p:cNvPr>
          <p:cNvSpPr>
            <a:spLocks xmlns:a="http://schemas.openxmlformats.org/drawingml/2006/main" noGrp="1"/>
          </p:cNvSpPr>
          <p:nvPr/>
        </p:nvSpPr>
        <p:spPr>
          <a:xfrm xmlns:a="http://schemas.openxmlformats.org/drawingml/2006/main">
            <a:off x="4229100" y="4724400"/>
            <a:ext cx="742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33</a:t>
            </a:r>
            <a:endParaRPr/>
          </a:p>
        </p:txBody>
      </p:sp>
      <p:sp>
        <p:nvSpPr>
          <p:cNvPr id="1759" name="Google Shape;1759;p28">
            <a:extLst xmlns:a="http://schemas.openxmlformats.org/drawingml/2006/main">
              <a:ext uri="{FF2B5EF4-FFF2-40B4-BE49-F238E27FC236}">
                <a16:creationId xmlns:a16="http://schemas.microsoft.com/office/drawing/2014/main" id="{966CACBB-B2DC-40CE-9F97-F3D58F684934}"/>
              </a:ext>
            </a:extLst>
          </p:cNvPr>
          <p:cNvSpPr>
            <a:spLocks xmlns:a="http://schemas.openxmlformats.org/drawingml/2006/main" noGrp="1"/>
          </p:cNvSpPr>
          <p:nvPr/>
        </p:nvSpPr>
        <p:spPr>
          <a:xfrm xmlns:a="http://schemas.openxmlformats.org/drawingml/2006/main">
            <a:off x="5029200" y="4724400"/>
            <a:ext cx="1352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25,641</a:t>
            </a:r>
            <a:endParaRPr/>
          </a:p>
        </p:txBody>
      </p:sp>
      <p:sp>
        <p:nvSpPr>
          <p:cNvPr id="1760" name="Google Shape;1760;p28">
            <a:extLst xmlns:a="http://schemas.openxmlformats.org/drawingml/2006/main">
              <a:ext uri="{FF2B5EF4-FFF2-40B4-BE49-F238E27FC236}">
                <a16:creationId xmlns:a16="http://schemas.microsoft.com/office/drawing/2014/main" id="{2B0F0656-3334-48E4-AB45-3BA0069A3DDF}"/>
              </a:ext>
            </a:extLst>
          </p:cNvPr>
          <p:cNvSpPr>
            <a:spLocks xmlns:a="http://schemas.openxmlformats.org/drawingml/2006/main" noGrp="1"/>
          </p:cNvSpPr>
          <p:nvPr/>
        </p:nvSpPr>
        <p:spPr>
          <a:xfrm xmlns:a="http://schemas.openxmlformats.org/drawingml/2006/main">
            <a:off x="6496050" y="4724400"/>
            <a:ext cx="1143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2,553</a:t>
            </a:r>
            <a:endParaRPr/>
          </a:p>
        </p:txBody>
      </p:sp>
      <p:sp>
        <p:nvSpPr>
          <p:cNvPr id="1761" name="Google Shape;1761;p28">
            <a:extLst xmlns:a="http://schemas.openxmlformats.org/drawingml/2006/main">
              <a:ext uri="{FF2B5EF4-FFF2-40B4-BE49-F238E27FC236}">
                <a16:creationId xmlns:a16="http://schemas.microsoft.com/office/drawing/2014/main" id="{76F035D1-7CCC-4A02-BCB7-6C4869755DC9}"/>
              </a:ext>
            </a:extLst>
          </p:cNvPr>
          <p:cNvSpPr>
            <a:spLocks xmlns:a="http://schemas.openxmlformats.org/drawingml/2006/main" noGrp="1"/>
          </p:cNvSpPr>
          <p:nvPr/>
        </p:nvSpPr>
        <p:spPr>
          <a:xfrm xmlns:a="http://schemas.openxmlformats.org/drawingml/2006/main">
            <a:off x="7753350" y="4724400"/>
            <a:ext cx="1428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28,194</a:t>
            </a:r>
            <a:endParaRPr/>
          </a:p>
        </p:txBody>
      </p:sp>
      <p:sp>
        <p:nvSpPr>
          <p:cNvPr id="1762" name="Google Shape;1762;p28">
            <a:extLst xmlns:a="http://schemas.openxmlformats.org/drawingml/2006/main">
              <a:ext uri="{FF2B5EF4-FFF2-40B4-BE49-F238E27FC236}">
                <a16:creationId xmlns:a16="http://schemas.microsoft.com/office/drawing/2014/main" id="{EF0EEA57-ED4C-4A3D-A219-D2F7302F68BE}"/>
              </a:ext>
            </a:extLst>
          </p:cNvPr>
          <p:cNvSpPr>
            <a:spLocks xmlns:a="http://schemas.openxmlformats.org/drawingml/2006/main" noGrp="1"/>
          </p:cNvSpPr>
          <p:nvPr/>
        </p:nvSpPr>
        <p:spPr>
          <a:xfrm xmlns:a="http://schemas.openxmlformats.org/drawingml/2006/main">
            <a:off x="9334500" y="4724400"/>
            <a:ext cx="19431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35"/>
              <a:buFont typeface="Arial"/>
              <a:buNone/>
            </a:pPr>
            <a:r>
              <a:rPr sz="735" b="1">
                <a:solidFill>
                  <a:srgbClr val="1A1A2E"/>
                </a:solidFill>
              </a:rPr>
              <a:t>$0.081918</a:t>
            </a:r>
            <a:endParaRPr/>
          </a:p>
        </p:txBody>
      </p:sp>
      <p:sp>
        <p:nvSpPr>
          <p:cNvPr id="1763" name="Google Shape;1763;p28">
            <a:extLst xmlns:a="http://schemas.openxmlformats.org/drawingml/2006/main">
              <a:ext uri="{FF2B5EF4-FFF2-40B4-BE49-F238E27FC236}">
                <a16:creationId xmlns:a16="http://schemas.microsoft.com/office/drawing/2014/main" id="{53F5DA60-A5BB-4B53-85FA-BC26CFE73660}"/>
              </a:ext>
            </a:extLst>
          </p:cNvPr>
          <p:cNvSpPr>
            <a:spLocks xmlns:a="http://schemas.openxmlformats.org/drawingml/2006/main" noGrp="1"/>
          </p:cNvSpPr>
          <p:nvPr/>
        </p:nvSpPr>
        <p:spPr>
          <a:xfrm xmlns:a="http://schemas.openxmlformats.org/drawingml/2006/main">
            <a:off x="685800" y="4991100"/>
            <a:ext cx="10820400" cy="2952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64" name="Google Shape;1764;p28">
            <a:extLst xmlns:a="http://schemas.openxmlformats.org/drawingml/2006/main">
              <a:ext uri="{FF2B5EF4-FFF2-40B4-BE49-F238E27FC236}">
                <a16:creationId xmlns:a16="http://schemas.microsoft.com/office/drawing/2014/main" id="{06899BD5-A69A-4CDB-BF81-E5AE48691868}"/>
              </a:ext>
            </a:extLst>
          </p:cNvPr>
          <p:cNvSpPr>
            <a:spLocks xmlns:a="http://schemas.openxmlformats.org/drawingml/2006/main" noGrp="1"/>
          </p:cNvSpPr>
          <p:nvPr/>
        </p:nvSpPr>
        <p:spPr>
          <a:xfrm xmlns:a="http://schemas.openxmlformats.org/drawingml/2006/main">
            <a:off x="838200" y="5029200"/>
            <a:ext cx="3276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LLM evaluator subtotal</a:t>
            </a:r>
            <a:endParaRPr/>
          </a:p>
        </p:txBody>
      </p:sp>
      <p:sp>
        <p:nvSpPr>
          <p:cNvPr id="1765" name="Google Shape;1765;p28">
            <a:extLst xmlns:a="http://schemas.openxmlformats.org/drawingml/2006/main">
              <a:ext uri="{FF2B5EF4-FFF2-40B4-BE49-F238E27FC236}">
                <a16:creationId xmlns:a16="http://schemas.microsoft.com/office/drawing/2014/main" id="{84F53785-F5DF-4488-82D2-2BC6B669417F}"/>
              </a:ext>
            </a:extLst>
          </p:cNvPr>
          <p:cNvSpPr>
            <a:spLocks xmlns:a="http://schemas.openxmlformats.org/drawingml/2006/main" noGrp="1"/>
          </p:cNvSpPr>
          <p:nvPr/>
        </p:nvSpPr>
        <p:spPr>
          <a:xfrm xmlns:a="http://schemas.openxmlformats.org/drawingml/2006/main">
            <a:off x="4229100" y="5029200"/>
            <a:ext cx="742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41</a:t>
            </a:r>
            <a:endParaRPr/>
          </a:p>
        </p:txBody>
      </p:sp>
      <p:sp>
        <p:nvSpPr>
          <p:cNvPr id="1766" name="Google Shape;1766;p28">
            <a:extLst xmlns:a="http://schemas.openxmlformats.org/drawingml/2006/main">
              <a:ext uri="{FF2B5EF4-FFF2-40B4-BE49-F238E27FC236}">
                <a16:creationId xmlns:a16="http://schemas.microsoft.com/office/drawing/2014/main" id="{F9BDECC3-EF30-4200-95E4-78E19713042D}"/>
              </a:ext>
            </a:extLst>
          </p:cNvPr>
          <p:cNvSpPr>
            <a:spLocks xmlns:a="http://schemas.openxmlformats.org/drawingml/2006/main" noGrp="1"/>
          </p:cNvSpPr>
          <p:nvPr/>
        </p:nvSpPr>
        <p:spPr>
          <a:xfrm xmlns:a="http://schemas.openxmlformats.org/drawingml/2006/main">
            <a:off x="5029200" y="5029200"/>
            <a:ext cx="1352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480,771</a:t>
            </a:r>
            <a:endParaRPr/>
          </a:p>
        </p:txBody>
      </p:sp>
      <p:sp>
        <p:nvSpPr>
          <p:cNvPr id="1767" name="Google Shape;1767;p28">
            <a:extLst xmlns:a="http://schemas.openxmlformats.org/drawingml/2006/main">
              <a:ext uri="{FF2B5EF4-FFF2-40B4-BE49-F238E27FC236}">
                <a16:creationId xmlns:a16="http://schemas.microsoft.com/office/drawing/2014/main" id="{68798E81-C8A7-4613-AAF4-39088B331C9A}"/>
              </a:ext>
            </a:extLst>
          </p:cNvPr>
          <p:cNvSpPr>
            <a:spLocks xmlns:a="http://schemas.openxmlformats.org/drawingml/2006/main" noGrp="1"/>
          </p:cNvSpPr>
          <p:nvPr/>
        </p:nvSpPr>
        <p:spPr>
          <a:xfrm xmlns:a="http://schemas.openxmlformats.org/drawingml/2006/main">
            <a:off x="6496050" y="5029200"/>
            <a:ext cx="1143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4,774</a:t>
            </a:r>
            <a:endParaRPr/>
          </a:p>
        </p:txBody>
      </p:sp>
      <p:sp>
        <p:nvSpPr>
          <p:cNvPr id="1768" name="Google Shape;1768;p28">
            <a:extLst xmlns:a="http://schemas.openxmlformats.org/drawingml/2006/main">
              <a:ext uri="{FF2B5EF4-FFF2-40B4-BE49-F238E27FC236}">
                <a16:creationId xmlns:a16="http://schemas.microsoft.com/office/drawing/2014/main" id="{37EC6200-4ED4-4D93-B9A7-0308FE6A1191}"/>
              </a:ext>
            </a:extLst>
          </p:cNvPr>
          <p:cNvSpPr>
            <a:spLocks xmlns:a="http://schemas.openxmlformats.org/drawingml/2006/main" noGrp="1"/>
          </p:cNvSpPr>
          <p:nvPr/>
        </p:nvSpPr>
        <p:spPr>
          <a:xfrm xmlns:a="http://schemas.openxmlformats.org/drawingml/2006/main">
            <a:off x="7753350" y="5029200"/>
            <a:ext cx="1428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05"/>
              <a:buFont typeface="Arial"/>
              <a:buNone/>
            </a:pPr>
            <a:r>
              <a:rPr sz="705" b="0">
                <a:solidFill>
                  <a:srgbClr val="1A1A2E"/>
                </a:solidFill>
              </a:rPr>
              <a:t>485,545</a:t>
            </a:r>
            <a:endParaRPr/>
          </a:p>
        </p:txBody>
      </p:sp>
      <p:sp>
        <p:nvSpPr>
          <p:cNvPr id="1769" name="Google Shape;1769;p28">
            <a:extLst xmlns:a="http://schemas.openxmlformats.org/drawingml/2006/main">
              <a:ext uri="{FF2B5EF4-FFF2-40B4-BE49-F238E27FC236}">
                <a16:creationId xmlns:a16="http://schemas.microsoft.com/office/drawing/2014/main" id="{C72E7E97-BC7D-4631-AD67-20B27934E865}"/>
              </a:ext>
            </a:extLst>
          </p:cNvPr>
          <p:cNvSpPr>
            <a:spLocks xmlns:a="http://schemas.openxmlformats.org/drawingml/2006/main" noGrp="1"/>
          </p:cNvSpPr>
          <p:nvPr/>
        </p:nvSpPr>
        <p:spPr>
          <a:xfrm xmlns:a="http://schemas.openxmlformats.org/drawingml/2006/main">
            <a:off x="9334500" y="5029200"/>
            <a:ext cx="19431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735"/>
              <a:buFont typeface="Arial"/>
              <a:buNone/>
            </a:pPr>
            <a:r>
              <a:rPr sz="735" b="1">
                <a:solidFill>
                  <a:srgbClr val="1A1A2E"/>
                </a:solidFill>
              </a:rPr>
              <a:t>$1.246385</a:t>
            </a:r>
            <a:endParaRPr/>
          </a:p>
        </p:txBody>
      </p:sp>
      <p:sp>
        <p:nvSpPr>
          <p:cNvPr id="1770" name="Google Shape;1770;p28">
            <a:extLst xmlns:a="http://schemas.openxmlformats.org/drawingml/2006/main">
              <a:ext uri="{FF2B5EF4-FFF2-40B4-BE49-F238E27FC236}">
                <a16:creationId xmlns:a16="http://schemas.microsoft.com/office/drawing/2014/main" id="{4A71DA1F-7FB8-4EF3-8CCC-A589853159FA}"/>
              </a:ext>
            </a:extLst>
          </p:cNvPr>
          <p:cNvSpPr>
            <a:spLocks xmlns:a="http://schemas.openxmlformats.org/drawingml/2006/main" noGrp="1"/>
          </p:cNvSpPr>
          <p:nvPr/>
        </p:nvSpPr>
        <p:spPr>
          <a:xfrm xmlns:a="http://schemas.openxmlformats.org/drawingml/2006/main">
            <a:off x="685800" y="5295900"/>
            <a:ext cx="10820400" cy="295275"/>
          </a:xfrm>
          <a:prstGeom xmlns:a="http://schemas.openxmlformats.org/drawingml/2006/main" prst="rect">
            <a:avLst/>
          </a:prstGeom>
          <a:solidFill xmlns:a="http://schemas.openxmlformats.org/drawingml/2006/main">
            <a:srgbClr val="E6F0EB"/>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71" name="Google Shape;1771;p28">
            <a:extLst xmlns:a="http://schemas.openxmlformats.org/drawingml/2006/main">
              <a:ext uri="{FF2B5EF4-FFF2-40B4-BE49-F238E27FC236}">
                <a16:creationId xmlns:a16="http://schemas.microsoft.com/office/drawing/2014/main" id="{491D83D9-4450-41CC-A4FB-BDD0CB4CBE57}"/>
              </a:ext>
            </a:extLst>
          </p:cNvPr>
          <p:cNvSpPr>
            <a:spLocks xmlns:a="http://schemas.openxmlformats.org/drawingml/2006/main" noGrp="1"/>
          </p:cNvSpPr>
          <p:nvPr/>
        </p:nvSpPr>
        <p:spPr>
          <a:xfrm xmlns:a="http://schemas.openxmlformats.org/drawingml/2006/main">
            <a:off x="838200" y="5334000"/>
            <a:ext cx="3276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05"/>
              <a:buFont typeface="Arial"/>
              <a:buNone/>
            </a:pPr>
            <a:r>
              <a:rPr sz="705" b="1">
                <a:solidFill>
                  <a:srgbClr val="2F6F57"/>
                </a:solidFill>
              </a:rPr>
              <a:t>FULLY LOADED TOTAL</a:t>
            </a:r>
            <a:endParaRPr/>
          </a:p>
        </p:txBody>
      </p:sp>
      <p:sp>
        <p:nvSpPr>
          <p:cNvPr id="1772" name="Google Shape;1772;p28">
            <a:extLst xmlns:a="http://schemas.openxmlformats.org/drawingml/2006/main">
              <a:ext uri="{FF2B5EF4-FFF2-40B4-BE49-F238E27FC236}">
                <a16:creationId xmlns:a16="http://schemas.microsoft.com/office/drawing/2014/main" id="{604D7D62-641A-443D-BEBB-020757FBC878}"/>
              </a:ext>
            </a:extLst>
          </p:cNvPr>
          <p:cNvSpPr>
            <a:spLocks xmlns:a="http://schemas.openxmlformats.org/drawingml/2006/main" noGrp="1"/>
          </p:cNvSpPr>
          <p:nvPr/>
        </p:nvSpPr>
        <p:spPr>
          <a:xfrm xmlns:a="http://schemas.openxmlformats.org/drawingml/2006/main">
            <a:off x="4229100" y="5334000"/>
            <a:ext cx="7429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05"/>
              <a:buFont typeface="Arial"/>
              <a:buNone/>
            </a:pPr>
            <a:r>
              <a:rPr sz="705" b="1">
                <a:solidFill>
                  <a:srgbClr val="2F6F57"/>
                </a:solidFill>
              </a:rPr>
              <a:t>43</a:t>
            </a:r>
            <a:endParaRPr/>
          </a:p>
        </p:txBody>
      </p:sp>
      <p:sp>
        <p:nvSpPr>
          <p:cNvPr id="1773" name="Google Shape;1773;p28">
            <a:extLst xmlns:a="http://schemas.openxmlformats.org/drawingml/2006/main">
              <a:ext uri="{FF2B5EF4-FFF2-40B4-BE49-F238E27FC236}">
                <a16:creationId xmlns:a16="http://schemas.microsoft.com/office/drawing/2014/main" id="{D6F2C664-B343-4955-AA06-E2EA7BF3C019}"/>
              </a:ext>
            </a:extLst>
          </p:cNvPr>
          <p:cNvSpPr>
            <a:spLocks xmlns:a="http://schemas.openxmlformats.org/drawingml/2006/main" noGrp="1"/>
          </p:cNvSpPr>
          <p:nvPr/>
        </p:nvSpPr>
        <p:spPr>
          <a:xfrm xmlns:a="http://schemas.openxmlformats.org/drawingml/2006/main">
            <a:off x="5029200" y="5334000"/>
            <a:ext cx="13525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05"/>
              <a:buFont typeface="Arial"/>
              <a:buNone/>
            </a:pPr>
            <a:r>
              <a:rPr sz="705" b="1">
                <a:solidFill>
                  <a:srgbClr val="2F6F57"/>
                </a:solidFill>
              </a:rPr>
              <a:t>529,875</a:t>
            </a:r>
            <a:endParaRPr/>
          </a:p>
        </p:txBody>
      </p:sp>
      <p:sp>
        <p:nvSpPr>
          <p:cNvPr id="1774" name="Google Shape;1774;p28">
            <a:extLst xmlns:a="http://schemas.openxmlformats.org/drawingml/2006/main">
              <a:ext uri="{FF2B5EF4-FFF2-40B4-BE49-F238E27FC236}">
                <a16:creationId xmlns:a16="http://schemas.microsoft.com/office/drawing/2014/main" id="{D4225ADF-9177-4D97-91C4-F6BA5E8919E9}"/>
              </a:ext>
            </a:extLst>
          </p:cNvPr>
          <p:cNvSpPr>
            <a:spLocks xmlns:a="http://schemas.openxmlformats.org/drawingml/2006/main" noGrp="1"/>
          </p:cNvSpPr>
          <p:nvPr/>
        </p:nvSpPr>
        <p:spPr>
          <a:xfrm xmlns:a="http://schemas.openxmlformats.org/drawingml/2006/main">
            <a:off x="6496050" y="5334000"/>
            <a:ext cx="1143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05"/>
              <a:buFont typeface="Arial"/>
              <a:buNone/>
            </a:pPr>
            <a:r>
              <a:rPr sz="705" b="1">
                <a:solidFill>
                  <a:srgbClr val="2F6F57"/>
                </a:solidFill>
              </a:rPr>
              <a:t>15,592</a:t>
            </a:r>
            <a:endParaRPr/>
          </a:p>
        </p:txBody>
      </p:sp>
      <p:sp>
        <p:nvSpPr>
          <p:cNvPr id="1775" name="Google Shape;1775;p28">
            <a:extLst xmlns:a="http://schemas.openxmlformats.org/drawingml/2006/main">
              <a:ext uri="{FF2B5EF4-FFF2-40B4-BE49-F238E27FC236}">
                <a16:creationId xmlns:a16="http://schemas.microsoft.com/office/drawing/2014/main" id="{3A2930BE-043B-4FF8-AF34-938FAD90C91F}"/>
              </a:ext>
            </a:extLst>
          </p:cNvPr>
          <p:cNvSpPr>
            <a:spLocks xmlns:a="http://schemas.openxmlformats.org/drawingml/2006/main" noGrp="1"/>
          </p:cNvSpPr>
          <p:nvPr/>
        </p:nvSpPr>
        <p:spPr>
          <a:xfrm xmlns:a="http://schemas.openxmlformats.org/drawingml/2006/main">
            <a:off x="7753350" y="5334000"/>
            <a:ext cx="1428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05"/>
              <a:buFont typeface="Arial"/>
              <a:buNone/>
            </a:pPr>
            <a:r>
              <a:rPr sz="705" b="1">
                <a:solidFill>
                  <a:srgbClr val="2F6F57"/>
                </a:solidFill>
              </a:rPr>
              <a:t>545,467</a:t>
            </a:r>
            <a:endParaRPr/>
          </a:p>
        </p:txBody>
      </p:sp>
      <p:sp>
        <p:nvSpPr>
          <p:cNvPr id="1776" name="Google Shape;1776;p28">
            <a:extLst xmlns:a="http://schemas.openxmlformats.org/drawingml/2006/main">
              <a:ext uri="{FF2B5EF4-FFF2-40B4-BE49-F238E27FC236}">
                <a16:creationId xmlns:a16="http://schemas.microsoft.com/office/drawing/2014/main" id="{CECAD91E-9C7D-4E0E-80D2-EE4344FFFB55}"/>
              </a:ext>
            </a:extLst>
          </p:cNvPr>
          <p:cNvSpPr>
            <a:spLocks xmlns:a="http://schemas.openxmlformats.org/drawingml/2006/main" noGrp="1"/>
          </p:cNvSpPr>
          <p:nvPr/>
        </p:nvSpPr>
        <p:spPr>
          <a:xfrm xmlns:a="http://schemas.openxmlformats.org/drawingml/2006/main">
            <a:off x="9334500" y="5334000"/>
            <a:ext cx="19431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35"/>
              <a:buFont typeface="Arial"/>
              <a:buNone/>
            </a:pPr>
            <a:r>
              <a:rPr sz="735" b="1">
                <a:solidFill>
                  <a:srgbClr val="2F6F57"/>
                </a:solidFill>
              </a:rPr>
              <a:t>$1.474409</a:t>
            </a:r>
            <a:endParaRPr/>
          </a:p>
        </p:txBody>
      </p:sp>
      <p:sp>
        <p:nvSpPr>
          <p:cNvPr id="1777" name="Google Shape;1777;p28">
            <a:extLst xmlns:a="http://schemas.openxmlformats.org/drawingml/2006/main">
              <a:ext uri="{FF2B5EF4-FFF2-40B4-BE49-F238E27FC236}">
                <a16:creationId xmlns:a16="http://schemas.microsoft.com/office/drawing/2014/main" id="{4EF4AE7E-B6DA-4E6F-A13E-D32CCAE04759}"/>
              </a:ext>
            </a:extLst>
          </p:cNvPr>
          <p:cNvSpPr>
            <a:spLocks xmlns:a="http://schemas.openxmlformats.org/drawingml/2006/main" noGrp="1"/>
          </p:cNvSpPr>
          <p:nvPr/>
        </p:nvSpPr>
        <p:spPr>
          <a:xfrm xmlns:a="http://schemas.openxmlformats.org/drawingml/2006/main">
            <a:off x="685800" y="5657850"/>
            <a:ext cx="10820400" cy="381000"/>
          </a:xfrm>
          <a:prstGeom xmlns:a="http://schemas.openxmlformats.org/drawingml/2006/main" prst="roundRect">
            <a:avLst>
              <a:gd name="adj" fmla="val 20000"/>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78" name="Google Shape;1778;p28">
            <a:extLst xmlns:a="http://schemas.openxmlformats.org/drawingml/2006/main">
              <a:ext uri="{FF2B5EF4-FFF2-40B4-BE49-F238E27FC236}">
                <a16:creationId xmlns:a16="http://schemas.microsoft.com/office/drawing/2014/main" id="{94780942-C6B9-454E-8878-DDB65F1AD16C}"/>
              </a:ext>
            </a:extLst>
          </p:cNvPr>
          <p:cNvSpPr>
            <a:spLocks xmlns:a="http://schemas.openxmlformats.org/drawingml/2006/main" noGrp="1"/>
          </p:cNvSpPr>
          <p:nvPr/>
        </p:nvSpPr>
        <p:spPr>
          <a:xfrm xmlns:a="http://schemas.openxmlformats.org/drawingml/2006/main">
            <a:off x="914400" y="5743575"/>
            <a:ext cx="1524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20"/>
              <a:buFont typeface="Arial"/>
              <a:buNone/>
            </a:pPr>
            <a:r>
              <a:rPr sz="720" b="1">
                <a:solidFill>
                  <a:srgbClr val="2F6F57"/>
                </a:solidFill>
              </a:rPr>
              <a:t>CONTROL STRATEGY</a:t>
            </a:r>
            <a:endParaRPr/>
          </a:p>
        </p:txBody>
      </p:sp>
      <p:sp>
        <p:nvSpPr>
          <p:cNvPr id="1779" name="Google Shape;1779;p28">
            <a:extLst xmlns:a="http://schemas.openxmlformats.org/drawingml/2006/main">
              <a:ext uri="{FF2B5EF4-FFF2-40B4-BE49-F238E27FC236}">
                <a16:creationId xmlns:a16="http://schemas.microsoft.com/office/drawing/2014/main" id="{04309180-EE2C-4138-BF1A-22D713196CC2}"/>
              </a:ext>
            </a:extLst>
          </p:cNvPr>
          <p:cNvSpPr>
            <a:spLocks xmlns:a="http://schemas.openxmlformats.org/drawingml/2006/main" noGrp="1"/>
          </p:cNvSpPr>
          <p:nvPr/>
        </p:nvSpPr>
        <p:spPr>
          <a:xfrm xmlns:a="http://schemas.openxmlformats.org/drawingml/2006/main">
            <a:off x="2400300" y="5743575"/>
            <a:ext cx="8858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65"/>
              <a:buFont typeface="Arial"/>
              <a:buNone/>
            </a:pPr>
            <a:r>
              <a:rPr sz="765" b="1">
                <a:solidFill>
                  <a:srgbClr val="2F6F57"/>
                </a:solidFill>
              </a:rPr>
              <a:t>Code checks first · no duplicate semantic scoring · stage-specific judges only where needed · full evaluation retained for candidate acceptance</a:t>
            </a:r>
            <a:endParaRPr/>
          </a:p>
        </p:txBody>
      </p:sp>
      <p:sp>
        <p:nvSpPr>
          <p:cNvPr id="1780" name="Google Shape;1780;p28">
            <a:extLst xmlns:a="http://schemas.openxmlformats.org/drawingml/2006/main">
              <a:ext uri="{FF2B5EF4-FFF2-40B4-BE49-F238E27FC236}">
                <a16:creationId xmlns:a16="http://schemas.microsoft.com/office/drawing/2014/main" id="{A96CDE70-09D3-4790-BEAE-24F3A28AD60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81" name="Google Shape;1781;p28">
            <a:extLst xmlns:a="http://schemas.openxmlformats.org/drawingml/2006/main">
              <a:ext uri="{FF2B5EF4-FFF2-40B4-BE49-F238E27FC236}">
                <a16:creationId xmlns:a16="http://schemas.microsoft.com/office/drawing/2014/main" id="{1A9D085F-60F2-4D5C-B14A-342B324F62E4}"/>
              </a:ext>
            </a:extLst>
          </p:cNvPr>
          <p:cNvSpPr>
            <a:spLocks xmlns:a="http://schemas.openxmlformats.org/drawingml/2006/main" noGrp="1"/>
          </p:cNvSpPr>
          <p:nvPr/>
        </p:nvSpPr>
        <p:spPr>
          <a:xfrm xmlns:a="http://schemas.openxmlformats.org/drawingml/2006/main">
            <a:off x="781050" y="6391275"/>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A9</a:t>
            </a:r>
            <a:endParaRPr/>
          </a:p>
        </p:txBody>
      </p:sp>
      <p:sp>
        <p:nvSpPr>
          <p:cNvPr id="1782" name="Google Shape;1782;p28">
            <a:extLst xmlns:a="http://schemas.openxmlformats.org/drawingml/2006/main">
              <a:ext uri="{FF2B5EF4-FFF2-40B4-BE49-F238E27FC236}">
                <a16:creationId xmlns:a16="http://schemas.microsoft.com/office/drawing/2014/main" id="{A44E037D-8592-41AC-B178-DE3DA680DA5E}"/>
              </a:ext>
            </a:extLst>
          </p:cNvPr>
          <p:cNvSpPr>
            <a:spLocks xmlns:a="http://schemas.openxmlformats.org/drawingml/2006/main" noGrp="1"/>
          </p:cNvSpPr>
          <p:nvPr/>
        </p:nvSpPr>
        <p:spPr>
          <a:xfrm xmlns:a="http://schemas.openxmlformats.org/drawingml/2006/main">
            <a:off x="2705100" y="6353175"/>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102"/>
              <a:buFont typeface="Arial"/>
              <a:buNone/>
            </a:pPr>
            <a:r>
              <a:rPr sz="1102" b="1">
                <a:solidFill>
                  <a:srgbClr val="FFFFFF"/>
                </a:solidFill>
              </a:rPr>
              <a:t>The quality-first baseline is affordable at low volume; semantic judging is the principal optimization target.</a:t>
            </a:r>
            <a:endParaRPr/>
          </a:p>
        </p:txBody>
      </p:sp>
    </p:spTree>
    <p:extLst>
      <p:ext uri="{BB962C8B-B14F-4D97-AF65-F5344CB8AC3E}">
        <p14:creationId xmlns:p14="http://schemas.microsoft.com/office/powerpoint/2010/main" val="1086588164"/>
      </p:ext>
    </p:extLst>
  </p:cSld>
</p:sld>
</file>

<file path=ppt/slides/slide29.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788" name="Google Shape;1788;p29">
            <a:extLst xmlns:a="http://schemas.openxmlformats.org/drawingml/2006/main">
              <a:ext uri="{FF2B5EF4-FFF2-40B4-BE49-F238E27FC236}">
                <a16:creationId xmlns:a16="http://schemas.microsoft.com/office/drawing/2014/main" id="{BB816B5C-5097-48C9-9FBD-BB2BECC51CC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89" name="Google Shape;1789;p29">
            <a:extLst xmlns:a="http://schemas.openxmlformats.org/drawingml/2006/main">
              <a:ext uri="{FF2B5EF4-FFF2-40B4-BE49-F238E27FC236}">
                <a16:creationId xmlns:a16="http://schemas.microsoft.com/office/drawing/2014/main" id="{D0E0F625-F8F7-4471-A859-DBC96028076A}"/>
              </a:ext>
            </a:extLst>
          </p:cNvPr>
          <p:cNvSpPr>
            <a:spLocks xmlns:a="http://schemas.openxmlformats.org/drawingml/2006/main" noGrp="1"/>
          </p:cNvSpPr>
          <p:nvPr/>
        </p:nvSpPr>
        <p:spPr>
          <a:xfrm xmlns:a="http://schemas.openxmlformats.org/drawingml/2006/main">
            <a:off x="514350" y="590550"/>
            <a:ext cx="66675" cy="7239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90" name="Google Shape;1790;p29">
            <a:extLst xmlns:a="http://schemas.openxmlformats.org/drawingml/2006/main">
              <a:ext uri="{FF2B5EF4-FFF2-40B4-BE49-F238E27FC236}">
                <a16:creationId xmlns:a16="http://schemas.microsoft.com/office/drawing/2014/main" id="{CCF4DD3A-0010-4AF7-A54C-2ABC78375F7A}"/>
              </a:ext>
            </a:extLst>
          </p:cNvPr>
          <p:cNvSpPr>
            <a:spLocks xmlns:a="http://schemas.openxmlformats.org/drawingml/2006/main" noGrp="1"/>
          </p:cNvSpPr>
          <p:nvPr/>
        </p:nvSpPr>
        <p:spPr>
          <a:xfrm xmlns:a="http://schemas.openxmlformats.org/drawingml/2006/main">
            <a:off x="781050" y="438150"/>
            <a:ext cx="8572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38"/>
              <a:buFont typeface="Arial"/>
              <a:buNone/>
            </a:pPr>
            <a:r>
              <a:rPr sz="938" b="1">
                <a:solidFill>
                  <a:srgbClr val="B85042"/>
                </a:solidFill>
              </a:rPr>
              <a:t>A10  ·  SOURCE-TO-DELIVERY TRACEABILITY MATRIX</a:t>
            </a:r>
            <a:endParaRPr/>
          </a:p>
        </p:txBody>
      </p:sp>
      <p:sp>
        <p:nvSpPr>
          <p:cNvPr id="1791" name="Google Shape;1791;p29">
            <a:extLst xmlns:a="http://schemas.openxmlformats.org/drawingml/2006/main">
              <a:ext uri="{FF2B5EF4-FFF2-40B4-BE49-F238E27FC236}">
                <a16:creationId xmlns:a16="http://schemas.microsoft.com/office/drawing/2014/main" id="{260F5D0C-CA1F-43F7-B588-C9B2F23E01D8}"/>
              </a:ext>
            </a:extLst>
          </p:cNvPr>
          <p:cNvSpPr>
            <a:spLocks xmlns:a="http://schemas.openxmlformats.org/drawingml/2006/main" noGrp="1"/>
          </p:cNvSpPr>
          <p:nvPr/>
        </p:nvSpPr>
        <p:spPr>
          <a:xfrm xmlns:a="http://schemas.openxmlformats.org/drawingml/2006/main">
            <a:off x="781050" y="723900"/>
            <a:ext cx="106299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325"/>
              <a:buFont typeface="Arial"/>
              <a:buNone/>
            </a:pPr>
            <a:r>
              <a:rPr sz="2325" b="1">
                <a:solidFill>
                  <a:srgbClr val="1A1A2E"/>
                </a:solidFill>
              </a:rPr>
              <a:t>Every active delivery row resolves to evidence in both directions</a:t>
            </a:r>
            <a:endParaRPr/>
          </a:p>
        </p:txBody>
      </p:sp>
      <p:sp>
        <p:nvSpPr>
          <p:cNvPr id="1792" name="Google Shape;1792;p29">
            <a:extLst xmlns:a="http://schemas.openxmlformats.org/drawingml/2006/main">
              <a:ext uri="{FF2B5EF4-FFF2-40B4-BE49-F238E27FC236}">
                <a16:creationId xmlns:a16="http://schemas.microsoft.com/office/drawing/2014/main" id="{90219729-C18C-4B5B-8C4B-E8301C187DF2}"/>
              </a:ext>
            </a:extLst>
          </p:cNvPr>
          <p:cNvSpPr>
            <a:spLocks xmlns:a="http://schemas.openxmlformats.org/drawingml/2006/main" noGrp="1"/>
          </p:cNvSpPr>
          <p:nvPr/>
        </p:nvSpPr>
        <p:spPr>
          <a:xfrm xmlns:a="http://schemas.openxmlformats.org/drawingml/2006/main">
            <a:off x="781050" y="1238250"/>
            <a:ext cx="10629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Accepted v0.3.8 run 11901 · source → citation → PRD → Feature AC → Epic → Feature → Story → Story AC · and back.</a:t>
            </a:r>
            <a:endParaRPr/>
          </a:p>
        </p:txBody>
      </p:sp>
      <p:sp>
        <p:nvSpPr>
          <p:cNvPr id="1793" name="Google Shape;1793;p29">
            <a:extLst xmlns:a="http://schemas.openxmlformats.org/drawingml/2006/main">
              <a:ext uri="{FF2B5EF4-FFF2-40B4-BE49-F238E27FC236}">
                <a16:creationId xmlns:a16="http://schemas.microsoft.com/office/drawing/2014/main" id="{DC8F2E14-915A-440E-8196-D33CAC8E18D2}"/>
              </a:ext>
            </a:extLst>
          </p:cNvPr>
          <p:cNvSpPr>
            <a:spLocks xmlns:a="http://schemas.openxmlformats.org/drawingml/2006/main" noGrp="1"/>
          </p:cNvSpPr>
          <p:nvPr/>
        </p:nvSpPr>
        <p:spPr>
          <a:xfrm xmlns:a="http://schemas.openxmlformats.org/drawingml/2006/main">
            <a:off x="685800" y="1619250"/>
            <a:ext cx="10820400" cy="342900"/>
          </a:xfrm>
          <a:prstGeom xmlns:a="http://schemas.openxmlformats.org/drawingml/2006/main" prst="roundRect">
            <a:avLst>
              <a:gd name="adj" fmla="val 22222"/>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94" name="Google Shape;1794;p29">
            <a:extLst xmlns:a="http://schemas.openxmlformats.org/drawingml/2006/main">
              <a:ext uri="{FF2B5EF4-FFF2-40B4-BE49-F238E27FC236}">
                <a16:creationId xmlns:a16="http://schemas.microsoft.com/office/drawing/2014/main" id="{2EDEEEAA-3772-4988-90C3-BF378189405E}"/>
              </a:ext>
            </a:extLst>
          </p:cNvPr>
          <p:cNvSpPr>
            <a:spLocks xmlns:a="http://schemas.openxmlformats.org/drawingml/2006/main" noGrp="1"/>
          </p:cNvSpPr>
          <p:nvPr/>
        </p:nvSpPr>
        <p:spPr>
          <a:xfrm xmlns:a="http://schemas.openxmlformats.org/drawingml/2006/main">
            <a:off x="876300" y="1695450"/>
            <a:ext cx="16192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13"/>
              <a:buFont typeface="Arial"/>
              <a:buNone/>
            </a:pPr>
            <a:r>
              <a:rPr sz="713" b="1">
                <a:solidFill>
                  <a:srgbClr val="3B6EBF"/>
                </a:solidFill>
              </a:rPr>
              <a:t>GITHUB EVIDENCE</a:t>
            </a:r>
            <a:endParaRPr/>
          </a:p>
        </p:txBody>
      </p:sp>
      <p:sp>
        <p:nvSpPr>
          <p:cNvPr id="1795" name="Google Shape;1795;p29">
            <a:extLst xmlns:a="http://schemas.openxmlformats.org/drawingml/2006/main">
              <a:ext uri="{FF2B5EF4-FFF2-40B4-BE49-F238E27FC236}">
                <a16:creationId xmlns:a16="http://schemas.microsoft.com/office/drawing/2014/main" id="{CB919A36-9BD1-486A-A7FF-5F69FC9F7FEC}"/>
              </a:ext>
            </a:extLst>
          </p:cNvPr>
          <p:cNvSpPr>
            <a:spLocks xmlns:a="http://schemas.openxmlformats.org/drawingml/2006/main" noGrp="1"/>
          </p:cNvSpPr>
          <p:nvPr/>
        </p:nvSpPr>
        <p:spPr>
          <a:xfrm xmlns:a="http://schemas.openxmlformats.org/drawingml/2006/main">
            <a:off x="2419350" y="1695450"/>
            <a:ext cx="88963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90"/>
              <a:buFont typeface="Arial"/>
              <a:buNone/>
            </a:pPr>
            <a:r>
              <a:rPr sz="690" b="1">
                <a:solidFill>
                  <a:srgbClr val="1A1A2E"/>
                </a:solidFill>
              </a:rPr>
              <a:t>Complete 145-citation ledger  →  github.com/vppuri-vjra/prd-genie/tree/main/releases/v0.3.8/evidence</a:t>
            </a:r>
            <a:endParaRPr/>
          </a:p>
        </p:txBody>
      </p:sp>
      <p:sp>
        <p:nvSpPr>
          <p:cNvPr id="1796" name="Google Shape;1796;p29">
            <a:extLst xmlns:a="http://schemas.openxmlformats.org/drawingml/2006/main">
              <a:ext uri="{FF2B5EF4-FFF2-40B4-BE49-F238E27FC236}">
                <a16:creationId xmlns:a16="http://schemas.microsoft.com/office/drawing/2014/main" id="{5FBC76F7-CAC5-4305-AABA-BB22C6587463}"/>
              </a:ext>
            </a:extLst>
          </p:cNvPr>
          <p:cNvSpPr>
            <a:spLocks xmlns:a="http://schemas.openxmlformats.org/drawingml/2006/main" noGrp="1"/>
          </p:cNvSpPr>
          <p:nvPr/>
        </p:nvSpPr>
        <p:spPr>
          <a:xfrm xmlns:a="http://schemas.openxmlformats.org/drawingml/2006/main">
            <a:off x="685800" y="2095500"/>
            <a:ext cx="10820400" cy="323850"/>
          </a:xfrm>
          <a:prstGeom xmlns:a="http://schemas.openxmlformats.org/drawingml/2006/main" prst="roundRect">
            <a:avLst>
              <a:gd name="adj" fmla="val 23529"/>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97" name="Google Shape;1797;p29">
            <a:extLst xmlns:a="http://schemas.openxmlformats.org/drawingml/2006/main">
              <a:ext uri="{FF2B5EF4-FFF2-40B4-BE49-F238E27FC236}">
                <a16:creationId xmlns:a16="http://schemas.microsoft.com/office/drawing/2014/main" id="{23F63414-3FC0-4964-B87F-667AA984E105}"/>
              </a:ext>
            </a:extLst>
          </p:cNvPr>
          <p:cNvSpPr>
            <a:spLocks xmlns:a="http://schemas.openxmlformats.org/drawingml/2006/main" noGrp="1"/>
          </p:cNvSpPr>
          <p:nvPr/>
        </p:nvSpPr>
        <p:spPr>
          <a:xfrm xmlns:a="http://schemas.openxmlformats.org/drawingml/2006/main">
            <a:off x="781050" y="2162175"/>
            <a:ext cx="26860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45"/>
              <a:buFont typeface="Arial"/>
              <a:buNone/>
            </a:pPr>
            <a:r>
              <a:rPr sz="645" b="1">
                <a:solidFill>
                  <a:srgbClr val="FFFFFF"/>
                </a:solidFill>
              </a:rPr>
              <a:t>CITATION ID(S)</a:t>
            </a:r>
            <a:endParaRPr/>
          </a:p>
        </p:txBody>
      </p:sp>
      <p:sp>
        <p:nvSpPr>
          <p:cNvPr id="1798" name="Google Shape;1798;p29">
            <a:extLst xmlns:a="http://schemas.openxmlformats.org/drawingml/2006/main">
              <a:ext uri="{FF2B5EF4-FFF2-40B4-BE49-F238E27FC236}">
                <a16:creationId xmlns:a16="http://schemas.microsoft.com/office/drawing/2014/main" id="{726E06DA-B8FD-411A-863A-68CBEEC572C5}"/>
              </a:ext>
            </a:extLst>
          </p:cNvPr>
          <p:cNvSpPr>
            <a:spLocks xmlns:a="http://schemas.openxmlformats.org/drawingml/2006/main" noGrp="1"/>
          </p:cNvSpPr>
          <p:nvPr/>
        </p:nvSpPr>
        <p:spPr>
          <a:xfrm xmlns:a="http://schemas.openxmlformats.org/drawingml/2006/main">
            <a:off x="3562350" y="2162175"/>
            <a:ext cx="10287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45"/>
              <a:buFont typeface="Arial"/>
              <a:buNone/>
            </a:pPr>
            <a:r>
              <a:rPr sz="645" b="1">
                <a:solidFill>
                  <a:srgbClr val="FFFFFF"/>
                </a:solidFill>
              </a:rPr>
              <a:t>PRD ID</a:t>
            </a:r>
            <a:endParaRPr/>
          </a:p>
        </p:txBody>
      </p:sp>
      <p:sp>
        <p:nvSpPr>
          <p:cNvPr id="1799" name="Google Shape;1799;p29">
            <a:extLst xmlns:a="http://schemas.openxmlformats.org/drawingml/2006/main">
              <a:ext uri="{FF2B5EF4-FFF2-40B4-BE49-F238E27FC236}">
                <a16:creationId xmlns:a16="http://schemas.microsoft.com/office/drawing/2014/main" id="{E3710C9C-A7CF-4E8D-85A8-19485A50750B}"/>
              </a:ext>
            </a:extLst>
          </p:cNvPr>
          <p:cNvSpPr>
            <a:spLocks xmlns:a="http://schemas.openxmlformats.org/drawingml/2006/main" noGrp="1"/>
          </p:cNvSpPr>
          <p:nvPr/>
        </p:nvSpPr>
        <p:spPr>
          <a:xfrm xmlns:a="http://schemas.openxmlformats.org/drawingml/2006/main">
            <a:off x="4686300" y="2162175"/>
            <a:ext cx="952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45"/>
              <a:buFont typeface="Arial"/>
              <a:buNone/>
            </a:pPr>
            <a:r>
              <a:rPr sz="645" b="1">
                <a:solidFill>
                  <a:srgbClr val="FFFFFF"/>
                </a:solidFill>
              </a:rPr>
              <a:t>FEATURE AC</a:t>
            </a:r>
            <a:endParaRPr/>
          </a:p>
        </p:txBody>
      </p:sp>
      <p:sp>
        <p:nvSpPr>
          <p:cNvPr id="1800" name="Google Shape;1800;p29">
            <a:extLst xmlns:a="http://schemas.openxmlformats.org/drawingml/2006/main">
              <a:ext uri="{FF2B5EF4-FFF2-40B4-BE49-F238E27FC236}">
                <a16:creationId xmlns:a16="http://schemas.microsoft.com/office/drawing/2014/main" id="{C4C3D8AD-1C33-486C-80E5-F788819ABC4B}"/>
              </a:ext>
            </a:extLst>
          </p:cNvPr>
          <p:cNvSpPr>
            <a:spLocks xmlns:a="http://schemas.openxmlformats.org/drawingml/2006/main" noGrp="1"/>
          </p:cNvSpPr>
          <p:nvPr/>
        </p:nvSpPr>
        <p:spPr>
          <a:xfrm xmlns:a="http://schemas.openxmlformats.org/drawingml/2006/main">
            <a:off x="5734050" y="2162175"/>
            <a:ext cx="10668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45"/>
              <a:buFont typeface="Arial"/>
              <a:buNone/>
            </a:pPr>
            <a:r>
              <a:rPr sz="645" b="1">
                <a:solidFill>
                  <a:srgbClr val="FFFFFF"/>
                </a:solidFill>
              </a:rPr>
              <a:t>EPIC</a:t>
            </a:r>
            <a:endParaRPr/>
          </a:p>
        </p:txBody>
      </p:sp>
      <p:sp>
        <p:nvSpPr>
          <p:cNvPr id="1801" name="Google Shape;1801;p29">
            <a:extLst xmlns:a="http://schemas.openxmlformats.org/drawingml/2006/main">
              <a:ext uri="{FF2B5EF4-FFF2-40B4-BE49-F238E27FC236}">
                <a16:creationId xmlns:a16="http://schemas.microsoft.com/office/drawing/2014/main" id="{4B9B54B7-F609-401D-AEF6-1AC7916ADCBA}"/>
              </a:ext>
            </a:extLst>
          </p:cNvPr>
          <p:cNvSpPr>
            <a:spLocks xmlns:a="http://schemas.openxmlformats.org/drawingml/2006/main" noGrp="1"/>
          </p:cNvSpPr>
          <p:nvPr/>
        </p:nvSpPr>
        <p:spPr>
          <a:xfrm xmlns:a="http://schemas.openxmlformats.org/drawingml/2006/main">
            <a:off x="6896100" y="2162175"/>
            <a:ext cx="1123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45"/>
              <a:buFont typeface="Arial"/>
              <a:buNone/>
            </a:pPr>
            <a:r>
              <a:rPr sz="645" b="1">
                <a:solidFill>
                  <a:srgbClr val="FFFFFF"/>
                </a:solidFill>
              </a:rPr>
              <a:t>FEATURE</a:t>
            </a:r>
            <a:endParaRPr/>
          </a:p>
        </p:txBody>
      </p:sp>
      <p:sp>
        <p:nvSpPr>
          <p:cNvPr id="1802" name="Google Shape;1802;p29">
            <a:extLst xmlns:a="http://schemas.openxmlformats.org/drawingml/2006/main">
              <a:ext uri="{FF2B5EF4-FFF2-40B4-BE49-F238E27FC236}">
                <a16:creationId xmlns:a16="http://schemas.microsoft.com/office/drawing/2014/main" id="{390DA4FA-277F-40EC-9BCE-BF26796B0406}"/>
              </a:ext>
            </a:extLst>
          </p:cNvPr>
          <p:cNvSpPr>
            <a:spLocks xmlns:a="http://schemas.openxmlformats.org/drawingml/2006/main" noGrp="1"/>
          </p:cNvSpPr>
          <p:nvPr/>
        </p:nvSpPr>
        <p:spPr>
          <a:xfrm xmlns:a="http://schemas.openxmlformats.org/drawingml/2006/main">
            <a:off x="8115300" y="2162175"/>
            <a:ext cx="11239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45"/>
              <a:buFont typeface="Arial"/>
              <a:buNone/>
            </a:pPr>
            <a:r>
              <a:rPr sz="645" b="1">
                <a:solidFill>
                  <a:srgbClr val="FFFFFF"/>
                </a:solidFill>
              </a:rPr>
              <a:t>STORY</a:t>
            </a:r>
            <a:endParaRPr/>
          </a:p>
        </p:txBody>
      </p:sp>
      <p:sp>
        <p:nvSpPr>
          <p:cNvPr id="1803" name="Google Shape;1803;p29">
            <a:extLst xmlns:a="http://schemas.openxmlformats.org/drawingml/2006/main">
              <a:ext uri="{FF2B5EF4-FFF2-40B4-BE49-F238E27FC236}">
                <a16:creationId xmlns:a16="http://schemas.microsoft.com/office/drawing/2014/main" id="{F4C7BC15-25E6-4127-AFA5-E0BB92F1B055}"/>
              </a:ext>
            </a:extLst>
          </p:cNvPr>
          <p:cNvSpPr>
            <a:spLocks xmlns:a="http://schemas.openxmlformats.org/drawingml/2006/main" noGrp="1"/>
          </p:cNvSpPr>
          <p:nvPr/>
        </p:nvSpPr>
        <p:spPr>
          <a:xfrm xmlns:a="http://schemas.openxmlformats.org/drawingml/2006/main">
            <a:off x="9334500" y="2162175"/>
            <a:ext cx="10668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45"/>
              <a:buFont typeface="Arial"/>
              <a:buNone/>
            </a:pPr>
            <a:r>
              <a:rPr sz="645" b="1">
                <a:solidFill>
                  <a:srgbClr val="FFFFFF"/>
                </a:solidFill>
              </a:rPr>
              <a:t>STORY AC</a:t>
            </a:r>
            <a:endParaRPr/>
          </a:p>
        </p:txBody>
      </p:sp>
      <p:sp>
        <p:nvSpPr>
          <p:cNvPr id="1804" name="Google Shape;1804;p29">
            <a:extLst xmlns:a="http://schemas.openxmlformats.org/drawingml/2006/main">
              <a:ext uri="{FF2B5EF4-FFF2-40B4-BE49-F238E27FC236}">
                <a16:creationId xmlns:a16="http://schemas.microsoft.com/office/drawing/2014/main" id="{77C4F066-37D6-4037-9AEE-DFF4AF842F7F}"/>
              </a:ext>
            </a:extLst>
          </p:cNvPr>
          <p:cNvSpPr>
            <a:spLocks xmlns:a="http://schemas.openxmlformats.org/drawingml/2006/main" noGrp="1"/>
          </p:cNvSpPr>
          <p:nvPr/>
        </p:nvSpPr>
        <p:spPr>
          <a:xfrm xmlns:a="http://schemas.openxmlformats.org/drawingml/2006/main">
            <a:off x="10496550" y="2162175"/>
            <a:ext cx="914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645"/>
              <a:buFont typeface="Arial"/>
              <a:buNone/>
            </a:pPr>
            <a:r>
              <a:rPr sz="645" b="1">
                <a:solidFill>
                  <a:srgbClr val="FFFFFF"/>
                </a:solidFill>
              </a:rPr>
              <a:t>STATUS</a:t>
            </a:r>
            <a:endParaRPr/>
          </a:p>
        </p:txBody>
      </p:sp>
      <p:sp>
        <p:nvSpPr>
          <p:cNvPr id="1805" name="Google Shape;1805;p29">
            <a:extLst xmlns:a="http://schemas.openxmlformats.org/drawingml/2006/main">
              <a:ext uri="{FF2B5EF4-FFF2-40B4-BE49-F238E27FC236}">
                <a16:creationId xmlns:a16="http://schemas.microsoft.com/office/drawing/2014/main" id="{FD3B051D-2CFD-4326-ACC0-1347E6372E55}"/>
              </a:ext>
            </a:extLst>
          </p:cNvPr>
          <p:cNvSpPr>
            <a:spLocks xmlns:a="http://schemas.openxmlformats.org/drawingml/2006/main" noGrp="1"/>
          </p:cNvSpPr>
          <p:nvPr/>
        </p:nvSpPr>
        <p:spPr>
          <a:xfrm xmlns:a="http://schemas.openxmlformats.org/drawingml/2006/main">
            <a:off x="685800" y="2438400"/>
            <a:ext cx="10820400" cy="2571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06" name="Google Shape;1806;p29">
            <a:extLst xmlns:a="http://schemas.openxmlformats.org/drawingml/2006/main">
              <a:ext uri="{FF2B5EF4-FFF2-40B4-BE49-F238E27FC236}">
                <a16:creationId xmlns:a16="http://schemas.microsoft.com/office/drawing/2014/main" id="{07613F11-AB46-438C-A02C-0A139CEB9303}"/>
              </a:ext>
            </a:extLst>
          </p:cNvPr>
          <p:cNvSpPr>
            <a:spLocks xmlns:a="http://schemas.openxmlformats.org/drawingml/2006/main" noGrp="1"/>
          </p:cNvSpPr>
          <p:nvPr/>
        </p:nvSpPr>
        <p:spPr>
          <a:xfrm xmlns:a="http://schemas.openxmlformats.org/drawingml/2006/main">
            <a:off x="781050" y="24669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CIT-05-0016-13c3d894</a:t>
            </a:r>
            <a:endParaRPr/>
          </a:p>
        </p:txBody>
      </p:sp>
      <p:sp>
        <p:nvSpPr>
          <p:cNvPr id="1807" name="Google Shape;1807;p29">
            <a:extLst xmlns:a="http://schemas.openxmlformats.org/drawingml/2006/main">
              <a:ext uri="{FF2B5EF4-FFF2-40B4-BE49-F238E27FC236}">
                <a16:creationId xmlns:a16="http://schemas.microsoft.com/office/drawing/2014/main" id="{7C633D8D-2F5B-41C9-84B9-F58CBA371692}"/>
              </a:ext>
            </a:extLst>
          </p:cNvPr>
          <p:cNvSpPr>
            <a:spLocks xmlns:a="http://schemas.openxmlformats.org/drawingml/2006/main" noGrp="1"/>
          </p:cNvSpPr>
          <p:nvPr/>
        </p:nvSpPr>
        <p:spPr>
          <a:xfrm xmlns:a="http://schemas.openxmlformats.org/drawingml/2006/main">
            <a:off x="3562350" y="24669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FR-001</a:t>
            </a:r>
            <a:endParaRPr/>
          </a:p>
        </p:txBody>
      </p:sp>
      <p:sp>
        <p:nvSpPr>
          <p:cNvPr id="1808" name="Google Shape;1808;p29">
            <a:extLst xmlns:a="http://schemas.openxmlformats.org/drawingml/2006/main">
              <a:ext uri="{FF2B5EF4-FFF2-40B4-BE49-F238E27FC236}">
                <a16:creationId xmlns:a16="http://schemas.microsoft.com/office/drawing/2014/main" id="{696D8A5D-B5CA-43DD-8E82-4C81C0F7CAD8}"/>
              </a:ext>
            </a:extLst>
          </p:cNvPr>
          <p:cNvSpPr>
            <a:spLocks xmlns:a="http://schemas.openxmlformats.org/drawingml/2006/main" noGrp="1"/>
          </p:cNvSpPr>
          <p:nvPr/>
        </p:nvSpPr>
        <p:spPr>
          <a:xfrm xmlns:a="http://schemas.openxmlformats.org/drawingml/2006/main">
            <a:off x="4686300" y="24669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FAC-001</a:t>
            </a:r>
            <a:endParaRPr/>
          </a:p>
        </p:txBody>
      </p:sp>
      <p:sp>
        <p:nvSpPr>
          <p:cNvPr id="1809" name="Google Shape;1809;p29">
            <a:extLst xmlns:a="http://schemas.openxmlformats.org/drawingml/2006/main">
              <a:ext uri="{FF2B5EF4-FFF2-40B4-BE49-F238E27FC236}">
                <a16:creationId xmlns:a16="http://schemas.microsoft.com/office/drawing/2014/main" id="{E75C91F5-2B83-4D2A-9AAB-611836662E71}"/>
              </a:ext>
            </a:extLst>
          </p:cNvPr>
          <p:cNvSpPr>
            <a:spLocks xmlns:a="http://schemas.openxmlformats.org/drawingml/2006/main" noGrp="1"/>
          </p:cNvSpPr>
          <p:nvPr/>
        </p:nvSpPr>
        <p:spPr>
          <a:xfrm xmlns:a="http://schemas.openxmlformats.org/drawingml/2006/main">
            <a:off x="5734050" y="24669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EPIC-001</a:t>
            </a:r>
            <a:endParaRPr/>
          </a:p>
        </p:txBody>
      </p:sp>
      <p:sp>
        <p:nvSpPr>
          <p:cNvPr id="1810" name="Google Shape;1810;p29">
            <a:extLst xmlns:a="http://schemas.openxmlformats.org/drawingml/2006/main">
              <a:ext uri="{FF2B5EF4-FFF2-40B4-BE49-F238E27FC236}">
                <a16:creationId xmlns:a16="http://schemas.microsoft.com/office/drawing/2014/main" id="{DAA0ED44-E372-439A-9028-0A078FB9A190}"/>
              </a:ext>
            </a:extLst>
          </p:cNvPr>
          <p:cNvSpPr>
            <a:spLocks xmlns:a="http://schemas.openxmlformats.org/drawingml/2006/main" noGrp="1"/>
          </p:cNvSpPr>
          <p:nvPr/>
        </p:nvSpPr>
        <p:spPr>
          <a:xfrm xmlns:a="http://schemas.openxmlformats.org/drawingml/2006/main">
            <a:off x="6896100" y="24669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FEAT-001</a:t>
            </a:r>
            <a:endParaRPr/>
          </a:p>
        </p:txBody>
      </p:sp>
      <p:sp>
        <p:nvSpPr>
          <p:cNvPr id="1811" name="Google Shape;1811;p29">
            <a:extLst xmlns:a="http://schemas.openxmlformats.org/drawingml/2006/main">
              <a:ext uri="{FF2B5EF4-FFF2-40B4-BE49-F238E27FC236}">
                <a16:creationId xmlns:a16="http://schemas.microsoft.com/office/drawing/2014/main" id="{3BE2AF9F-0620-45A2-99C9-B7348781E4E5}"/>
              </a:ext>
            </a:extLst>
          </p:cNvPr>
          <p:cNvSpPr>
            <a:spLocks xmlns:a="http://schemas.openxmlformats.org/drawingml/2006/main" noGrp="1"/>
          </p:cNvSpPr>
          <p:nvPr/>
        </p:nvSpPr>
        <p:spPr>
          <a:xfrm xmlns:a="http://schemas.openxmlformats.org/drawingml/2006/main">
            <a:off x="8115300" y="24669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US-001</a:t>
            </a:r>
            <a:endParaRPr/>
          </a:p>
        </p:txBody>
      </p:sp>
      <p:sp>
        <p:nvSpPr>
          <p:cNvPr id="1812" name="Google Shape;1812;p29">
            <a:extLst xmlns:a="http://schemas.openxmlformats.org/drawingml/2006/main">
              <a:ext uri="{FF2B5EF4-FFF2-40B4-BE49-F238E27FC236}">
                <a16:creationId xmlns:a16="http://schemas.microsoft.com/office/drawing/2014/main" id="{599A49D5-A375-477A-9406-35DB9E6DDC66}"/>
              </a:ext>
            </a:extLst>
          </p:cNvPr>
          <p:cNvSpPr>
            <a:spLocks xmlns:a="http://schemas.openxmlformats.org/drawingml/2006/main" noGrp="1"/>
          </p:cNvSpPr>
          <p:nvPr/>
        </p:nvSpPr>
        <p:spPr>
          <a:xfrm xmlns:a="http://schemas.openxmlformats.org/drawingml/2006/main">
            <a:off x="9334500" y="24669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SBAC-001</a:t>
            </a:r>
            <a:endParaRPr/>
          </a:p>
        </p:txBody>
      </p:sp>
      <p:sp>
        <p:nvSpPr>
          <p:cNvPr id="1813" name="Google Shape;1813;p29">
            <a:extLst xmlns:a="http://schemas.openxmlformats.org/drawingml/2006/main">
              <a:ext uri="{FF2B5EF4-FFF2-40B4-BE49-F238E27FC236}">
                <a16:creationId xmlns:a16="http://schemas.microsoft.com/office/drawing/2014/main" id="{57327722-765F-4A44-82E4-060221E796B3}"/>
              </a:ext>
            </a:extLst>
          </p:cNvPr>
          <p:cNvSpPr>
            <a:spLocks xmlns:a="http://schemas.openxmlformats.org/drawingml/2006/main" noGrp="1"/>
          </p:cNvSpPr>
          <p:nvPr/>
        </p:nvSpPr>
        <p:spPr>
          <a:xfrm xmlns:a="http://schemas.openxmlformats.org/drawingml/2006/main">
            <a:off x="10496550" y="24669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14" name="Google Shape;1814;p29">
            <a:extLst xmlns:a="http://schemas.openxmlformats.org/drawingml/2006/main">
              <a:ext uri="{FF2B5EF4-FFF2-40B4-BE49-F238E27FC236}">
                <a16:creationId xmlns:a16="http://schemas.microsoft.com/office/drawing/2014/main" id="{4BBA4537-B561-4F4A-9A36-8A1494857BF5}"/>
              </a:ext>
            </a:extLst>
          </p:cNvPr>
          <p:cNvSpPr>
            <a:spLocks xmlns:a="http://schemas.openxmlformats.org/drawingml/2006/main" noGrp="1"/>
          </p:cNvSpPr>
          <p:nvPr/>
        </p:nvSpPr>
        <p:spPr>
          <a:xfrm xmlns:a="http://schemas.openxmlformats.org/drawingml/2006/main">
            <a:off x="685800" y="2705100"/>
            <a:ext cx="10820400" cy="25717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15" name="Google Shape;1815;p29">
            <a:extLst xmlns:a="http://schemas.openxmlformats.org/drawingml/2006/main">
              <a:ext uri="{FF2B5EF4-FFF2-40B4-BE49-F238E27FC236}">
                <a16:creationId xmlns:a16="http://schemas.microsoft.com/office/drawing/2014/main" id="{FEF62A44-664D-4625-8CB2-5ECAD5DF2E42}"/>
              </a:ext>
            </a:extLst>
          </p:cNvPr>
          <p:cNvSpPr>
            <a:spLocks xmlns:a="http://schemas.openxmlformats.org/drawingml/2006/main" noGrp="1"/>
          </p:cNvSpPr>
          <p:nvPr/>
        </p:nvSpPr>
        <p:spPr>
          <a:xfrm xmlns:a="http://schemas.openxmlformats.org/drawingml/2006/main">
            <a:off x="781050" y="27336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CIT-05-0017-f0ae7fbb · CIT-01-0012-f394e26d</a:t>
            </a:r>
            <a:endParaRPr/>
          </a:p>
        </p:txBody>
      </p:sp>
      <p:sp>
        <p:nvSpPr>
          <p:cNvPr id="1816" name="Google Shape;1816;p29">
            <a:extLst xmlns:a="http://schemas.openxmlformats.org/drawingml/2006/main">
              <a:ext uri="{FF2B5EF4-FFF2-40B4-BE49-F238E27FC236}">
                <a16:creationId xmlns:a16="http://schemas.microsoft.com/office/drawing/2014/main" id="{C90A3176-2179-4245-A4CC-01CEC5D9950A}"/>
              </a:ext>
            </a:extLst>
          </p:cNvPr>
          <p:cNvSpPr>
            <a:spLocks xmlns:a="http://schemas.openxmlformats.org/drawingml/2006/main" noGrp="1"/>
          </p:cNvSpPr>
          <p:nvPr/>
        </p:nvSpPr>
        <p:spPr>
          <a:xfrm xmlns:a="http://schemas.openxmlformats.org/drawingml/2006/main">
            <a:off x="3562350" y="27336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FR-002</a:t>
            </a:r>
            <a:endParaRPr/>
          </a:p>
        </p:txBody>
      </p:sp>
      <p:sp>
        <p:nvSpPr>
          <p:cNvPr id="1817" name="Google Shape;1817;p29">
            <a:extLst xmlns:a="http://schemas.openxmlformats.org/drawingml/2006/main">
              <a:ext uri="{FF2B5EF4-FFF2-40B4-BE49-F238E27FC236}">
                <a16:creationId xmlns:a16="http://schemas.microsoft.com/office/drawing/2014/main" id="{C521976D-6D59-4D8F-8164-EFCA4ADA2432}"/>
              </a:ext>
            </a:extLst>
          </p:cNvPr>
          <p:cNvSpPr>
            <a:spLocks xmlns:a="http://schemas.openxmlformats.org/drawingml/2006/main" noGrp="1"/>
          </p:cNvSpPr>
          <p:nvPr/>
        </p:nvSpPr>
        <p:spPr>
          <a:xfrm xmlns:a="http://schemas.openxmlformats.org/drawingml/2006/main">
            <a:off x="4686300" y="27336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FAC-002</a:t>
            </a:r>
            <a:endParaRPr/>
          </a:p>
        </p:txBody>
      </p:sp>
      <p:sp>
        <p:nvSpPr>
          <p:cNvPr id="1818" name="Google Shape;1818;p29">
            <a:extLst xmlns:a="http://schemas.openxmlformats.org/drawingml/2006/main">
              <a:ext uri="{FF2B5EF4-FFF2-40B4-BE49-F238E27FC236}">
                <a16:creationId xmlns:a16="http://schemas.microsoft.com/office/drawing/2014/main" id="{7386026B-7FEC-45DA-AB2D-B569D4695BDA}"/>
              </a:ext>
            </a:extLst>
          </p:cNvPr>
          <p:cNvSpPr>
            <a:spLocks xmlns:a="http://schemas.openxmlformats.org/drawingml/2006/main" noGrp="1"/>
          </p:cNvSpPr>
          <p:nvPr/>
        </p:nvSpPr>
        <p:spPr>
          <a:xfrm xmlns:a="http://schemas.openxmlformats.org/drawingml/2006/main">
            <a:off x="5734050" y="27336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EPIC-001</a:t>
            </a:r>
            <a:endParaRPr/>
          </a:p>
        </p:txBody>
      </p:sp>
      <p:sp>
        <p:nvSpPr>
          <p:cNvPr id="1819" name="Google Shape;1819;p29">
            <a:extLst xmlns:a="http://schemas.openxmlformats.org/drawingml/2006/main">
              <a:ext uri="{FF2B5EF4-FFF2-40B4-BE49-F238E27FC236}">
                <a16:creationId xmlns:a16="http://schemas.microsoft.com/office/drawing/2014/main" id="{524B5AEC-2C26-4E59-BB08-E6BA04B23ADD}"/>
              </a:ext>
            </a:extLst>
          </p:cNvPr>
          <p:cNvSpPr>
            <a:spLocks xmlns:a="http://schemas.openxmlformats.org/drawingml/2006/main" noGrp="1"/>
          </p:cNvSpPr>
          <p:nvPr/>
        </p:nvSpPr>
        <p:spPr>
          <a:xfrm xmlns:a="http://schemas.openxmlformats.org/drawingml/2006/main">
            <a:off x="6896100" y="27336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FEAT-002</a:t>
            </a:r>
            <a:endParaRPr/>
          </a:p>
        </p:txBody>
      </p:sp>
      <p:sp>
        <p:nvSpPr>
          <p:cNvPr id="1820" name="Google Shape;1820;p29">
            <a:extLst xmlns:a="http://schemas.openxmlformats.org/drawingml/2006/main">
              <a:ext uri="{FF2B5EF4-FFF2-40B4-BE49-F238E27FC236}">
                <a16:creationId xmlns:a16="http://schemas.microsoft.com/office/drawing/2014/main" id="{FD5851ED-F5A8-43FB-A824-4B3C6D3F5120}"/>
              </a:ext>
            </a:extLst>
          </p:cNvPr>
          <p:cNvSpPr>
            <a:spLocks xmlns:a="http://schemas.openxmlformats.org/drawingml/2006/main" noGrp="1"/>
          </p:cNvSpPr>
          <p:nvPr/>
        </p:nvSpPr>
        <p:spPr>
          <a:xfrm xmlns:a="http://schemas.openxmlformats.org/drawingml/2006/main">
            <a:off x="8115300" y="27336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US-002</a:t>
            </a:r>
            <a:endParaRPr/>
          </a:p>
        </p:txBody>
      </p:sp>
      <p:sp>
        <p:nvSpPr>
          <p:cNvPr id="1821" name="Google Shape;1821;p29">
            <a:extLst xmlns:a="http://schemas.openxmlformats.org/drawingml/2006/main">
              <a:ext uri="{FF2B5EF4-FFF2-40B4-BE49-F238E27FC236}">
                <a16:creationId xmlns:a16="http://schemas.microsoft.com/office/drawing/2014/main" id="{4E123619-B365-4BB3-95BC-396B694BF2A8}"/>
              </a:ext>
            </a:extLst>
          </p:cNvPr>
          <p:cNvSpPr>
            <a:spLocks xmlns:a="http://schemas.openxmlformats.org/drawingml/2006/main" noGrp="1"/>
          </p:cNvSpPr>
          <p:nvPr/>
        </p:nvSpPr>
        <p:spPr>
          <a:xfrm xmlns:a="http://schemas.openxmlformats.org/drawingml/2006/main">
            <a:off x="9334500" y="27336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SBAC-002</a:t>
            </a:r>
            <a:endParaRPr/>
          </a:p>
        </p:txBody>
      </p:sp>
      <p:sp>
        <p:nvSpPr>
          <p:cNvPr id="1822" name="Google Shape;1822;p29">
            <a:extLst xmlns:a="http://schemas.openxmlformats.org/drawingml/2006/main">
              <a:ext uri="{FF2B5EF4-FFF2-40B4-BE49-F238E27FC236}">
                <a16:creationId xmlns:a16="http://schemas.microsoft.com/office/drawing/2014/main" id="{EAC252A8-52C6-4FDB-825D-6ABB38D70569}"/>
              </a:ext>
            </a:extLst>
          </p:cNvPr>
          <p:cNvSpPr>
            <a:spLocks xmlns:a="http://schemas.openxmlformats.org/drawingml/2006/main" noGrp="1"/>
          </p:cNvSpPr>
          <p:nvPr/>
        </p:nvSpPr>
        <p:spPr>
          <a:xfrm xmlns:a="http://schemas.openxmlformats.org/drawingml/2006/main">
            <a:off x="10496550" y="27336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23" name="Google Shape;1823;p29">
            <a:extLst xmlns:a="http://schemas.openxmlformats.org/drawingml/2006/main">
              <a:ext uri="{FF2B5EF4-FFF2-40B4-BE49-F238E27FC236}">
                <a16:creationId xmlns:a16="http://schemas.microsoft.com/office/drawing/2014/main" id="{07192A01-464C-4CBD-B1D0-E60610580785}"/>
              </a:ext>
            </a:extLst>
          </p:cNvPr>
          <p:cNvSpPr>
            <a:spLocks xmlns:a="http://schemas.openxmlformats.org/drawingml/2006/main" noGrp="1"/>
          </p:cNvSpPr>
          <p:nvPr/>
        </p:nvSpPr>
        <p:spPr>
          <a:xfrm xmlns:a="http://schemas.openxmlformats.org/drawingml/2006/main">
            <a:off x="685800" y="2971800"/>
            <a:ext cx="10820400" cy="2571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24" name="Google Shape;1824;p29">
            <a:extLst xmlns:a="http://schemas.openxmlformats.org/drawingml/2006/main">
              <a:ext uri="{FF2B5EF4-FFF2-40B4-BE49-F238E27FC236}">
                <a16:creationId xmlns:a16="http://schemas.microsoft.com/office/drawing/2014/main" id="{91425B17-3C4A-401B-968D-238D88092ED7}"/>
              </a:ext>
            </a:extLst>
          </p:cNvPr>
          <p:cNvSpPr>
            <a:spLocks xmlns:a="http://schemas.openxmlformats.org/drawingml/2006/main" noGrp="1"/>
          </p:cNvSpPr>
          <p:nvPr/>
        </p:nvSpPr>
        <p:spPr>
          <a:xfrm xmlns:a="http://schemas.openxmlformats.org/drawingml/2006/main">
            <a:off x="781050" y="30003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CIT-04-0016-40b68902 · CIT-04-0013-23ba34cb</a:t>
            </a:r>
            <a:endParaRPr/>
          </a:p>
        </p:txBody>
      </p:sp>
      <p:sp>
        <p:nvSpPr>
          <p:cNvPr id="1825" name="Google Shape;1825;p29">
            <a:extLst xmlns:a="http://schemas.openxmlformats.org/drawingml/2006/main">
              <a:ext uri="{FF2B5EF4-FFF2-40B4-BE49-F238E27FC236}">
                <a16:creationId xmlns:a16="http://schemas.microsoft.com/office/drawing/2014/main" id="{84989C28-BC3F-4A8C-984C-DEA657D7633C}"/>
              </a:ext>
            </a:extLst>
          </p:cNvPr>
          <p:cNvSpPr>
            <a:spLocks xmlns:a="http://schemas.openxmlformats.org/drawingml/2006/main" noGrp="1"/>
          </p:cNvSpPr>
          <p:nvPr/>
        </p:nvSpPr>
        <p:spPr>
          <a:xfrm xmlns:a="http://schemas.openxmlformats.org/drawingml/2006/main">
            <a:off x="3562350" y="30003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FR-006 · CON-002</a:t>
            </a:r>
            <a:endParaRPr/>
          </a:p>
        </p:txBody>
      </p:sp>
      <p:sp>
        <p:nvSpPr>
          <p:cNvPr id="1826" name="Google Shape;1826;p29">
            <a:extLst xmlns:a="http://schemas.openxmlformats.org/drawingml/2006/main">
              <a:ext uri="{FF2B5EF4-FFF2-40B4-BE49-F238E27FC236}">
                <a16:creationId xmlns:a16="http://schemas.microsoft.com/office/drawing/2014/main" id="{0BDCFB69-8480-40B4-AD3A-CDAE2C034757}"/>
              </a:ext>
            </a:extLst>
          </p:cNvPr>
          <p:cNvSpPr>
            <a:spLocks xmlns:a="http://schemas.openxmlformats.org/drawingml/2006/main" noGrp="1"/>
          </p:cNvSpPr>
          <p:nvPr/>
        </p:nvSpPr>
        <p:spPr>
          <a:xfrm xmlns:a="http://schemas.openxmlformats.org/drawingml/2006/main">
            <a:off x="4686300" y="30003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FAC-003</a:t>
            </a:r>
            <a:endParaRPr/>
          </a:p>
        </p:txBody>
      </p:sp>
      <p:sp>
        <p:nvSpPr>
          <p:cNvPr id="1827" name="Google Shape;1827;p29">
            <a:extLst xmlns:a="http://schemas.openxmlformats.org/drawingml/2006/main">
              <a:ext uri="{FF2B5EF4-FFF2-40B4-BE49-F238E27FC236}">
                <a16:creationId xmlns:a16="http://schemas.microsoft.com/office/drawing/2014/main" id="{73316189-0771-4AE1-842F-0D53A94FEB12}"/>
              </a:ext>
            </a:extLst>
          </p:cNvPr>
          <p:cNvSpPr>
            <a:spLocks xmlns:a="http://schemas.openxmlformats.org/drawingml/2006/main" noGrp="1"/>
          </p:cNvSpPr>
          <p:nvPr/>
        </p:nvSpPr>
        <p:spPr>
          <a:xfrm xmlns:a="http://schemas.openxmlformats.org/drawingml/2006/main">
            <a:off x="5734050" y="30003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EPIC-001</a:t>
            </a:r>
            <a:endParaRPr/>
          </a:p>
        </p:txBody>
      </p:sp>
      <p:sp>
        <p:nvSpPr>
          <p:cNvPr id="1828" name="Google Shape;1828;p29">
            <a:extLst xmlns:a="http://schemas.openxmlformats.org/drawingml/2006/main">
              <a:ext uri="{FF2B5EF4-FFF2-40B4-BE49-F238E27FC236}">
                <a16:creationId xmlns:a16="http://schemas.microsoft.com/office/drawing/2014/main" id="{3D4D5A25-58ED-4A46-A037-C8A8FFE47BC6}"/>
              </a:ext>
            </a:extLst>
          </p:cNvPr>
          <p:cNvSpPr>
            <a:spLocks xmlns:a="http://schemas.openxmlformats.org/drawingml/2006/main" noGrp="1"/>
          </p:cNvSpPr>
          <p:nvPr/>
        </p:nvSpPr>
        <p:spPr>
          <a:xfrm xmlns:a="http://schemas.openxmlformats.org/drawingml/2006/main">
            <a:off x="6896100" y="30003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FEAT-003</a:t>
            </a:r>
            <a:endParaRPr/>
          </a:p>
        </p:txBody>
      </p:sp>
      <p:sp>
        <p:nvSpPr>
          <p:cNvPr id="1829" name="Google Shape;1829;p29">
            <a:extLst xmlns:a="http://schemas.openxmlformats.org/drawingml/2006/main">
              <a:ext uri="{FF2B5EF4-FFF2-40B4-BE49-F238E27FC236}">
                <a16:creationId xmlns:a16="http://schemas.microsoft.com/office/drawing/2014/main" id="{CDC11F31-03FD-4E8F-9BEA-C5355C084861}"/>
              </a:ext>
            </a:extLst>
          </p:cNvPr>
          <p:cNvSpPr>
            <a:spLocks xmlns:a="http://schemas.openxmlformats.org/drawingml/2006/main" noGrp="1"/>
          </p:cNvSpPr>
          <p:nvPr/>
        </p:nvSpPr>
        <p:spPr>
          <a:xfrm xmlns:a="http://schemas.openxmlformats.org/drawingml/2006/main">
            <a:off x="8115300" y="30003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US-003</a:t>
            </a:r>
            <a:endParaRPr/>
          </a:p>
        </p:txBody>
      </p:sp>
      <p:sp>
        <p:nvSpPr>
          <p:cNvPr id="1830" name="Google Shape;1830;p29">
            <a:extLst xmlns:a="http://schemas.openxmlformats.org/drawingml/2006/main">
              <a:ext uri="{FF2B5EF4-FFF2-40B4-BE49-F238E27FC236}">
                <a16:creationId xmlns:a16="http://schemas.microsoft.com/office/drawing/2014/main" id="{2AE88062-914F-46E6-8E78-ABDE6952CE9C}"/>
              </a:ext>
            </a:extLst>
          </p:cNvPr>
          <p:cNvSpPr>
            <a:spLocks xmlns:a="http://schemas.openxmlformats.org/drawingml/2006/main" noGrp="1"/>
          </p:cNvSpPr>
          <p:nvPr/>
        </p:nvSpPr>
        <p:spPr>
          <a:xfrm xmlns:a="http://schemas.openxmlformats.org/drawingml/2006/main">
            <a:off x="9334500" y="30003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SBAC-003</a:t>
            </a:r>
            <a:endParaRPr/>
          </a:p>
        </p:txBody>
      </p:sp>
      <p:sp>
        <p:nvSpPr>
          <p:cNvPr id="1831" name="Google Shape;1831;p29">
            <a:extLst xmlns:a="http://schemas.openxmlformats.org/drawingml/2006/main">
              <a:ext uri="{FF2B5EF4-FFF2-40B4-BE49-F238E27FC236}">
                <a16:creationId xmlns:a16="http://schemas.microsoft.com/office/drawing/2014/main" id="{2558D18B-F3C8-4896-8AB0-8487950ECBC8}"/>
              </a:ext>
            </a:extLst>
          </p:cNvPr>
          <p:cNvSpPr>
            <a:spLocks xmlns:a="http://schemas.openxmlformats.org/drawingml/2006/main" noGrp="1"/>
          </p:cNvSpPr>
          <p:nvPr/>
        </p:nvSpPr>
        <p:spPr>
          <a:xfrm xmlns:a="http://schemas.openxmlformats.org/drawingml/2006/main">
            <a:off x="10496550" y="30003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32" name="Google Shape;1832;p29">
            <a:extLst xmlns:a="http://schemas.openxmlformats.org/drawingml/2006/main">
              <a:ext uri="{FF2B5EF4-FFF2-40B4-BE49-F238E27FC236}">
                <a16:creationId xmlns:a16="http://schemas.microsoft.com/office/drawing/2014/main" id="{862B282C-5C1F-44EE-9CCA-0167CD18D305}"/>
              </a:ext>
            </a:extLst>
          </p:cNvPr>
          <p:cNvSpPr>
            <a:spLocks xmlns:a="http://schemas.openxmlformats.org/drawingml/2006/main" noGrp="1"/>
          </p:cNvSpPr>
          <p:nvPr/>
        </p:nvSpPr>
        <p:spPr>
          <a:xfrm xmlns:a="http://schemas.openxmlformats.org/drawingml/2006/main">
            <a:off x="685800" y="3238500"/>
            <a:ext cx="10820400" cy="25717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33" name="Google Shape;1833;p29">
            <a:extLst xmlns:a="http://schemas.openxmlformats.org/drawingml/2006/main">
              <a:ext uri="{FF2B5EF4-FFF2-40B4-BE49-F238E27FC236}">
                <a16:creationId xmlns:a16="http://schemas.microsoft.com/office/drawing/2014/main" id="{0E4AB2A8-6384-4B82-99C6-0D8D427E8056}"/>
              </a:ext>
            </a:extLst>
          </p:cNvPr>
          <p:cNvSpPr>
            <a:spLocks xmlns:a="http://schemas.openxmlformats.org/drawingml/2006/main" noGrp="1"/>
          </p:cNvSpPr>
          <p:nvPr/>
        </p:nvSpPr>
        <p:spPr>
          <a:xfrm xmlns:a="http://schemas.openxmlformats.org/drawingml/2006/main">
            <a:off x="781050" y="32670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CIT-04-0016-40b68902 · CIT-04-0013-23ba34cb</a:t>
            </a:r>
            <a:endParaRPr/>
          </a:p>
        </p:txBody>
      </p:sp>
      <p:sp>
        <p:nvSpPr>
          <p:cNvPr id="1834" name="Google Shape;1834;p29">
            <a:extLst xmlns:a="http://schemas.openxmlformats.org/drawingml/2006/main">
              <a:ext uri="{FF2B5EF4-FFF2-40B4-BE49-F238E27FC236}">
                <a16:creationId xmlns:a16="http://schemas.microsoft.com/office/drawing/2014/main" id="{6DDDCB16-2B17-4962-BA49-A95DC790E8BC}"/>
              </a:ext>
            </a:extLst>
          </p:cNvPr>
          <p:cNvSpPr>
            <a:spLocks xmlns:a="http://schemas.openxmlformats.org/drawingml/2006/main" noGrp="1"/>
          </p:cNvSpPr>
          <p:nvPr/>
        </p:nvSpPr>
        <p:spPr>
          <a:xfrm xmlns:a="http://schemas.openxmlformats.org/drawingml/2006/main">
            <a:off x="3562350" y="32670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FR-006 · CON-002</a:t>
            </a:r>
            <a:endParaRPr/>
          </a:p>
        </p:txBody>
      </p:sp>
      <p:sp>
        <p:nvSpPr>
          <p:cNvPr id="1835" name="Google Shape;1835;p29">
            <a:extLst xmlns:a="http://schemas.openxmlformats.org/drawingml/2006/main">
              <a:ext uri="{FF2B5EF4-FFF2-40B4-BE49-F238E27FC236}">
                <a16:creationId xmlns:a16="http://schemas.microsoft.com/office/drawing/2014/main" id="{7770C218-00F0-4128-8187-D35AB65E19CF}"/>
              </a:ext>
            </a:extLst>
          </p:cNvPr>
          <p:cNvSpPr>
            <a:spLocks xmlns:a="http://schemas.openxmlformats.org/drawingml/2006/main" noGrp="1"/>
          </p:cNvSpPr>
          <p:nvPr/>
        </p:nvSpPr>
        <p:spPr>
          <a:xfrm xmlns:a="http://schemas.openxmlformats.org/drawingml/2006/main">
            <a:off x="4686300" y="32670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FAC-004</a:t>
            </a:r>
            <a:endParaRPr/>
          </a:p>
        </p:txBody>
      </p:sp>
      <p:sp>
        <p:nvSpPr>
          <p:cNvPr id="1836" name="Google Shape;1836;p29">
            <a:extLst xmlns:a="http://schemas.openxmlformats.org/drawingml/2006/main">
              <a:ext uri="{FF2B5EF4-FFF2-40B4-BE49-F238E27FC236}">
                <a16:creationId xmlns:a16="http://schemas.microsoft.com/office/drawing/2014/main" id="{AB684F94-343F-40FC-BD7C-972157673D54}"/>
              </a:ext>
            </a:extLst>
          </p:cNvPr>
          <p:cNvSpPr>
            <a:spLocks xmlns:a="http://schemas.openxmlformats.org/drawingml/2006/main" noGrp="1"/>
          </p:cNvSpPr>
          <p:nvPr/>
        </p:nvSpPr>
        <p:spPr>
          <a:xfrm xmlns:a="http://schemas.openxmlformats.org/drawingml/2006/main">
            <a:off x="5734050" y="32670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EPIC-001</a:t>
            </a:r>
            <a:endParaRPr/>
          </a:p>
        </p:txBody>
      </p:sp>
      <p:sp>
        <p:nvSpPr>
          <p:cNvPr id="1837" name="Google Shape;1837;p29">
            <a:extLst xmlns:a="http://schemas.openxmlformats.org/drawingml/2006/main">
              <a:ext uri="{FF2B5EF4-FFF2-40B4-BE49-F238E27FC236}">
                <a16:creationId xmlns:a16="http://schemas.microsoft.com/office/drawing/2014/main" id="{A5E41F30-EC98-4564-AFF9-722F3DC7E69C}"/>
              </a:ext>
            </a:extLst>
          </p:cNvPr>
          <p:cNvSpPr>
            <a:spLocks xmlns:a="http://schemas.openxmlformats.org/drawingml/2006/main" noGrp="1"/>
          </p:cNvSpPr>
          <p:nvPr/>
        </p:nvSpPr>
        <p:spPr>
          <a:xfrm xmlns:a="http://schemas.openxmlformats.org/drawingml/2006/main">
            <a:off x="6896100" y="32670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FEAT-003</a:t>
            </a:r>
            <a:endParaRPr/>
          </a:p>
        </p:txBody>
      </p:sp>
      <p:sp>
        <p:nvSpPr>
          <p:cNvPr id="1838" name="Google Shape;1838;p29">
            <a:extLst xmlns:a="http://schemas.openxmlformats.org/drawingml/2006/main">
              <a:ext uri="{FF2B5EF4-FFF2-40B4-BE49-F238E27FC236}">
                <a16:creationId xmlns:a16="http://schemas.microsoft.com/office/drawing/2014/main" id="{09E3A5A5-3E27-487E-9948-9233B38D0895}"/>
              </a:ext>
            </a:extLst>
          </p:cNvPr>
          <p:cNvSpPr>
            <a:spLocks xmlns:a="http://schemas.openxmlformats.org/drawingml/2006/main" noGrp="1"/>
          </p:cNvSpPr>
          <p:nvPr/>
        </p:nvSpPr>
        <p:spPr>
          <a:xfrm xmlns:a="http://schemas.openxmlformats.org/drawingml/2006/main">
            <a:off x="8115300" y="32670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US-004</a:t>
            </a:r>
            <a:endParaRPr/>
          </a:p>
        </p:txBody>
      </p:sp>
      <p:sp>
        <p:nvSpPr>
          <p:cNvPr id="1839" name="Google Shape;1839;p29">
            <a:extLst xmlns:a="http://schemas.openxmlformats.org/drawingml/2006/main">
              <a:ext uri="{FF2B5EF4-FFF2-40B4-BE49-F238E27FC236}">
                <a16:creationId xmlns:a16="http://schemas.microsoft.com/office/drawing/2014/main" id="{29DACE4F-5A53-4097-9CFF-F949AC0EB904}"/>
              </a:ext>
            </a:extLst>
          </p:cNvPr>
          <p:cNvSpPr>
            <a:spLocks xmlns:a="http://schemas.openxmlformats.org/drawingml/2006/main" noGrp="1"/>
          </p:cNvSpPr>
          <p:nvPr/>
        </p:nvSpPr>
        <p:spPr>
          <a:xfrm xmlns:a="http://schemas.openxmlformats.org/drawingml/2006/main">
            <a:off x="9334500" y="32670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SBAC-004</a:t>
            </a:r>
            <a:endParaRPr/>
          </a:p>
        </p:txBody>
      </p:sp>
      <p:sp>
        <p:nvSpPr>
          <p:cNvPr id="1840" name="Google Shape;1840;p29">
            <a:extLst xmlns:a="http://schemas.openxmlformats.org/drawingml/2006/main">
              <a:ext uri="{FF2B5EF4-FFF2-40B4-BE49-F238E27FC236}">
                <a16:creationId xmlns:a16="http://schemas.microsoft.com/office/drawing/2014/main" id="{F5137F7F-DD51-4578-A3A3-24B41BE827BA}"/>
              </a:ext>
            </a:extLst>
          </p:cNvPr>
          <p:cNvSpPr>
            <a:spLocks xmlns:a="http://schemas.openxmlformats.org/drawingml/2006/main" noGrp="1"/>
          </p:cNvSpPr>
          <p:nvPr/>
        </p:nvSpPr>
        <p:spPr>
          <a:xfrm xmlns:a="http://schemas.openxmlformats.org/drawingml/2006/main">
            <a:off x="10496550" y="32670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41" name="Google Shape;1841;p29">
            <a:extLst xmlns:a="http://schemas.openxmlformats.org/drawingml/2006/main">
              <a:ext uri="{FF2B5EF4-FFF2-40B4-BE49-F238E27FC236}">
                <a16:creationId xmlns:a16="http://schemas.microsoft.com/office/drawing/2014/main" id="{063234DB-3D3A-4059-9AAF-5A55438AAE2D}"/>
              </a:ext>
            </a:extLst>
          </p:cNvPr>
          <p:cNvSpPr>
            <a:spLocks xmlns:a="http://schemas.openxmlformats.org/drawingml/2006/main" noGrp="1"/>
          </p:cNvSpPr>
          <p:nvPr/>
        </p:nvSpPr>
        <p:spPr>
          <a:xfrm xmlns:a="http://schemas.openxmlformats.org/drawingml/2006/main">
            <a:off x="685800" y="3505200"/>
            <a:ext cx="10820400" cy="2571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42" name="Google Shape;1842;p29">
            <a:extLst xmlns:a="http://schemas.openxmlformats.org/drawingml/2006/main">
              <a:ext uri="{FF2B5EF4-FFF2-40B4-BE49-F238E27FC236}">
                <a16:creationId xmlns:a16="http://schemas.microsoft.com/office/drawing/2014/main" id="{2ABD1BBB-F60F-4B99-83E5-59CE54DBE8DE}"/>
              </a:ext>
            </a:extLst>
          </p:cNvPr>
          <p:cNvSpPr>
            <a:spLocks xmlns:a="http://schemas.openxmlformats.org/drawingml/2006/main" noGrp="1"/>
          </p:cNvSpPr>
          <p:nvPr/>
        </p:nvSpPr>
        <p:spPr>
          <a:xfrm xmlns:a="http://schemas.openxmlformats.org/drawingml/2006/main">
            <a:off x="781050" y="35337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CIT-04-0016-40b68902</a:t>
            </a:r>
            <a:endParaRPr/>
          </a:p>
        </p:txBody>
      </p:sp>
      <p:sp>
        <p:nvSpPr>
          <p:cNvPr id="1843" name="Google Shape;1843;p29">
            <a:extLst xmlns:a="http://schemas.openxmlformats.org/drawingml/2006/main">
              <a:ext uri="{FF2B5EF4-FFF2-40B4-BE49-F238E27FC236}">
                <a16:creationId xmlns:a16="http://schemas.microsoft.com/office/drawing/2014/main" id="{025AA5CA-5CD1-4FB6-AD15-0F1F3CCA3E57}"/>
              </a:ext>
            </a:extLst>
          </p:cNvPr>
          <p:cNvSpPr>
            <a:spLocks xmlns:a="http://schemas.openxmlformats.org/drawingml/2006/main" noGrp="1"/>
          </p:cNvSpPr>
          <p:nvPr/>
        </p:nvSpPr>
        <p:spPr>
          <a:xfrm xmlns:a="http://schemas.openxmlformats.org/drawingml/2006/main">
            <a:off x="3562350" y="35337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FR-006</a:t>
            </a:r>
            <a:endParaRPr/>
          </a:p>
        </p:txBody>
      </p:sp>
      <p:sp>
        <p:nvSpPr>
          <p:cNvPr id="1844" name="Google Shape;1844;p29">
            <a:extLst xmlns:a="http://schemas.openxmlformats.org/drawingml/2006/main">
              <a:ext uri="{FF2B5EF4-FFF2-40B4-BE49-F238E27FC236}">
                <a16:creationId xmlns:a16="http://schemas.microsoft.com/office/drawing/2014/main" id="{0305365F-164C-485B-9F6B-B3DAED9840A8}"/>
              </a:ext>
            </a:extLst>
          </p:cNvPr>
          <p:cNvSpPr>
            <a:spLocks xmlns:a="http://schemas.openxmlformats.org/drawingml/2006/main" noGrp="1"/>
          </p:cNvSpPr>
          <p:nvPr/>
        </p:nvSpPr>
        <p:spPr>
          <a:xfrm xmlns:a="http://schemas.openxmlformats.org/drawingml/2006/main">
            <a:off x="4686300" y="35337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FAC-005</a:t>
            </a:r>
            <a:endParaRPr/>
          </a:p>
        </p:txBody>
      </p:sp>
      <p:sp>
        <p:nvSpPr>
          <p:cNvPr id="1845" name="Google Shape;1845;p29">
            <a:extLst xmlns:a="http://schemas.openxmlformats.org/drawingml/2006/main">
              <a:ext uri="{FF2B5EF4-FFF2-40B4-BE49-F238E27FC236}">
                <a16:creationId xmlns:a16="http://schemas.microsoft.com/office/drawing/2014/main" id="{40A3C086-184B-461A-969C-B41B5F264376}"/>
              </a:ext>
            </a:extLst>
          </p:cNvPr>
          <p:cNvSpPr>
            <a:spLocks xmlns:a="http://schemas.openxmlformats.org/drawingml/2006/main" noGrp="1"/>
          </p:cNvSpPr>
          <p:nvPr/>
        </p:nvSpPr>
        <p:spPr>
          <a:xfrm xmlns:a="http://schemas.openxmlformats.org/drawingml/2006/main">
            <a:off x="5734050" y="35337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EPIC-001</a:t>
            </a:r>
            <a:endParaRPr/>
          </a:p>
        </p:txBody>
      </p:sp>
      <p:sp>
        <p:nvSpPr>
          <p:cNvPr id="1846" name="Google Shape;1846;p29">
            <a:extLst xmlns:a="http://schemas.openxmlformats.org/drawingml/2006/main">
              <a:ext uri="{FF2B5EF4-FFF2-40B4-BE49-F238E27FC236}">
                <a16:creationId xmlns:a16="http://schemas.microsoft.com/office/drawing/2014/main" id="{CD9ABE00-33CA-48F6-8C23-E49324C559A6}"/>
              </a:ext>
            </a:extLst>
          </p:cNvPr>
          <p:cNvSpPr>
            <a:spLocks xmlns:a="http://schemas.openxmlformats.org/drawingml/2006/main" noGrp="1"/>
          </p:cNvSpPr>
          <p:nvPr/>
        </p:nvSpPr>
        <p:spPr>
          <a:xfrm xmlns:a="http://schemas.openxmlformats.org/drawingml/2006/main">
            <a:off x="6896100" y="35337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FEAT-003</a:t>
            </a:r>
            <a:endParaRPr/>
          </a:p>
        </p:txBody>
      </p:sp>
      <p:sp>
        <p:nvSpPr>
          <p:cNvPr id="1847" name="Google Shape;1847;p29">
            <a:extLst xmlns:a="http://schemas.openxmlformats.org/drawingml/2006/main">
              <a:ext uri="{FF2B5EF4-FFF2-40B4-BE49-F238E27FC236}">
                <a16:creationId xmlns:a16="http://schemas.microsoft.com/office/drawing/2014/main" id="{FA9777D8-00E3-44C8-9779-26FB4E29262E}"/>
              </a:ext>
            </a:extLst>
          </p:cNvPr>
          <p:cNvSpPr>
            <a:spLocks xmlns:a="http://schemas.openxmlformats.org/drawingml/2006/main" noGrp="1"/>
          </p:cNvSpPr>
          <p:nvPr/>
        </p:nvSpPr>
        <p:spPr>
          <a:xfrm xmlns:a="http://schemas.openxmlformats.org/drawingml/2006/main">
            <a:off x="8115300" y="35337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US-005</a:t>
            </a:r>
            <a:endParaRPr/>
          </a:p>
        </p:txBody>
      </p:sp>
      <p:sp>
        <p:nvSpPr>
          <p:cNvPr id="1848" name="Google Shape;1848;p29">
            <a:extLst xmlns:a="http://schemas.openxmlformats.org/drawingml/2006/main">
              <a:ext uri="{FF2B5EF4-FFF2-40B4-BE49-F238E27FC236}">
                <a16:creationId xmlns:a16="http://schemas.microsoft.com/office/drawing/2014/main" id="{9C0FF05D-7134-466D-99B4-8442F26481B8}"/>
              </a:ext>
            </a:extLst>
          </p:cNvPr>
          <p:cNvSpPr>
            <a:spLocks xmlns:a="http://schemas.openxmlformats.org/drawingml/2006/main" noGrp="1"/>
          </p:cNvSpPr>
          <p:nvPr/>
        </p:nvSpPr>
        <p:spPr>
          <a:xfrm xmlns:a="http://schemas.openxmlformats.org/drawingml/2006/main">
            <a:off x="9334500" y="35337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SBAC-005</a:t>
            </a:r>
            <a:endParaRPr/>
          </a:p>
        </p:txBody>
      </p:sp>
      <p:sp>
        <p:nvSpPr>
          <p:cNvPr id="1849" name="Google Shape;1849;p29">
            <a:extLst xmlns:a="http://schemas.openxmlformats.org/drawingml/2006/main">
              <a:ext uri="{FF2B5EF4-FFF2-40B4-BE49-F238E27FC236}">
                <a16:creationId xmlns:a16="http://schemas.microsoft.com/office/drawing/2014/main" id="{38605253-5550-4533-A560-A5F2EFF4B4AC}"/>
              </a:ext>
            </a:extLst>
          </p:cNvPr>
          <p:cNvSpPr>
            <a:spLocks xmlns:a="http://schemas.openxmlformats.org/drawingml/2006/main" noGrp="1"/>
          </p:cNvSpPr>
          <p:nvPr/>
        </p:nvSpPr>
        <p:spPr>
          <a:xfrm xmlns:a="http://schemas.openxmlformats.org/drawingml/2006/main">
            <a:off x="10496550" y="35337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50" name="Google Shape;1850;p29">
            <a:extLst xmlns:a="http://schemas.openxmlformats.org/drawingml/2006/main">
              <a:ext uri="{FF2B5EF4-FFF2-40B4-BE49-F238E27FC236}">
                <a16:creationId xmlns:a16="http://schemas.microsoft.com/office/drawing/2014/main" id="{9E881E03-C818-4B0F-9F06-A4BA9A759BF3}"/>
              </a:ext>
            </a:extLst>
          </p:cNvPr>
          <p:cNvSpPr>
            <a:spLocks xmlns:a="http://schemas.openxmlformats.org/drawingml/2006/main" noGrp="1"/>
          </p:cNvSpPr>
          <p:nvPr/>
        </p:nvSpPr>
        <p:spPr>
          <a:xfrm xmlns:a="http://schemas.openxmlformats.org/drawingml/2006/main">
            <a:off x="685800" y="3771900"/>
            <a:ext cx="10820400" cy="25717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51" name="Google Shape;1851;p29">
            <a:extLst xmlns:a="http://schemas.openxmlformats.org/drawingml/2006/main">
              <a:ext uri="{FF2B5EF4-FFF2-40B4-BE49-F238E27FC236}">
                <a16:creationId xmlns:a16="http://schemas.microsoft.com/office/drawing/2014/main" id="{3B3E116C-2E92-499A-9115-E0BEDAF6CD99}"/>
              </a:ext>
            </a:extLst>
          </p:cNvPr>
          <p:cNvSpPr>
            <a:spLocks xmlns:a="http://schemas.openxmlformats.org/drawingml/2006/main" noGrp="1"/>
          </p:cNvSpPr>
          <p:nvPr/>
        </p:nvSpPr>
        <p:spPr>
          <a:xfrm xmlns:a="http://schemas.openxmlformats.org/drawingml/2006/main">
            <a:off x="781050" y="38004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CIT-04-0016-40b68902</a:t>
            </a:r>
            <a:endParaRPr/>
          </a:p>
        </p:txBody>
      </p:sp>
      <p:sp>
        <p:nvSpPr>
          <p:cNvPr id="1852" name="Google Shape;1852;p29">
            <a:extLst xmlns:a="http://schemas.openxmlformats.org/drawingml/2006/main">
              <a:ext uri="{FF2B5EF4-FFF2-40B4-BE49-F238E27FC236}">
                <a16:creationId xmlns:a16="http://schemas.microsoft.com/office/drawing/2014/main" id="{4FDEA25C-BA9A-4C5C-A7F6-94C1AD34AAAE}"/>
              </a:ext>
            </a:extLst>
          </p:cNvPr>
          <p:cNvSpPr>
            <a:spLocks xmlns:a="http://schemas.openxmlformats.org/drawingml/2006/main" noGrp="1"/>
          </p:cNvSpPr>
          <p:nvPr/>
        </p:nvSpPr>
        <p:spPr>
          <a:xfrm xmlns:a="http://schemas.openxmlformats.org/drawingml/2006/main">
            <a:off x="3562350" y="38004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FR-006</a:t>
            </a:r>
            <a:endParaRPr/>
          </a:p>
        </p:txBody>
      </p:sp>
      <p:sp>
        <p:nvSpPr>
          <p:cNvPr id="1853" name="Google Shape;1853;p29">
            <a:extLst xmlns:a="http://schemas.openxmlformats.org/drawingml/2006/main">
              <a:ext uri="{FF2B5EF4-FFF2-40B4-BE49-F238E27FC236}">
                <a16:creationId xmlns:a16="http://schemas.microsoft.com/office/drawing/2014/main" id="{C5158DCC-3421-480C-BF11-DDF1E767FAC5}"/>
              </a:ext>
            </a:extLst>
          </p:cNvPr>
          <p:cNvSpPr>
            <a:spLocks xmlns:a="http://schemas.openxmlformats.org/drawingml/2006/main" noGrp="1"/>
          </p:cNvSpPr>
          <p:nvPr/>
        </p:nvSpPr>
        <p:spPr>
          <a:xfrm xmlns:a="http://schemas.openxmlformats.org/drawingml/2006/main">
            <a:off x="4686300" y="38004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FAC-006</a:t>
            </a:r>
            <a:endParaRPr/>
          </a:p>
        </p:txBody>
      </p:sp>
      <p:sp>
        <p:nvSpPr>
          <p:cNvPr id="1854" name="Google Shape;1854;p29">
            <a:extLst xmlns:a="http://schemas.openxmlformats.org/drawingml/2006/main">
              <a:ext uri="{FF2B5EF4-FFF2-40B4-BE49-F238E27FC236}">
                <a16:creationId xmlns:a16="http://schemas.microsoft.com/office/drawing/2014/main" id="{1E9A668E-8CD2-4808-9E48-54B2F23E35B6}"/>
              </a:ext>
            </a:extLst>
          </p:cNvPr>
          <p:cNvSpPr>
            <a:spLocks xmlns:a="http://schemas.openxmlformats.org/drawingml/2006/main" noGrp="1"/>
          </p:cNvSpPr>
          <p:nvPr/>
        </p:nvSpPr>
        <p:spPr>
          <a:xfrm xmlns:a="http://schemas.openxmlformats.org/drawingml/2006/main">
            <a:off x="5734050" y="38004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EPIC-001</a:t>
            </a:r>
            <a:endParaRPr/>
          </a:p>
        </p:txBody>
      </p:sp>
      <p:sp>
        <p:nvSpPr>
          <p:cNvPr id="1855" name="Google Shape;1855;p29">
            <a:extLst xmlns:a="http://schemas.openxmlformats.org/drawingml/2006/main">
              <a:ext uri="{FF2B5EF4-FFF2-40B4-BE49-F238E27FC236}">
                <a16:creationId xmlns:a16="http://schemas.microsoft.com/office/drawing/2014/main" id="{FC4BD139-64C6-45F3-8476-7B4821061CD2}"/>
              </a:ext>
            </a:extLst>
          </p:cNvPr>
          <p:cNvSpPr>
            <a:spLocks xmlns:a="http://schemas.openxmlformats.org/drawingml/2006/main" noGrp="1"/>
          </p:cNvSpPr>
          <p:nvPr/>
        </p:nvSpPr>
        <p:spPr>
          <a:xfrm xmlns:a="http://schemas.openxmlformats.org/drawingml/2006/main">
            <a:off x="6896100" y="38004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FEAT-003</a:t>
            </a:r>
            <a:endParaRPr/>
          </a:p>
        </p:txBody>
      </p:sp>
      <p:sp>
        <p:nvSpPr>
          <p:cNvPr id="1856" name="Google Shape;1856;p29">
            <a:extLst xmlns:a="http://schemas.openxmlformats.org/drawingml/2006/main">
              <a:ext uri="{FF2B5EF4-FFF2-40B4-BE49-F238E27FC236}">
                <a16:creationId xmlns:a16="http://schemas.microsoft.com/office/drawing/2014/main" id="{A6988689-5709-4C7E-A40B-D28A82E1B264}"/>
              </a:ext>
            </a:extLst>
          </p:cNvPr>
          <p:cNvSpPr>
            <a:spLocks xmlns:a="http://schemas.openxmlformats.org/drawingml/2006/main" noGrp="1"/>
          </p:cNvSpPr>
          <p:nvPr/>
        </p:nvSpPr>
        <p:spPr>
          <a:xfrm xmlns:a="http://schemas.openxmlformats.org/drawingml/2006/main">
            <a:off x="8115300" y="38004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US-006</a:t>
            </a:r>
            <a:endParaRPr/>
          </a:p>
        </p:txBody>
      </p:sp>
      <p:sp>
        <p:nvSpPr>
          <p:cNvPr id="1857" name="Google Shape;1857;p29">
            <a:extLst xmlns:a="http://schemas.openxmlformats.org/drawingml/2006/main">
              <a:ext uri="{FF2B5EF4-FFF2-40B4-BE49-F238E27FC236}">
                <a16:creationId xmlns:a16="http://schemas.microsoft.com/office/drawing/2014/main" id="{22891D4B-89C9-4917-96C2-4E82E94766A5}"/>
              </a:ext>
            </a:extLst>
          </p:cNvPr>
          <p:cNvSpPr>
            <a:spLocks xmlns:a="http://schemas.openxmlformats.org/drawingml/2006/main" noGrp="1"/>
          </p:cNvSpPr>
          <p:nvPr/>
        </p:nvSpPr>
        <p:spPr>
          <a:xfrm xmlns:a="http://schemas.openxmlformats.org/drawingml/2006/main">
            <a:off x="9334500" y="38004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SBAC-006</a:t>
            </a:r>
            <a:endParaRPr/>
          </a:p>
        </p:txBody>
      </p:sp>
      <p:sp>
        <p:nvSpPr>
          <p:cNvPr id="1858" name="Google Shape;1858;p29">
            <a:extLst xmlns:a="http://schemas.openxmlformats.org/drawingml/2006/main">
              <a:ext uri="{FF2B5EF4-FFF2-40B4-BE49-F238E27FC236}">
                <a16:creationId xmlns:a16="http://schemas.microsoft.com/office/drawing/2014/main" id="{86D12C56-1796-47D9-BADA-9ADE185FAF06}"/>
              </a:ext>
            </a:extLst>
          </p:cNvPr>
          <p:cNvSpPr>
            <a:spLocks xmlns:a="http://schemas.openxmlformats.org/drawingml/2006/main" noGrp="1"/>
          </p:cNvSpPr>
          <p:nvPr/>
        </p:nvSpPr>
        <p:spPr>
          <a:xfrm xmlns:a="http://schemas.openxmlformats.org/drawingml/2006/main">
            <a:off x="10496550" y="38004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59" name="Google Shape;1859;p29">
            <a:extLst xmlns:a="http://schemas.openxmlformats.org/drawingml/2006/main">
              <a:ext uri="{FF2B5EF4-FFF2-40B4-BE49-F238E27FC236}">
                <a16:creationId xmlns:a16="http://schemas.microsoft.com/office/drawing/2014/main" id="{97894A52-7BAF-43D9-80D0-4CBE3931A774}"/>
              </a:ext>
            </a:extLst>
          </p:cNvPr>
          <p:cNvSpPr>
            <a:spLocks xmlns:a="http://schemas.openxmlformats.org/drawingml/2006/main" noGrp="1"/>
          </p:cNvSpPr>
          <p:nvPr/>
        </p:nvSpPr>
        <p:spPr>
          <a:xfrm xmlns:a="http://schemas.openxmlformats.org/drawingml/2006/main">
            <a:off x="685800" y="4038600"/>
            <a:ext cx="10820400" cy="2571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60" name="Google Shape;1860;p29">
            <a:extLst xmlns:a="http://schemas.openxmlformats.org/drawingml/2006/main">
              <a:ext uri="{FF2B5EF4-FFF2-40B4-BE49-F238E27FC236}">
                <a16:creationId xmlns:a16="http://schemas.microsoft.com/office/drawing/2014/main" id="{00C69B54-0E37-4373-9D7D-E9B6D7FD8C5E}"/>
              </a:ext>
            </a:extLst>
          </p:cNvPr>
          <p:cNvSpPr>
            <a:spLocks xmlns:a="http://schemas.openxmlformats.org/drawingml/2006/main" noGrp="1"/>
          </p:cNvSpPr>
          <p:nvPr/>
        </p:nvSpPr>
        <p:spPr>
          <a:xfrm xmlns:a="http://schemas.openxmlformats.org/drawingml/2006/main">
            <a:off x="781050" y="40671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CIT-05-0019-192d5768</a:t>
            </a:r>
            <a:endParaRPr/>
          </a:p>
        </p:txBody>
      </p:sp>
      <p:sp>
        <p:nvSpPr>
          <p:cNvPr id="1861" name="Google Shape;1861;p29">
            <a:extLst xmlns:a="http://schemas.openxmlformats.org/drawingml/2006/main">
              <a:ext uri="{FF2B5EF4-FFF2-40B4-BE49-F238E27FC236}">
                <a16:creationId xmlns:a16="http://schemas.microsoft.com/office/drawing/2014/main" id="{1FB6A9AC-7BD8-44FC-ABF1-DB728A846FFB}"/>
              </a:ext>
            </a:extLst>
          </p:cNvPr>
          <p:cNvSpPr>
            <a:spLocks xmlns:a="http://schemas.openxmlformats.org/drawingml/2006/main" noGrp="1"/>
          </p:cNvSpPr>
          <p:nvPr/>
        </p:nvSpPr>
        <p:spPr>
          <a:xfrm xmlns:a="http://schemas.openxmlformats.org/drawingml/2006/main">
            <a:off x="3562350" y="40671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FR-003</a:t>
            </a:r>
            <a:endParaRPr/>
          </a:p>
        </p:txBody>
      </p:sp>
      <p:sp>
        <p:nvSpPr>
          <p:cNvPr id="1862" name="Google Shape;1862;p29">
            <a:extLst xmlns:a="http://schemas.openxmlformats.org/drawingml/2006/main">
              <a:ext uri="{FF2B5EF4-FFF2-40B4-BE49-F238E27FC236}">
                <a16:creationId xmlns:a16="http://schemas.microsoft.com/office/drawing/2014/main" id="{6975B65C-B6F6-4A5F-82C4-DEEB04669E85}"/>
              </a:ext>
            </a:extLst>
          </p:cNvPr>
          <p:cNvSpPr>
            <a:spLocks xmlns:a="http://schemas.openxmlformats.org/drawingml/2006/main" noGrp="1"/>
          </p:cNvSpPr>
          <p:nvPr/>
        </p:nvSpPr>
        <p:spPr>
          <a:xfrm xmlns:a="http://schemas.openxmlformats.org/drawingml/2006/main">
            <a:off x="4686300" y="40671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FAC-007</a:t>
            </a:r>
            <a:endParaRPr/>
          </a:p>
        </p:txBody>
      </p:sp>
      <p:sp>
        <p:nvSpPr>
          <p:cNvPr id="1863" name="Google Shape;1863;p29">
            <a:extLst xmlns:a="http://schemas.openxmlformats.org/drawingml/2006/main">
              <a:ext uri="{FF2B5EF4-FFF2-40B4-BE49-F238E27FC236}">
                <a16:creationId xmlns:a16="http://schemas.microsoft.com/office/drawing/2014/main" id="{1E25E718-EF80-4351-AED5-19E3859D8803}"/>
              </a:ext>
            </a:extLst>
          </p:cNvPr>
          <p:cNvSpPr>
            <a:spLocks xmlns:a="http://schemas.openxmlformats.org/drawingml/2006/main" noGrp="1"/>
          </p:cNvSpPr>
          <p:nvPr/>
        </p:nvSpPr>
        <p:spPr>
          <a:xfrm xmlns:a="http://schemas.openxmlformats.org/drawingml/2006/main">
            <a:off x="5734050" y="40671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EPIC-002</a:t>
            </a:r>
            <a:endParaRPr/>
          </a:p>
        </p:txBody>
      </p:sp>
      <p:sp>
        <p:nvSpPr>
          <p:cNvPr id="1864" name="Google Shape;1864;p29">
            <a:extLst xmlns:a="http://schemas.openxmlformats.org/drawingml/2006/main">
              <a:ext uri="{FF2B5EF4-FFF2-40B4-BE49-F238E27FC236}">
                <a16:creationId xmlns:a16="http://schemas.microsoft.com/office/drawing/2014/main" id="{EB67452D-73DF-4512-B98B-3DDBB715C8B7}"/>
              </a:ext>
            </a:extLst>
          </p:cNvPr>
          <p:cNvSpPr>
            <a:spLocks xmlns:a="http://schemas.openxmlformats.org/drawingml/2006/main" noGrp="1"/>
          </p:cNvSpPr>
          <p:nvPr/>
        </p:nvSpPr>
        <p:spPr>
          <a:xfrm xmlns:a="http://schemas.openxmlformats.org/drawingml/2006/main">
            <a:off x="6896100" y="40671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FEAT-004</a:t>
            </a:r>
            <a:endParaRPr/>
          </a:p>
        </p:txBody>
      </p:sp>
      <p:sp>
        <p:nvSpPr>
          <p:cNvPr id="1865" name="Google Shape;1865;p29">
            <a:extLst xmlns:a="http://schemas.openxmlformats.org/drawingml/2006/main">
              <a:ext uri="{FF2B5EF4-FFF2-40B4-BE49-F238E27FC236}">
                <a16:creationId xmlns:a16="http://schemas.microsoft.com/office/drawing/2014/main" id="{8E4E85A2-90D1-4906-991D-3EB66B0DF9D4}"/>
              </a:ext>
            </a:extLst>
          </p:cNvPr>
          <p:cNvSpPr>
            <a:spLocks xmlns:a="http://schemas.openxmlformats.org/drawingml/2006/main" noGrp="1"/>
          </p:cNvSpPr>
          <p:nvPr/>
        </p:nvSpPr>
        <p:spPr>
          <a:xfrm xmlns:a="http://schemas.openxmlformats.org/drawingml/2006/main">
            <a:off x="8115300" y="40671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US-007</a:t>
            </a:r>
            <a:endParaRPr/>
          </a:p>
        </p:txBody>
      </p:sp>
      <p:sp>
        <p:nvSpPr>
          <p:cNvPr id="1866" name="Google Shape;1866;p29">
            <a:extLst xmlns:a="http://schemas.openxmlformats.org/drawingml/2006/main">
              <a:ext uri="{FF2B5EF4-FFF2-40B4-BE49-F238E27FC236}">
                <a16:creationId xmlns:a16="http://schemas.microsoft.com/office/drawing/2014/main" id="{4177E67A-0C77-4AAF-BE19-36F1B655972F}"/>
              </a:ext>
            </a:extLst>
          </p:cNvPr>
          <p:cNvSpPr>
            <a:spLocks xmlns:a="http://schemas.openxmlformats.org/drawingml/2006/main" noGrp="1"/>
          </p:cNvSpPr>
          <p:nvPr/>
        </p:nvSpPr>
        <p:spPr>
          <a:xfrm xmlns:a="http://schemas.openxmlformats.org/drawingml/2006/main">
            <a:off x="9334500" y="40671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SBAC-007</a:t>
            </a:r>
            <a:endParaRPr/>
          </a:p>
        </p:txBody>
      </p:sp>
      <p:sp>
        <p:nvSpPr>
          <p:cNvPr id="1867" name="Google Shape;1867;p29">
            <a:extLst xmlns:a="http://schemas.openxmlformats.org/drawingml/2006/main">
              <a:ext uri="{FF2B5EF4-FFF2-40B4-BE49-F238E27FC236}">
                <a16:creationId xmlns:a16="http://schemas.microsoft.com/office/drawing/2014/main" id="{C322CD0F-F553-4C23-AF76-5313FEC71F76}"/>
              </a:ext>
            </a:extLst>
          </p:cNvPr>
          <p:cNvSpPr>
            <a:spLocks xmlns:a="http://schemas.openxmlformats.org/drawingml/2006/main" noGrp="1"/>
          </p:cNvSpPr>
          <p:nvPr/>
        </p:nvSpPr>
        <p:spPr>
          <a:xfrm xmlns:a="http://schemas.openxmlformats.org/drawingml/2006/main">
            <a:off x="10496550" y="40671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68" name="Google Shape;1868;p29">
            <a:extLst xmlns:a="http://schemas.openxmlformats.org/drawingml/2006/main">
              <a:ext uri="{FF2B5EF4-FFF2-40B4-BE49-F238E27FC236}">
                <a16:creationId xmlns:a16="http://schemas.microsoft.com/office/drawing/2014/main" id="{94F34665-5014-4BCF-B137-9FCBBC6AE68A}"/>
              </a:ext>
            </a:extLst>
          </p:cNvPr>
          <p:cNvSpPr>
            <a:spLocks xmlns:a="http://schemas.openxmlformats.org/drawingml/2006/main" noGrp="1"/>
          </p:cNvSpPr>
          <p:nvPr/>
        </p:nvSpPr>
        <p:spPr>
          <a:xfrm xmlns:a="http://schemas.openxmlformats.org/drawingml/2006/main">
            <a:off x="685800" y="4305300"/>
            <a:ext cx="10820400" cy="25717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69" name="Google Shape;1869;p29">
            <a:extLst xmlns:a="http://schemas.openxmlformats.org/drawingml/2006/main">
              <a:ext uri="{FF2B5EF4-FFF2-40B4-BE49-F238E27FC236}">
                <a16:creationId xmlns:a16="http://schemas.microsoft.com/office/drawing/2014/main" id="{0E298EAF-F66B-4DA1-BFF9-09102F37743F}"/>
              </a:ext>
            </a:extLst>
          </p:cNvPr>
          <p:cNvSpPr>
            <a:spLocks xmlns:a="http://schemas.openxmlformats.org/drawingml/2006/main" noGrp="1"/>
          </p:cNvSpPr>
          <p:nvPr/>
        </p:nvSpPr>
        <p:spPr>
          <a:xfrm xmlns:a="http://schemas.openxmlformats.org/drawingml/2006/main">
            <a:off x="781050" y="43338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CIT-05-0019-192d5768</a:t>
            </a:r>
            <a:endParaRPr/>
          </a:p>
        </p:txBody>
      </p:sp>
      <p:sp>
        <p:nvSpPr>
          <p:cNvPr id="1870" name="Google Shape;1870;p29">
            <a:extLst xmlns:a="http://schemas.openxmlformats.org/drawingml/2006/main">
              <a:ext uri="{FF2B5EF4-FFF2-40B4-BE49-F238E27FC236}">
                <a16:creationId xmlns:a16="http://schemas.microsoft.com/office/drawing/2014/main" id="{26AB7818-B668-4ED6-8AA7-EC56D97CD7B3}"/>
              </a:ext>
            </a:extLst>
          </p:cNvPr>
          <p:cNvSpPr>
            <a:spLocks xmlns:a="http://schemas.openxmlformats.org/drawingml/2006/main" noGrp="1"/>
          </p:cNvSpPr>
          <p:nvPr/>
        </p:nvSpPr>
        <p:spPr>
          <a:xfrm xmlns:a="http://schemas.openxmlformats.org/drawingml/2006/main">
            <a:off x="3562350" y="43338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FR-003</a:t>
            </a:r>
            <a:endParaRPr/>
          </a:p>
        </p:txBody>
      </p:sp>
      <p:sp>
        <p:nvSpPr>
          <p:cNvPr id="1871" name="Google Shape;1871;p29">
            <a:extLst xmlns:a="http://schemas.openxmlformats.org/drawingml/2006/main">
              <a:ext uri="{FF2B5EF4-FFF2-40B4-BE49-F238E27FC236}">
                <a16:creationId xmlns:a16="http://schemas.microsoft.com/office/drawing/2014/main" id="{B7D46AF0-61CE-4F5C-93AA-52DEF9C3BF78}"/>
              </a:ext>
            </a:extLst>
          </p:cNvPr>
          <p:cNvSpPr>
            <a:spLocks xmlns:a="http://schemas.openxmlformats.org/drawingml/2006/main" noGrp="1"/>
          </p:cNvSpPr>
          <p:nvPr/>
        </p:nvSpPr>
        <p:spPr>
          <a:xfrm xmlns:a="http://schemas.openxmlformats.org/drawingml/2006/main">
            <a:off x="4686300" y="43338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FAC-008</a:t>
            </a:r>
            <a:endParaRPr/>
          </a:p>
        </p:txBody>
      </p:sp>
      <p:sp>
        <p:nvSpPr>
          <p:cNvPr id="1872" name="Google Shape;1872;p29">
            <a:extLst xmlns:a="http://schemas.openxmlformats.org/drawingml/2006/main">
              <a:ext uri="{FF2B5EF4-FFF2-40B4-BE49-F238E27FC236}">
                <a16:creationId xmlns:a16="http://schemas.microsoft.com/office/drawing/2014/main" id="{90551EC0-331E-432B-B6E6-CCD1C5AD9452}"/>
              </a:ext>
            </a:extLst>
          </p:cNvPr>
          <p:cNvSpPr>
            <a:spLocks xmlns:a="http://schemas.openxmlformats.org/drawingml/2006/main" noGrp="1"/>
          </p:cNvSpPr>
          <p:nvPr/>
        </p:nvSpPr>
        <p:spPr>
          <a:xfrm xmlns:a="http://schemas.openxmlformats.org/drawingml/2006/main">
            <a:off x="5734050" y="43338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EPIC-002</a:t>
            </a:r>
            <a:endParaRPr/>
          </a:p>
        </p:txBody>
      </p:sp>
      <p:sp>
        <p:nvSpPr>
          <p:cNvPr id="1873" name="Google Shape;1873;p29">
            <a:extLst xmlns:a="http://schemas.openxmlformats.org/drawingml/2006/main">
              <a:ext uri="{FF2B5EF4-FFF2-40B4-BE49-F238E27FC236}">
                <a16:creationId xmlns:a16="http://schemas.microsoft.com/office/drawing/2014/main" id="{9D455C2C-84AB-440C-8380-73B3A79B0AD5}"/>
              </a:ext>
            </a:extLst>
          </p:cNvPr>
          <p:cNvSpPr>
            <a:spLocks xmlns:a="http://schemas.openxmlformats.org/drawingml/2006/main" noGrp="1"/>
          </p:cNvSpPr>
          <p:nvPr/>
        </p:nvSpPr>
        <p:spPr>
          <a:xfrm xmlns:a="http://schemas.openxmlformats.org/drawingml/2006/main">
            <a:off x="6896100" y="43338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FEAT-004</a:t>
            </a:r>
            <a:endParaRPr/>
          </a:p>
        </p:txBody>
      </p:sp>
      <p:sp>
        <p:nvSpPr>
          <p:cNvPr id="1874" name="Google Shape;1874;p29">
            <a:extLst xmlns:a="http://schemas.openxmlformats.org/drawingml/2006/main">
              <a:ext uri="{FF2B5EF4-FFF2-40B4-BE49-F238E27FC236}">
                <a16:creationId xmlns:a16="http://schemas.microsoft.com/office/drawing/2014/main" id="{A2295C9E-7C46-4035-89C0-412957933CE7}"/>
              </a:ext>
            </a:extLst>
          </p:cNvPr>
          <p:cNvSpPr>
            <a:spLocks xmlns:a="http://schemas.openxmlformats.org/drawingml/2006/main" noGrp="1"/>
          </p:cNvSpPr>
          <p:nvPr/>
        </p:nvSpPr>
        <p:spPr>
          <a:xfrm xmlns:a="http://schemas.openxmlformats.org/drawingml/2006/main">
            <a:off x="8115300" y="43338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US-008</a:t>
            </a:r>
            <a:endParaRPr/>
          </a:p>
        </p:txBody>
      </p:sp>
      <p:sp>
        <p:nvSpPr>
          <p:cNvPr id="1875" name="Google Shape;1875;p29">
            <a:extLst xmlns:a="http://schemas.openxmlformats.org/drawingml/2006/main">
              <a:ext uri="{FF2B5EF4-FFF2-40B4-BE49-F238E27FC236}">
                <a16:creationId xmlns:a16="http://schemas.microsoft.com/office/drawing/2014/main" id="{A3A8246D-1F49-4FCB-8229-B414CC1E23FF}"/>
              </a:ext>
            </a:extLst>
          </p:cNvPr>
          <p:cNvSpPr>
            <a:spLocks xmlns:a="http://schemas.openxmlformats.org/drawingml/2006/main" noGrp="1"/>
          </p:cNvSpPr>
          <p:nvPr/>
        </p:nvSpPr>
        <p:spPr>
          <a:xfrm xmlns:a="http://schemas.openxmlformats.org/drawingml/2006/main">
            <a:off x="9334500" y="43338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SBAC-008</a:t>
            </a:r>
            <a:endParaRPr/>
          </a:p>
        </p:txBody>
      </p:sp>
      <p:sp>
        <p:nvSpPr>
          <p:cNvPr id="1876" name="Google Shape;1876;p29">
            <a:extLst xmlns:a="http://schemas.openxmlformats.org/drawingml/2006/main">
              <a:ext uri="{FF2B5EF4-FFF2-40B4-BE49-F238E27FC236}">
                <a16:creationId xmlns:a16="http://schemas.microsoft.com/office/drawing/2014/main" id="{3FC61EB4-25F9-42C9-80B9-27B996FF083A}"/>
              </a:ext>
            </a:extLst>
          </p:cNvPr>
          <p:cNvSpPr>
            <a:spLocks xmlns:a="http://schemas.openxmlformats.org/drawingml/2006/main" noGrp="1"/>
          </p:cNvSpPr>
          <p:nvPr/>
        </p:nvSpPr>
        <p:spPr>
          <a:xfrm xmlns:a="http://schemas.openxmlformats.org/drawingml/2006/main">
            <a:off x="10496550" y="43338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77" name="Google Shape;1877;p29">
            <a:extLst xmlns:a="http://schemas.openxmlformats.org/drawingml/2006/main">
              <a:ext uri="{FF2B5EF4-FFF2-40B4-BE49-F238E27FC236}">
                <a16:creationId xmlns:a16="http://schemas.microsoft.com/office/drawing/2014/main" id="{BE333608-0B68-4002-A1B4-95772BD868BB}"/>
              </a:ext>
            </a:extLst>
          </p:cNvPr>
          <p:cNvSpPr>
            <a:spLocks xmlns:a="http://schemas.openxmlformats.org/drawingml/2006/main" noGrp="1"/>
          </p:cNvSpPr>
          <p:nvPr/>
        </p:nvSpPr>
        <p:spPr>
          <a:xfrm xmlns:a="http://schemas.openxmlformats.org/drawingml/2006/main">
            <a:off x="685800" y="4572000"/>
            <a:ext cx="10820400" cy="2571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78" name="Google Shape;1878;p29">
            <a:extLst xmlns:a="http://schemas.openxmlformats.org/drawingml/2006/main">
              <a:ext uri="{FF2B5EF4-FFF2-40B4-BE49-F238E27FC236}">
                <a16:creationId xmlns:a16="http://schemas.microsoft.com/office/drawing/2014/main" id="{8739D508-5D79-497B-85CC-03ABE94D9223}"/>
              </a:ext>
            </a:extLst>
          </p:cNvPr>
          <p:cNvSpPr>
            <a:spLocks xmlns:a="http://schemas.openxmlformats.org/drawingml/2006/main" noGrp="1"/>
          </p:cNvSpPr>
          <p:nvPr/>
        </p:nvSpPr>
        <p:spPr>
          <a:xfrm xmlns:a="http://schemas.openxmlformats.org/drawingml/2006/main">
            <a:off x="781050" y="46005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CIT-02-0009-2d08dd05</a:t>
            </a:r>
            <a:endParaRPr/>
          </a:p>
        </p:txBody>
      </p:sp>
      <p:sp>
        <p:nvSpPr>
          <p:cNvPr id="1879" name="Google Shape;1879;p29">
            <a:extLst xmlns:a="http://schemas.openxmlformats.org/drawingml/2006/main">
              <a:ext uri="{FF2B5EF4-FFF2-40B4-BE49-F238E27FC236}">
                <a16:creationId xmlns:a16="http://schemas.microsoft.com/office/drawing/2014/main" id="{27DE01C1-36AB-46D4-8512-F9AA71D07BBB}"/>
              </a:ext>
            </a:extLst>
          </p:cNvPr>
          <p:cNvSpPr>
            <a:spLocks xmlns:a="http://schemas.openxmlformats.org/drawingml/2006/main" noGrp="1"/>
          </p:cNvSpPr>
          <p:nvPr/>
        </p:nvSpPr>
        <p:spPr>
          <a:xfrm xmlns:a="http://schemas.openxmlformats.org/drawingml/2006/main">
            <a:off x="3562350" y="46005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FR-007</a:t>
            </a:r>
            <a:endParaRPr/>
          </a:p>
        </p:txBody>
      </p:sp>
      <p:sp>
        <p:nvSpPr>
          <p:cNvPr id="1880" name="Google Shape;1880;p29">
            <a:extLst xmlns:a="http://schemas.openxmlformats.org/drawingml/2006/main">
              <a:ext uri="{FF2B5EF4-FFF2-40B4-BE49-F238E27FC236}">
                <a16:creationId xmlns:a16="http://schemas.microsoft.com/office/drawing/2014/main" id="{965741AC-6C68-410B-A27D-88661ED37ECE}"/>
              </a:ext>
            </a:extLst>
          </p:cNvPr>
          <p:cNvSpPr>
            <a:spLocks xmlns:a="http://schemas.openxmlformats.org/drawingml/2006/main" noGrp="1"/>
          </p:cNvSpPr>
          <p:nvPr/>
        </p:nvSpPr>
        <p:spPr>
          <a:xfrm xmlns:a="http://schemas.openxmlformats.org/drawingml/2006/main">
            <a:off x="4686300" y="46005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FAC-009</a:t>
            </a:r>
            <a:endParaRPr/>
          </a:p>
        </p:txBody>
      </p:sp>
      <p:sp>
        <p:nvSpPr>
          <p:cNvPr id="1881" name="Google Shape;1881;p29">
            <a:extLst xmlns:a="http://schemas.openxmlformats.org/drawingml/2006/main">
              <a:ext uri="{FF2B5EF4-FFF2-40B4-BE49-F238E27FC236}">
                <a16:creationId xmlns:a16="http://schemas.microsoft.com/office/drawing/2014/main" id="{7CCECBC5-419E-4FF6-B964-A671EE421289}"/>
              </a:ext>
            </a:extLst>
          </p:cNvPr>
          <p:cNvSpPr>
            <a:spLocks xmlns:a="http://schemas.openxmlformats.org/drawingml/2006/main" noGrp="1"/>
          </p:cNvSpPr>
          <p:nvPr/>
        </p:nvSpPr>
        <p:spPr>
          <a:xfrm xmlns:a="http://schemas.openxmlformats.org/drawingml/2006/main">
            <a:off x="5734050" y="46005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EPIC-002</a:t>
            </a:r>
            <a:endParaRPr/>
          </a:p>
        </p:txBody>
      </p:sp>
      <p:sp>
        <p:nvSpPr>
          <p:cNvPr id="1882" name="Google Shape;1882;p29">
            <a:extLst xmlns:a="http://schemas.openxmlformats.org/drawingml/2006/main">
              <a:ext uri="{FF2B5EF4-FFF2-40B4-BE49-F238E27FC236}">
                <a16:creationId xmlns:a16="http://schemas.microsoft.com/office/drawing/2014/main" id="{3B6812BB-1F04-49B4-8D07-C6D26223F519}"/>
              </a:ext>
            </a:extLst>
          </p:cNvPr>
          <p:cNvSpPr>
            <a:spLocks xmlns:a="http://schemas.openxmlformats.org/drawingml/2006/main" noGrp="1"/>
          </p:cNvSpPr>
          <p:nvPr/>
        </p:nvSpPr>
        <p:spPr>
          <a:xfrm xmlns:a="http://schemas.openxmlformats.org/drawingml/2006/main">
            <a:off x="6896100" y="46005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FEAT-005</a:t>
            </a:r>
            <a:endParaRPr/>
          </a:p>
        </p:txBody>
      </p:sp>
      <p:sp>
        <p:nvSpPr>
          <p:cNvPr id="1883" name="Google Shape;1883;p29">
            <a:extLst xmlns:a="http://schemas.openxmlformats.org/drawingml/2006/main">
              <a:ext uri="{FF2B5EF4-FFF2-40B4-BE49-F238E27FC236}">
                <a16:creationId xmlns:a16="http://schemas.microsoft.com/office/drawing/2014/main" id="{5C2A6710-C1C6-452A-91B5-7F324E4B26C9}"/>
              </a:ext>
            </a:extLst>
          </p:cNvPr>
          <p:cNvSpPr>
            <a:spLocks xmlns:a="http://schemas.openxmlformats.org/drawingml/2006/main" noGrp="1"/>
          </p:cNvSpPr>
          <p:nvPr/>
        </p:nvSpPr>
        <p:spPr>
          <a:xfrm xmlns:a="http://schemas.openxmlformats.org/drawingml/2006/main">
            <a:off x="8115300" y="46005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US-009</a:t>
            </a:r>
            <a:endParaRPr/>
          </a:p>
        </p:txBody>
      </p:sp>
      <p:sp>
        <p:nvSpPr>
          <p:cNvPr id="1884" name="Google Shape;1884;p29">
            <a:extLst xmlns:a="http://schemas.openxmlformats.org/drawingml/2006/main">
              <a:ext uri="{FF2B5EF4-FFF2-40B4-BE49-F238E27FC236}">
                <a16:creationId xmlns:a16="http://schemas.microsoft.com/office/drawing/2014/main" id="{3959C140-D74E-4972-A92E-4386179449FA}"/>
              </a:ext>
            </a:extLst>
          </p:cNvPr>
          <p:cNvSpPr>
            <a:spLocks xmlns:a="http://schemas.openxmlformats.org/drawingml/2006/main" noGrp="1"/>
          </p:cNvSpPr>
          <p:nvPr/>
        </p:nvSpPr>
        <p:spPr>
          <a:xfrm xmlns:a="http://schemas.openxmlformats.org/drawingml/2006/main">
            <a:off x="9334500" y="46005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SBAC-009</a:t>
            </a:r>
            <a:endParaRPr/>
          </a:p>
        </p:txBody>
      </p:sp>
      <p:sp>
        <p:nvSpPr>
          <p:cNvPr id="1885" name="Google Shape;1885;p29">
            <a:extLst xmlns:a="http://schemas.openxmlformats.org/drawingml/2006/main">
              <a:ext uri="{FF2B5EF4-FFF2-40B4-BE49-F238E27FC236}">
                <a16:creationId xmlns:a16="http://schemas.microsoft.com/office/drawing/2014/main" id="{03DC6226-33F0-44DA-ACB5-D7DA610576C5}"/>
              </a:ext>
            </a:extLst>
          </p:cNvPr>
          <p:cNvSpPr>
            <a:spLocks xmlns:a="http://schemas.openxmlformats.org/drawingml/2006/main" noGrp="1"/>
          </p:cNvSpPr>
          <p:nvPr/>
        </p:nvSpPr>
        <p:spPr>
          <a:xfrm xmlns:a="http://schemas.openxmlformats.org/drawingml/2006/main">
            <a:off x="10496550" y="46005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86" name="Google Shape;1886;p29">
            <a:extLst xmlns:a="http://schemas.openxmlformats.org/drawingml/2006/main">
              <a:ext uri="{FF2B5EF4-FFF2-40B4-BE49-F238E27FC236}">
                <a16:creationId xmlns:a16="http://schemas.microsoft.com/office/drawing/2014/main" id="{1617C24B-6ED9-465D-9AB4-22D997F2CDD3}"/>
              </a:ext>
            </a:extLst>
          </p:cNvPr>
          <p:cNvSpPr>
            <a:spLocks xmlns:a="http://schemas.openxmlformats.org/drawingml/2006/main" noGrp="1"/>
          </p:cNvSpPr>
          <p:nvPr/>
        </p:nvSpPr>
        <p:spPr>
          <a:xfrm xmlns:a="http://schemas.openxmlformats.org/drawingml/2006/main">
            <a:off x="685800" y="4838700"/>
            <a:ext cx="10820400" cy="25717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87" name="Google Shape;1887;p29">
            <a:extLst xmlns:a="http://schemas.openxmlformats.org/drawingml/2006/main">
              <a:ext uri="{FF2B5EF4-FFF2-40B4-BE49-F238E27FC236}">
                <a16:creationId xmlns:a16="http://schemas.microsoft.com/office/drawing/2014/main" id="{52EC746D-3927-4C16-A783-51AB8AF531C1}"/>
              </a:ext>
            </a:extLst>
          </p:cNvPr>
          <p:cNvSpPr>
            <a:spLocks xmlns:a="http://schemas.openxmlformats.org/drawingml/2006/main" noGrp="1"/>
          </p:cNvSpPr>
          <p:nvPr/>
        </p:nvSpPr>
        <p:spPr>
          <a:xfrm xmlns:a="http://schemas.openxmlformats.org/drawingml/2006/main">
            <a:off x="781050" y="48672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CIT-05-0020-1d09d883 · CIT-01-0074-640ddf26</a:t>
            </a:r>
            <a:endParaRPr/>
          </a:p>
        </p:txBody>
      </p:sp>
      <p:sp>
        <p:nvSpPr>
          <p:cNvPr id="1888" name="Google Shape;1888;p29">
            <a:extLst xmlns:a="http://schemas.openxmlformats.org/drawingml/2006/main">
              <a:ext uri="{FF2B5EF4-FFF2-40B4-BE49-F238E27FC236}">
                <a16:creationId xmlns:a16="http://schemas.microsoft.com/office/drawing/2014/main" id="{BC335399-A580-40A7-BA18-E6C13AD0209E}"/>
              </a:ext>
            </a:extLst>
          </p:cNvPr>
          <p:cNvSpPr>
            <a:spLocks xmlns:a="http://schemas.openxmlformats.org/drawingml/2006/main" noGrp="1"/>
          </p:cNvSpPr>
          <p:nvPr/>
        </p:nvSpPr>
        <p:spPr>
          <a:xfrm xmlns:a="http://schemas.openxmlformats.org/drawingml/2006/main">
            <a:off x="3562350" y="48672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FR-004 · AC-001</a:t>
            </a:r>
            <a:endParaRPr/>
          </a:p>
        </p:txBody>
      </p:sp>
      <p:sp>
        <p:nvSpPr>
          <p:cNvPr id="1889" name="Google Shape;1889;p29">
            <a:extLst xmlns:a="http://schemas.openxmlformats.org/drawingml/2006/main">
              <a:ext uri="{FF2B5EF4-FFF2-40B4-BE49-F238E27FC236}">
                <a16:creationId xmlns:a16="http://schemas.microsoft.com/office/drawing/2014/main" id="{563462A4-C387-488B-954F-5D4CE1BB294D}"/>
              </a:ext>
            </a:extLst>
          </p:cNvPr>
          <p:cNvSpPr>
            <a:spLocks xmlns:a="http://schemas.openxmlformats.org/drawingml/2006/main" noGrp="1"/>
          </p:cNvSpPr>
          <p:nvPr/>
        </p:nvSpPr>
        <p:spPr>
          <a:xfrm xmlns:a="http://schemas.openxmlformats.org/drawingml/2006/main">
            <a:off x="4686300" y="48672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FAC-010</a:t>
            </a:r>
            <a:endParaRPr/>
          </a:p>
        </p:txBody>
      </p:sp>
      <p:sp>
        <p:nvSpPr>
          <p:cNvPr id="1890" name="Google Shape;1890;p29">
            <a:extLst xmlns:a="http://schemas.openxmlformats.org/drawingml/2006/main">
              <a:ext uri="{FF2B5EF4-FFF2-40B4-BE49-F238E27FC236}">
                <a16:creationId xmlns:a16="http://schemas.microsoft.com/office/drawing/2014/main" id="{AA8C59DE-C857-46A7-8728-CD01EBAF4270}"/>
              </a:ext>
            </a:extLst>
          </p:cNvPr>
          <p:cNvSpPr>
            <a:spLocks xmlns:a="http://schemas.openxmlformats.org/drawingml/2006/main" noGrp="1"/>
          </p:cNvSpPr>
          <p:nvPr/>
        </p:nvSpPr>
        <p:spPr>
          <a:xfrm xmlns:a="http://schemas.openxmlformats.org/drawingml/2006/main">
            <a:off x="5734050" y="48672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EPIC-003</a:t>
            </a:r>
            <a:endParaRPr/>
          </a:p>
        </p:txBody>
      </p:sp>
      <p:sp>
        <p:nvSpPr>
          <p:cNvPr id="1891" name="Google Shape;1891;p29">
            <a:extLst xmlns:a="http://schemas.openxmlformats.org/drawingml/2006/main">
              <a:ext uri="{FF2B5EF4-FFF2-40B4-BE49-F238E27FC236}">
                <a16:creationId xmlns:a16="http://schemas.microsoft.com/office/drawing/2014/main" id="{DA613D33-3D87-452A-A1C3-2F18E1DA780F}"/>
              </a:ext>
            </a:extLst>
          </p:cNvPr>
          <p:cNvSpPr>
            <a:spLocks xmlns:a="http://schemas.openxmlformats.org/drawingml/2006/main" noGrp="1"/>
          </p:cNvSpPr>
          <p:nvPr/>
        </p:nvSpPr>
        <p:spPr>
          <a:xfrm xmlns:a="http://schemas.openxmlformats.org/drawingml/2006/main">
            <a:off x="6896100" y="48672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FEAT-006</a:t>
            </a:r>
            <a:endParaRPr/>
          </a:p>
        </p:txBody>
      </p:sp>
      <p:sp>
        <p:nvSpPr>
          <p:cNvPr id="1892" name="Google Shape;1892;p29">
            <a:extLst xmlns:a="http://schemas.openxmlformats.org/drawingml/2006/main">
              <a:ext uri="{FF2B5EF4-FFF2-40B4-BE49-F238E27FC236}">
                <a16:creationId xmlns:a16="http://schemas.microsoft.com/office/drawing/2014/main" id="{41A9DB95-8872-4C0A-AFAF-57A63F7FD9A5}"/>
              </a:ext>
            </a:extLst>
          </p:cNvPr>
          <p:cNvSpPr>
            <a:spLocks xmlns:a="http://schemas.openxmlformats.org/drawingml/2006/main" noGrp="1"/>
          </p:cNvSpPr>
          <p:nvPr/>
        </p:nvSpPr>
        <p:spPr>
          <a:xfrm xmlns:a="http://schemas.openxmlformats.org/drawingml/2006/main">
            <a:off x="8115300" y="48672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US-010</a:t>
            </a:r>
            <a:endParaRPr/>
          </a:p>
        </p:txBody>
      </p:sp>
      <p:sp>
        <p:nvSpPr>
          <p:cNvPr id="1893" name="Google Shape;1893;p29">
            <a:extLst xmlns:a="http://schemas.openxmlformats.org/drawingml/2006/main">
              <a:ext uri="{FF2B5EF4-FFF2-40B4-BE49-F238E27FC236}">
                <a16:creationId xmlns:a16="http://schemas.microsoft.com/office/drawing/2014/main" id="{65BCEE84-94EC-4F2C-8314-7A855882730B}"/>
              </a:ext>
            </a:extLst>
          </p:cNvPr>
          <p:cNvSpPr>
            <a:spLocks xmlns:a="http://schemas.openxmlformats.org/drawingml/2006/main" noGrp="1"/>
          </p:cNvSpPr>
          <p:nvPr/>
        </p:nvSpPr>
        <p:spPr>
          <a:xfrm xmlns:a="http://schemas.openxmlformats.org/drawingml/2006/main">
            <a:off x="9334500" y="48672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SBAC-010</a:t>
            </a:r>
            <a:endParaRPr/>
          </a:p>
        </p:txBody>
      </p:sp>
      <p:sp>
        <p:nvSpPr>
          <p:cNvPr id="1894" name="Google Shape;1894;p29">
            <a:extLst xmlns:a="http://schemas.openxmlformats.org/drawingml/2006/main">
              <a:ext uri="{FF2B5EF4-FFF2-40B4-BE49-F238E27FC236}">
                <a16:creationId xmlns:a16="http://schemas.microsoft.com/office/drawing/2014/main" id="{CC532A6C-51E4-4A8D-BAA3-DE6B3738FF70}"/>
              </a:ext>
            </a:extLst>
          </p:cNvPr>
          <p:cNvSpPr>
            <a:spLocks xmlns:a="http://schemas.openxmlformats.org/drawingml/2006/main" noGrp="1"/>
          </p:cNvSpPr>
          <p:nvPr/>
        </p:nvSpPr>
        <p:spPr>
          <a:xfrm xmlns:a="http://schemas.openxmlformats.org/drawingml/2006/main">
            <a:off x="10496550" y="48672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895" name="Google Shape;1895;p29">
            <a:extLst xmlns:a="http://schemas.openxmlformats.org/drawingml/2006/main">
              <a:ext uri="{FF2B5EF4-FFF2-40B4-BE49-F238E27FC236}">
                <a16:creationId xmlns:a16="http://schemas.microsoft.com/office/drawing/2014/main" id="{AE506BC2-8338-47B4-B4E3-9D42BC1EF06C}"/>
              </a:ext>
            </a:extLst>
          </p:cNvPr>
          <p:cNvSpPr>
            <a:spLocks xmlns:a="http://schemas.openxmlformats.org/drawingml/2006/main" noGrp="1"/>
          </p:cNvSpPr>
          <p:nvPr/>
        </p:nvSpPr>
        <p:spPr>
          <a:xfrm xmlns:a="http://schemas.openxmlformats.org/drawingml/2006/main">
            <a:off x="685800" y="5105400"/>
            <a:ext cx="10820400" cy="25717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96" name="Google Shape;1896;p29">
            <a:extLst xmlns:a="http://schemas.openxmlformats.org/drawingml/2006/main">
              <a:ext uri="{FF2B5EF4-FFF2-40B4-BE49-F238E27FC236}">
                <a16:creationId xmlns:a16="http://schemas.microsoft.com/office/drawing/2014/main" id="{F6C2E854-58F6-467E-8EEE-EF0D9048A581}"/>
              </a:ext>
            </a:extLst>
          </p:cNvPr>
          <p:cNvSpPr>
            <a:spLocks xmlns:a="http://schemas.openxmlformats.org/drawingml/2006/main" noGrp="1"/>
          </p:cNvSpPr>
          <p:nvPr/>
        </p:nvSpPr>
        <p:spPr>
          <a:xfrm xmlns:a="http://schemas.openxmlformats.org/drawingml/2006/main">
            <a:off x="781050" y="5133975"/>
            <a:ext cx="26860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578"/>
              <a:buFont typeface="Arial"/>
              <a:buNone/>
            </a:pPr>
            <a:r>
              <a:rPr sz="578" b="0">
                <a:solidFill>
                  <a:srgbClr val="3B6EBF"/>
                </a:solidFill>
              </a:rPr>
              <a:t>CIT-04-0015-1afd65a7</a:t>
            </a:r>
            <a:endParaRPr/>
          </a:p>
        </p:txBody>
      </p:sp>
      <p:sp>
        <p:nvSpPr>
          <p:cNvPr id="1897" name="Google Shape;1897;p29">
            <a:extLst xmlns:a="http://schemas.openxmlformats.org/drawingml/2006/main">
              <a:ext uri="{FF2B5EF4-FFF2-40B4-BE49-F238E27FC236}">
                <a16:creationId xmlns:a16="http://schemas.microsoft.com/office/drawing/2014/main" id="{D2FB0268-BF04-4787-9FE3-D3A9BA4D37DD}"/>
              </a:ext>
            </a:extLst>
          </p:cNvPr>
          <p:cNvSpPr>
            <a:spLocks xmlns:a="http://schemas.openxmlformats.org/drawingml/2006/main" noGrp="1"/>
          </p:cNvSpPr>
          <p:nvPr/>
        </p:nvSpPr>
        <p:spPr>
          <a:xfrm xmlns:a="http://schemas.openxmlformats.org/drawingml/2006/main">
            <a:off x="3562350" y="5133975"/>
            <a:ext cx="10287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FR-005</a:t>
            </a:r>
            <a:endParaRPr/>
          </a:p>
        </p:txBody>
      </p:sp>
      <p:sp>
        <p:nvSpPr>
          <p:cNvPr id="1898" name="Google Shape;1898;p29">
            <a:extLst xmlns:a="http://schemas.openxmlformats.org/drawingml/2006/main">
              <a:ext uri="{FF2B5EF4-FFF2-40B4-BE49-F238E27FC236}">
                <a16:creationId xmlns:a16="http://schemas.microsoft.com/office/drawing/2014/main" id="{CF362B60-44AB-4070-B783-94F3F7CD319C}"/>
              </a:ext>
            </a:extLst>
          </p:cNvPr>
          <p:cNvSpPr>
            <a:spLocks xmlns:a="http://schemas.openxmlformats.org/drawingml/2006/main" noGrp="1"/>
          </p:cNvSpPr>
          <p:nvPr/>
        </p:nvSpPr>
        <p:spPr>
          <a:xfrm xmlns:a="http://schemas.openxmlformats.org/drawingml/2006/main">
            <a:off x="4686300" y="5133975"/>
            <a:ext cx="9525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FAC-011</a:t>
            </a:r>
            <a:endParaRPr/>
          </a:p>
        </p:txBody>
      </p:sp>
      <p:sp>
        <p:nvSpPr>
          <p:cNvPr id="1899" name="Google Shape;1899;p29">
            <a:extLst xmlns:a="http://schemas.openxmlformats.org/drawingml/2006/main">
              <a:ext uri="{FF2B5EF4-FFF2-40B4-BE49-F238E27FC236}">
                <a16:creationId xmlns:a16="http://schemas.microsoft.com/office/drawing/2014/main" id="{539BFCAD-B8E4-402B-B8B0-D1E5B7FFF914}"/>
              </a:ext>
            </a:extLst>
          </p:cNvPr>
          <p:cNvSpPr>
            <a:spLocks xmlns:a="http://schemas.openxmlformats.org/drawingml/2006/main" noGrp="1"/>
          </p:cNvSpPr>
          <p:nvPr/>
        </p:nvSpPr>
        <p:spPr>
          <a:xfrm xmlns:a="http://schemas.openxmlformats.org/drawingml/2006/main">
            <a:off x="5734050" y="51339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EPIC-003</a:t>
            </a:r>
            <a:endParaRPr/>
          </a:p>
        </p:txBody>
      </p:sp>
      <p:sp>
        <p:nvSpPr>
          <p:cNvPr id="1900" name="Google Shape;1900;p29">
            <a:extLst xmlns:a="http://schemas.openxmlformats.org/drawingml/2006/main">
              <a:ext uri="{FF2B5EF4-FFF2-40B4-BE49-F238E27FC236}">
                <a16:creationId xmlns:a16="http://schemas.microsoft.com/office/drawing/2014/main" id="{6F64B190-524E-4E49-81A7-D290B5928C0B}"/>
              </a:ext>
            </a:extLst>
          </p:cNvPr>
          <p:cNvSpPr>
            <a:spLocks xmlns:a="http://schemas.openxmlformats.org/drawingml/2006/main" noGrp="1"/>
          </p:cNvSpPr>
          <p:nvPr/>
        </p:nvSpPr>
        <p:spPr>
          <a:xfrm xmlns:a="http://schemas.openxmlformats.org/drawingml/2006/main">
            <a:off x="6896100" y="51339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FEAT-007</a:t>
            </a:r>
            <a:endParaRPr/>
          </a:p>
        </p:txBody>
      </p:sp>
      <p:sp>
        <p:nvSpPr>
          <p:cNvPr id="1901" name="Google Shape;1901;p29">
            <a:extLst xmlns:a="http://schemas.openxmlformats.org/drawingml/2006/main">
              <a:ext uri="{FF2B5EF4-FFF2-40B4-BE49-F238E27FC236}">
                <a16:creationId xmlns:a16="http://schemas.microsoft.com/office/drawing/2014/main" id="{2A1903EE-22E4-4FE5-A1DC-167DB1A86C65}"/>
              </a:ext>
            </a:extLst>
          </p:cNvPr>
          <p:cNvSpPr>
            <a:spLocks xmlns:a="http://schemas.openxmlformats.org/drawingml/2006/main" noGrp="1"/>
          </p:cNvSpPr>
          <p:nvPr/>
        </p:nvSpPr>
        <p:spPr>
          <a:xfrm xmlns:a="http://schemas.openxmlformats.org/drawingml/2006/main">
            <a:off x="8115300" y="5133975"/>
            <a:ext cx="11239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US-011</a:t>
            </a:r>
            <a:endParaRPr/>
          </a:p>
        </p:txBody>
      </p:sp>
      <p:sp>
        <p:nvSpPr>
          <p:cNvPr id="1902" name="Google Shape;1902;p29">
            <a:extLst xmlns:a="http://schemas.openxmlformats.org/drawingml/2006/main">
              <a:ext uri="{FF2B5EF4-FFF2-40B4-BE49-F238E27FC236}">
                <a16:creationId xmlns:a16="http://schemas.microsoft.com/office/drawing/2014/main" id="{B3EF3363-AD07-4DF1-B936-6BF117A2EB2E}"/>
              </a:ext>
            </a:extLst>
          </p:cNvPr>
          <p:cNvSpPr>
            <a:spLocks xmlns:a="http://schemas.openxmlformats.org/drawingml/2006/main" noGrp="1"/>
          </p:cNvSpPr>
          <p:nvPr/>
        </p:nvSpPr>
        <p:spPr>
          <a:xfrm xmlns:a="http://schemas.openxmlformats.org/drawingml/2006/main">
            <a:off x="9334500" y="5133975"/>
            <a:ext cx="10668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638"/>
              <a:buFont typeface="Arial"/>
              <a:buNone/>
            </a:pPr>
            <a:r>
              <a:rPr sz="638" b="1">
                <a:solidFill>
                  <a:srgbClr val="1A1A2E"/>
                </a:solidFill>
              </a:rPr>
              <a:t>SBAC-011</a:t>
            </a:r>
            <a:endParaRPr/>
          </a:p>
        </p:txBody>
      </p:sp>
      <p:sp>
        <p:nvSpPr>
          <p:cNvPr id="1903" name="Google Shape;1903;p29">
            <a:extLst xmlns:a="http://schemas.openxmlformats.org/drawingml/2006/main">
              <a:ext uri="{FF2B5EF4-FFF2-40B4-BE49-F238E27FC236}">
                <a16:creationId xmlns:a16="http://schemas.microsoft.com/office/drawing/2014/main" id="{1F091727-4F47-4EA7-A8CC-3791EB0FC7C1}"/>
              </a:ext>
            </a:extLst>
          </p:cNvPr>
          <p:cNvSpPr>
            <a:spLocks xmlns:a="http://schemas.openxmlformats.org/drawingml/2006/main" noGrp="1"/>
          </p:cNvSpPr>
          <p:nvPr/>
        </p:nvSpPr>
        <p:spPr>
          <a:xfrm xmlns:a="http://schemas.openxmlformats.org/drawingml/2006/main">
            <a:off x="10496550" y="5133975"/>
            <a:ext cx="9144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638"/>
              <a:buFont typeface="Arial"/>
              <a:buNone/>
            </a:pPr>
            <a:r>
              <a:rPr sz="638" b="1">
                <a:solidFill>
                  <a:srgbClr val="2F6F57"/>
                </a:solidFill>
              </a:rPr>
              <a:t>ACTIVE</a:t>
            </a:r>
            <a:endParaRPr/>
          </a:p>
        </p:txBody>
      </p:sp>
      <p:sp>
        <p:nvSpPr>
          <p:cNvPr id="1904" name="Google Shape;1904;p29">
            <a:extLst xmlns:a="http://schemas.openxmlformats.org/drawingml/2006/main">
              <a:ext uri="{FF2B5EF4-FFF2-40B4-BE49-F238E27FC236}">
                <a16:creationId xmlns:a16="http://schemas.microsoft.com/office/drawing/2014/main" id="{F3641AAA-0E03-489C-9F4C-F8D506D118D1}"/>
              </a:ext>
            </a:extLst>
          </p:cNvPr>
          <p:cNvSpPr>
            <a:spLocks xmlns:a="http://schemas.openxmlformats.org/drawingml/2006/main" noGrp="1"/>
          </p:cNvSpPr>
          <p:nvPr/>
        </p:nvSpPr>
        <p:spPr>
          <a:xfrm xmlns:a="http://schemas.openxmlformats.org/drawingml/2006/main">
            <a:off x="685800" y="5467350"/>
            <a:ext cx="10820400" cy="571500"/>
          </a:xfrm>
          <a:prstGeom xmlns:a="http://schemas.openxmlformats.org/drawingml/2006/main" prst="roundRect">
            <a:avLst>
              <a:gd name="adj" fmla="val 13333"/>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05" name="Google Shape;1905;p29">
            <a:extLst xmlns:a="http://schemas.openxmlformats.org/drawingml/2006/main">
              <a:ext uri="{FF2B5EF4-FFF2-40B4-BE49-F238E27FC236}">
                <a16:creationId xmlns:a16="http://schemas.microsoft.com/office/drawing/2014/main" id="{9235C0B2-30FB-43D8-A9EA-CD9CE622CF1C}"/>
              </a:ext>
            </a:extLst>
          </p:cNvPr>
          <p:cNvSpPr>
            <a:spLocks xmlns:a="http://schemas.openxmlformats.org/drawingml/2006/main" noGrp="1"/>
          </p:cNvSpPr>
          <p:nvPr/>
        </p:nvSpPr>
        <p:spPr>
          <a:xfrm xmlns:a="http://schemas.openxmlformats.org/drawingml/2006/main">
            <a:off x="838200" y="5534025"/>
            <a:ext cx="15716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63"/>
              <a:buFont typeface="Arial"/>
              <a:buNone/>
            </a:pPr>
            <a:r>
              <a:rPr sz="1163" b="1">
                <a:solidFill>
                  <a:srgbClr val="2F6F57"/>
                </a:solidFill>
              </a:rPr>
              <a:t>145 / 145</a:t>
            </a:r>
            <a:endParaRPr/>
          </a:p>
        </p:txBody>
      </p:sp>
      <p:sp>
        <p:nvSpPr>
          <p:cNvPr id="1906" name="Google Shape;1906;p29">
            <a:extLst xmlns:a="http://schemas.openxmlformats.org/drawingml/2006/main">
              <a:ext uri="{FF2B5EF4-FFF2-40B4-BE49-F238E27FC236}">
                <a16:creationId xmlns:a16="http://schemas.microsoft.com/office/drawing/2014/main" id="{2E4B8566-DC4E-4D61-82BE-23C99A6CA8D0}"/>
              </a:ext>
            </a:extLst>
          </p:cNvPr>
          <p:cNvSpPr>
            <a:spLocks xmlns:a="http://schemas.openxmlformats.org/drawingml/2006/main" noGrp="1"/>
          </p:cNvSpPr>
          <p:nvPr/>
        </p:nvSpPr>
        <p:spPr>
          <a:xfrm xmlns:a="http://schemas.openxmlformats.org/drawingml/2006/main">
            <a:off x="838200" y="5772150"/>
            <a:ext cx="157162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38"/>
              <a:buFont typeface="Arial"/>
              <a:buNone/>
            </a:pPr>
            <a:r>
              <a:rPr sz="638" b="1">
                <a:solidFill>
                  <a:srgbClr val="666B70"/>
                </a:solidFill>
              </a:rPr>
              <a:t>citation dispositions</a:t>
            </a:r>
            <a:endParaRPr/>
          </a:p>
        </p:txBody>
      </p:sp>
      <p:sp>
        <p:nvSpPr>
          <p:cNvPr id="1907" name="Google Shape;1907;p29">
            <a:extLst xmlns:a="http://schemas.openxmlformats.org/drawingml/2006/main">
              <a:ext uri="{FF2B5EF4-FFF2-40B4-BE49-F238E27FC236}">
                <a16:creationId xmlns:a16="http://schemas.microsoft.com/office/drawing/2014/main" id="{76768362-4F9D-416C-9258-9C35F9316A28}"/>
              </a:ext>
            </a:extLst>
          </p:cNvPr>
          <p:cNvSpPr>
            <a:spLocks xmlns:a="http://schemas.openxmlformats.org/drawingml/2006/main" noGrp="1"/>
          </p:cNvSpPr>
          <p:nvPr/>
        </p:nvSpPr>
        <p:spPr>
          <a:xfrm xmlns:a="http://schemas.openxmlformats.org/drawingml/2006/main">
            <a:off x="2600325" y="5534025"/>
            <a:ext cx="15716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63"/>
              <a:buFont typeface="Arial"/>
              <a:buNone/>
            </a:pPr>
            <a:r>
              <a:rPr sz="1163" b="1">
                <a:solidFill>
                  <a:srgbClr val="2F6F57"/>
                </a:solidFill>
              </a:rPr>
              <a:t>26</a:t>
            </a:r>
            <a:endParaRPr/>
          </a:p>
        </p:txBody>
      </p:sp>
      <p:sp>
        <p:nvSpPr>
          <p:cNvPr id="1908" name="Google Shape;1908;p29">
            <a:extLst xmlns:a="http://schemas.openxmlformats.org/drawingml/2006/main">
              <a:ext uri="{FF2B5EF4-FFF2-40B4-BE49-F238E27FC236}">
                <a16:creationId xmlns:a16="http://schemas.microsoft.com/office/drawing/2014/main" id="{5FAA48FC-F57F-40BE-94A0-560B989CDA73}"/>
              </a:ext>
            </a:extLst>
          </p:cNvPr>
          <p:cNvSpPr>
            <a:spLocks xmlns:a="http://schemas.openxmlformats.org/drawingml/2006/main" noGrp="1"/>
          </p:cNvSpPr>
          <p:nvPr/>
        </p:nvSpPr>
        <p:spPr>
          <a:xfrm xmlns:a="http://schemas.openxmlformats.org/drawingml/2006/main">
            <a:off x="2600325" y="5772150"/>
            <a:ext cx="157162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38"/>
              <a:buFont typeface="Arial"/>
              <a:buNone/>
            </a:pPr>
            <a:r>
              <a:rPr sz="638" b="1">
                <a:solidFill>
                  <a:srgbClr val="666B70"/>
                </a:solidFill>
              </a:rPr>
              <a:t>citations used in PRD</a:t>
            </a:r>
            <a:endParaRPr/>
          </a:p>
        </p:txBody>
      </p:sp>
      <p:sp>
        <p:nvSpPr>
          <p:cNvPr id="1909" name="Google Shape;1909;p29">
            <a:extLst xmlns:a="http://schemas.openxmlformats.org/drawingml/2006/main">
              <a:ext uri="{FF2B5EF4-FFF2-40B4-BE49-F238E27FC236}">
                <a16:creationId xmlns:a16="http://schemas.microsoft.com/office/drawing/2014/main" id="{F3D38650-F3C0-43FB-A1E9-50A1DBC2C898}"/>
              </a:ext>
            </a:extLst>
          </p:cNvPr>
          <p:cNvSpPr>
            <a:spLocks xmlns:a="http://schemas.openxmlformats.org/drawingml/2006/main" noGrp="1"/>
          </p:cNvSpPr>
          <p:nvPr/>
        </p:nvSpPr>
        <p:spPr>
          <a:xfrm xmlns:a="http://schemas.openxmlformats.org/drawingml/2006/main">
            <a:off x="4362450" y="5534025"/>
            <a:ext cx="15716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63"/>
              <a:buFont typeface="Arial"/>
              <a:buNone/>
            </a:pPr>
            <a:r>
              <a:rPr sz="1163" b="1">
                <a:solidFill>
                  <a:srgbClr val="2F6F57"/>
                </a:solidFill>
              </a:rPr>
              <a:t>20</a:t>
            </a:r>
            <a:endParaRPr/>
          </a:p>
        </p:txBody>
      </p:sp>
      <p:sp>
        <p:nvSpPr>
          <p:cNvPr id="1910" name="Google Shape;1910;p29">
            <a:extLst xmlns:a="http://schemas.openxmlformats.org/drawingml/2006/main">
              <a:ext uri="{FF2B5EF4-FFF2-40B4-BE49-F238E27FC236}">
                <a16:creationId xmlns:a16="http://schemas.microsoft.com/office/drawing/2014/main" id="{2BC2D264-EFB9-41E0-A08D-612A6136B4F1}"/>
              </a:ext>
            </a:extLst>
          </p:cNvPr>
          <p:cNvSpPr>
            <a:spLocks xmlns:a="http://schemas.openxmlformats.org/drawingml/2006/main" noGrp="1"/>
          </p:cNvSpPr>
          <p:nvPr/>
        </p:nvSpPr>
        <p:spPr>
          <a:xfrm xmlns:a="http://schemas.openxmlformats.org/drawingml/2006/main">
            <a:off x="4362450" y="5772150"/>
            <a:ext cx="157162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38"/>
              <a:buFont typeface="Arial"/>
              <a:buNone/>
            </a:pPr>
            <a:r>
              <a:rPr sz="638" b="1">
                <a:solidFill>
                  <a:srgbClr val="666B70"/>
                </a:solidFill>
              </a:rPr>
              <a:t>PRD requirement IDs</a:t>
            </a:r>
            <a:endParaRPr/>
          </a:p>
        </p:txBody>
      </p:sp>
      <p:sp>
        <p:nvSpPr>
          <p:cNvPr id="1911" name="Google Shape;1911;p29">
            <a:extLst xmlns:a="http://schemas.openxmlformats.org/drawingml/2006/main">
              <a:ext uri="{FF2B5EF4-FFF2-40B4-BE49-F238E27FC236}">
                <a16:creationId xmlns:a16="http://schemas.microsoft.com/office/drawing/2014/main" id="{49D8EB87-0F4D-494C-A93C-4A24ACBE376D}"/>
              </a:ext>
            </a:extLst>
          </p:cNvPr>
          <p:cNvSpPr>
            <a:spLocks xmlns:a="http://schemas.openxmlformats.org/drawingml/2006/main" noGrp="1"/>
          </p:cNvSpPr>
          <p:nvPr/>
        </p:nvSpPr>
        <p:spPr>
          <a:xfrm xmlns:a="http://schemas.openxmlformats.org/drawingml/2006/main">
            <a:off x="6124575" y="5534025"/>
            <a:ext cx="15716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63"/>
              <a:buFont typeface="Arial"/>
              <a:buNone/>
            </a:pPr>
            <a:r>
              <a:rPr sz="1163" b="1">
                <a:solidFill>
                  <a:srgbClr val="2F6F57"/>
                </a:solidFill>
              </a:rPr>
              <a:t>11 / 11</a:t>
            </a:r>
            <a:endParaRPr/>
          </a:p>
        </p:txBody>
      </p:sp>
      <p:sp>
        <p:nvSpPr>
          <p:cNvPr id="1912" name="Google Shape;1912;p29">
            <a:extLst xmlns:a="http://schemas.openxmlformats.org/drawingml/2006/main">
              <a:ext uri="{FF2B5EF4-FFF2-40B4-BE49-F238E27FC236}">
                <a16:creationId xmlns:a16="http://schemas.microsoft.com/office/drawing/2014/main" id="{F52A4DE5-0449-4F6C-91CA-1E371B658003}"/>
              </a:ext>
            </a:extLst>
          </p:cNvPr>
          <p:cNvSpPr>
            <a:spLocks xmlns:a="http://schemas.openxmlformats.org/drawingml/2006/main" noGrp="1"/>
          </p:cNvSpPr>
          <p:nvPr/>
        </p:nvSpPr>
        <p:spPr>
          <a:xfrm xmlns:a="http://schemas.openxmlformats.org/drawingml/2006/main">
            <a:off x="6124575" y="5772150"/>
            <a:ext cx="157162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38"/>
              <a:buFont typeface="Arial"/>
              <a:buNone/>
            </a:pPr>
            <a:r>
              <a:rPr sz="638" b="1">
                <a:solidFill>
                  <a:srgbClr val="666B70"/>
                </a:solidFill>
              </a:rPr>
              <a:t>Feature AC → Story AC</a:t>
            </a:r>
            <a:endParaRPr/>
          </a:p>
        </p:txBody>
      </p:sp>
      <p:sp>
        <p:nvSpPr>
          <p:cNvPr id="1913" name="Google Shape;1913;p29">
            <a:extLst xmlns:a="http://schemas.openxmlformats.org/drawingml/2006/main">
              <a:ext uri="{FF2B5EF4-FFF2-40B4-BE49-F238E27FC236}">
                <a16:creationId xmlns:a16="http://schemas.microsoft.com/office/drawing/2014/main" id="{0E25A326-9B72-416F-BDB8-BAEAF65E6C4F}"/>
              </a:ext>
            </a:extLst>
          </p:cNvPr>
          <p:cNvSpPr>
            <a:spLocks xmlns:a="http://schemas.openxmlformats.org/drawingml/2006/main" noGrp="1"/>
          </p:cNvSpPr>
          <p:nvPr/>
        </p:nvSpPr>
        <p:spPr>
          <a:xfrm xmlns:a="http://schemas.openxmlformats.org/drawingml/2006/main">
            <a:off x="7886700" y="5534025"/>
            <a:ext cx="15716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63"/>
              <a:buFont typeface="Arial"/>
              <a:buNone/>
            </a:pPr>
            <a:r>
              <a:rPr sz="1163" b="1">
                <a:solidFill>
                  <a:srgbClr val="2F6F57"/>
                </a:solidFill>
              </a:rPr>
              <a:t>31 / 31</a:t>
            </a:r>
            <a:endParaRPr/>
          </a:p>
        </p:txBody>
      </p:sp>
      <p:sp>
        <p:nvSpPr>
          <p:cNvPr id="1914" name="Google Shape;1914;p29">
            <a:extLst xmlns:a="http://schemas.openxmlformats.org/drawingml/2006/main">
              <a:ext uri="{FF2B5EF4-FFF2-40B4-BE49-F238E27FC236}">
                <a16:creationId xmlns:a16="http://schemas.microsoft.com/office/drawing/2014/main" id="{F3790CD8-0569-4272-AC32-FDE697D05304}"/>
              </a:ext>
            </a:extLst>
          </p:cNvPr>
          <p:cNvSpPr>
            <a:spLocks xmlns:a="http://schemas.openxmlformats.org/drawingml/2006/main" noGrp="1"/>
          </p:cNvSpPr>
          <p:nvPr/>
        </p:nvSpPr>
        <p:spPr>
          <a:xfrm xmlns:a="http://schemas.openxmlformats.org/drawingml/2006/main">
            <a:off x="7886700" y="5772150"/>
            <a:ext cx="157162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38"/>
              <a:buFont typeface="Arial"/>
              <a:buNone/>
            </a:pPr>
            <a:r>
              <a:rPr sz="638" b="1">
                <a:solidFill>
                  <a:srgbClr val="666B70"/>
                </a:solidFill>
              </a:rPr>
              <a:t>approved-item coverage</a:t>
            </a:r>
            <a:endParaRPr/>
          </a:p>
        </p:txBody>
      </p:sp>
      <p:sp>
        <p:nvSpPr>
          <p:cNvPr id="1915" name="Google Shape;1915;p29">
            <a:extLst xmlns:a="http://schemas.openxmlformats.org/drawingml/2006/main">
              <a:ext uri="{FF2B5EF4-FFF2-40B4-BE49-F238E27FC236}">
                <a16:creationId xmlns:a16="http://schemas.microsoft.com/office/drawing/2014/main" id="{E872023E-48F9-4553-AA85-57A932188DB9}"/>
              </a:ext>
            </a:extLst>
          </p:cNvPr>
          <p:cNvSpPr>
            <a:spLocks xmlns:a="http://schemas.openxmlformats.org/drawingml/2006/main" noGrp="1"/>
          </p:cNvSpPr>
          <p:nvPr/>
        </p:nvSpPr>
        <p:spPr>
          <a:xfrm xmlns:a="http://schemas.openxmlformats.org/drawingml/2006/main">
            <a:off x="9648825" y="5534025"/>
            <a:ext cx="15716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1163"/>
              <a:buFont typeface="Arial"/>
              <a:buNone/>
            </a:pPr>
            <a:r>
              <a:rPr sz="1163" b="1">
                <a:solidFill>
                  <a:srgbClr val="2F6F57"/>
                </a:solidFill>
              </a:rPr>
              <a:t>0</a:t>
            </a:r>
            <a:endParaRPr/>
          </a:p>
        </p:txBody>
      </p:sp>
      <p:sp>
        <p:nvSpPr>
          <p:cNvPr id="1916" name="Google Shape;1916;p29">
            <a:extLst xmlns:a="http://schemas.openxmlformats.org/drawingml/2006/main">
              <a:ext uri="{FF2B5EF4-FFF2-40B4-BE49-F238E27FC236}">
                <a16:creationId xmlns:a16="http://schemas.microsoft.com/office/drawing/2014/main" id="{427F3D29-CE73-45E8-97AB-BB1C162D6EFE}"/>
              </a:ext>
            </a:extLst>
          </p:cNvPr>
          <p:cNvSpPr>
            <a:spLocks xmlns:a="http://schemas.openxmlformats.org/drawingml/2006/main" noGrp="1"/>
          </p:cNvSpPr>
          <p:nvPr/>
        </p:nvSpPr>
        <p:spPr>
          <a:xfrm xmlns:a="http://schemas.openxmlformats.org/drawingml/2006/main">
            <a:off x="9648825" y="5772150"/>
            <a:ext cx="157162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638"/>
              <a:buFont typeface="Arial"/>
              <a:buNone/>
            </a:pPr>
            <a:r>
              <a:rPr sz="638" b="1">
                <a:solidFill>
                  <a:srgbClr val="666B70"/>
                </a:solidFill>
              </a:rPr>
              <a:t>orphans or unsupported claims</a:t>
            </a:r>
            <a:endParaRPr/>
          </a:p>
        </p:txBody>
      </p:sp>
      <p:sp>
        <p:nvSpPr>
          <p:cNvPr id="1917" name="Google Shape;1917;p29">
            <a:extLst xmlns:a="http://schemas.openxmlformats.org/drawingml/2006/main">
              <a:ext uri="{FF2B5EF4-FFF2-40B4-BE49-F238E27FC236}">
                <a16:creationId xmlns:a16="http://schemas.microsoft.com/office/drawing/2014/main" id="{3A9765CD-27E9-43BB-B04F-3707E69720C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18" name="Google Shape;1918;p29">
            <a:extLst xmlns:a="http://schemas.openxmlformats.org/drawingml/2006/main">
              <a:ext uri="{FF2B5EF4-FFF2-40B4-BE49-F238E27FC236}">
                <a16:creationId xmlns:a16="http://schemas.microsoft.com/office/drawing/2014/main" id="{68948E92-8F57-4DD3-87DF-F31C78D5746A}"/>
              </a:ext>
            </a:extLst>
          </p:cNvPr>
          <p:cNvSpPr>
            <a:spLocks xmlns:a="http://schemas.openxmlformats.org/drawingml/2006/main" noGrp="1"/>
          </p:cNvSpPr>
          <p:nvPr/>
        </p:nvSpPr>
        <p:spPr>
          <a:xfrm xmlns:a="http://schemas.openxmlformats.org/drawingml/2006/main">
            <a:off x="781050" y="6391275"/>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A10</a:t>
            </a:r>
            <a:endParaRPr/>
          </a:p>
        </p:txBody>
      </p:sp>
      <p:sp>
        <p:nvSpPr>
          <p:cNvPr id="1919" name="Google Shape;1919;p29">
            <a:extLst xmlns:a="http://schemas.openxmlformats.org/drawingml/2006/main">
              <a:ext uri="{FF2B5EF4-FFF2-40B4-BE49-F238E27FC236}">
                <a16:creationId xmlns:a16="http://schemas.microsoft.com/office/drawing/2014/main" id="{BA1A576D-4FAD-4BD5-AEC8-F652EFA4A536}"/>
              </a:ext>
            </a:extLst>
          </p:cNvPr>
          <p:cNvSpPr>
            <a:spLocks xmlns:a="http://schemas.openxmlformats.org/drawingml/2006/main" noGrp="1"/>
          </p:cNvSpPr>
          <p:nvPr/>
        </p:nvSpPr>
        <p:spPr>
          <a:xfrm xmlns:a="http://schemas.openxmlformats.org/drawingml/2006/main">
            <a:off x="2705100" y="6353175"/>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065"/>
              <a:buFont typeface="Arial"/>
              <a:buNone/>
            </a:pPr>
            <a:r>
              <a:rPr sz="1065" b="1">
                <a:solidFill>
                  <a:srgbClr val="FFFFFF"/>
                </a:solidFill>
              </a:rPr>
              <a:t>PRD-only, cross-cutting, Nice-to-Have, and deferred requirements remain explicitly dispositioned—not silently dropped.</a:t>
            </a:r>
            <a:endParaRPr/>
          </a:p>
        </p:txBody>
      </p:sp>
    </p:spTree>
    <p:extLst>
      <p:ext uri="{BB962C8B-B14F-4D97-AF65-F5344CB8AC3E}">
        <p14:creationId xmlns:p14="http://schemas.microsoft.com/office/powerpoint/2010/main" val="336988253"/>
      </p:ext>
    </p:extLst>
  </p:cSld>
</p:sld>
</file>

<file path=ppt/slides/slide30.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925" name="Google Shape;1925;p30">
            <a:extLst xmlns:a="http://schemas.openxmlformats.org/drawingml/2006/main">
              <a:ext uri="{FF2B5EF4-FFF2-40B4-BE49-F238E27FC236}">
                <a16:creationId xmlns:a16="http://schemas.microsoft.com/office/drawing/2014/main" id="{072841B9-E766-47A9-A713-D211C3F3D7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26" name="Google Shape;1926;p30">
            <a:extLst xmlns:a="http://schemas.openxmlformats.org/drawingml/2006/main">
              <a:ext uri="{FF2B5EF4-FFF2-40B4-BE49-F238E27FC236}">
                <a16:creationId xmlns:a16="http://schemas.microsoft.com/office/drawing/2014/main" id="{C3D81C94-7B85-4B4E-A642-0F22500FF47A}"/>
              </a:ext>
            </a:extLst>
          </p:cNvPr>
          <p:cNvSpPr>
            <a:spLocks xmlns:a="http://schemas.openxmlformats.org/drawingml/2006/main" noGrp="1"/>
          </p:cNvSpPr>
          <p:nvPr/>
        </p:nvSpPr>
        <p:spPr>
          <a:xfrm xmlns:a="http://schemas.openxmlformats.org/drawingml/2006/main">
            <a:off x="514350" y="590550"/>
            <a:ext cx="66675" cy="7239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27" name="Google Shape;1927;p30">
            <a:extLst xmlns:a="http://schemas.openxmlformats.org/drawingml/2006/main">
              <a:ext uri="{FF2B5EF4-FFF2-40B4-BE49-F238E27FC236}">
                <a16:creationId xmlns:a16="http://schemas.microsoft.com/office/drawing/2014/main" id="{67F42655-4C44-4074-ABFE-EFC38EF991C1}"/>
              </a:ext>
            </a:extLst>
          </p:cNvPr>
          <p:cNvSpPr>
            <a:spLocks xmlns:a="http://schemas.openxmlformats.org/drawingml/2006/main" noGrp="1"/>
          </p:cNvSpPr>
          <p:nvPr/>
        </p:nvSpPr>
        <p:spPr>
          <a:xfrm xmlns:a="http://schemas.openxmlformats.org/drawingml/2006/main">
            <a:off x="781050" y="438150"/>
            <a:ext cx="8572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938"/>
              <a:buFont typeface="Arial"/>
              <a:buNone/>
            </a:pPr>
            <a:r>
              <a:rPr sz="938" b="1">
                <a:solidFill>
                  <a:srgbClr val="B85042"/>
                </a:solidFill>
              </a:rPr>
              <a:t>A11  ·  ACCEPTED OUTPUT ARTIFACT INDEX</a:t>
            </a:r>
            <a:endParaRPr/>
          </a:p>
        </p:txBody>
      </p:sp>
      <p:sp>
        <p:nvSpPr>
          <p:cNvPr id="1928" name="Google Shape;1928;p30">
            <a:extLst xmlns:a="http://schemas.openxmlformats.org/drawingml/2006/main">
              <a:ext uri="{FF2B5EF4-FFF2-40B4-BE49-F238E27FC236}">
                <a16:creationId xmlns:a16="http://schemas.microsoft.com/office/drawing/2014/main" id="{AF993A26-799A-4283-A32E-68DCAC36E2F0}"/>
              </a:ext>
            </a:extLst>
          </p:cNvPr>
          <p:cNvSpPr>
            <a:spLocks xmlns:a="http://schemas.openxmlformats.org/drawingml/2006/main" noGrp="1"/>
          </p:cNvSpPr>
          <p:nvPr/>
        </p:nvSpPr>
        <p:spPr>
          <a:xfrm xmlns:a="http://schemas.openxmlformats.org/drawingml/2006/main">
            <a:off x="781050" y="723900"/>
            <a:ext cx="106299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2325"/>
              <a:buFont typeface="Arial"/>
              <a:buNone/>
            </a:pPr>
            <a:r>
              <a:rPr sz="2325" b="1">
                <a:solidFill>
                  <a:srgbClr val="1A1A2E"/>
                </a:solidFill>
              </a:rPr>
              <a:t>Seven accepted files make the v0.3.8 delivery package inspectable</a:t>
            </a:r>
            <a:endParaRPr/>
          </a:p>
        </p:txBody>
      </p:sp>
      <p:sp>
        <p:nvSpPr>
          <p:cNvPr id="1929" name="Google Shape;1929;p30">
            <a:extLst xmlns:a="http://schemas.openxmlformats.org/drawingml/2006/main">
              <a:ext uri="{FF2B5EF4-FFF2-40B4-BE49-F238E27FC236}">
                <a16:creationId xmlns:a16="http://schemas.microsoft.com/office/drawing/2014/main" id="{04D4D202-1455-4F31-9D6D-E71A6D33C9D7}"/>
              </a:ext>
            </a:extLst>
          </p:cNvPr>
          <p:cNvSpPr>
            <a:spLocks xmlns:a="http://schemas.openxmlformats.org/drawingml/2006/main" noGrp="1"/>
          </p:cNvSpPr>
          <p:nvPr/>
        </p:nvSpPr>
        <p:spPr>
          <a:xfrm xmlns:a="http://schemas.openxmlformats.org/drawingml/2006/main">
            <a:off x="781050" y="1238250"/>
            <a:ext cx="10629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1013"/>
              <a:buFont typeface="Arial"/>
              <a:buNone/>
            </a:pPr>
            <a:r>
              <a:rPr sz="1013">
                <a:solidFill>
                  <a:srgbClr val="666B70"/>
                </a:solidFill>
              </a:rPr>
              <a:t>First accepted candidate · execution 11901 · RUN-S2-11902-16e7090e · Agreement Gate: Release Authorized</a:t>
            </a:r>
            <a:endParaRPr/>
          </a:p>
        </p:txBody>
      </p:sp>
      <p:sp>
        <p:nvSpPr>
          <p:cNvPr id="1930" name="Google Shape;1930;p30">
            <a:extLst xmlns:a="http://schemas.openxmlformats.org/drawingml/2006/main">
              <a:ext uri="{FF2B5EF4-FFF2-40B4-BE49-F238E27FC236}">
                <a16:creationId xmlns:a16="http://schemas.microsoft.com/office/drawing/2014/main" id="{627E4DBC-1D5F-4804-86B0-C0C9480EEE53}"/>
              </a:ext>
            </a:extLst>
          </p:cNvPr>
          <p:cNvSpPr>
            <a:spLocks xmlns:a="http://schemas.openxmlformats.org/drawingml/2006/main" noGrp="1"/>
          </p:cNvSpPr>
          <p:nvPr/>
        </p:nvSpPr>
        <p:spPr>
          <a:xfrm xmlns:a="http://schemas.openxmlformats.org/drawingml/2006/main">
            <a:off x="685800" y="1609725"/>
            <a:ext cx="10820400" cy="266700"/>
          </a:xfrm>
          <a:prstGeom xmlns:a="http://schemas.openxmlformats.org/drawingml/2006/main" prst="roundRect">
            <a:avLst>
              <a:gd name="adj" fmla="val 28571"/>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31" name="Google Shape;1931;p30">
            <a:extLst xmlns:a="http://schemas.openxmlformats.org/drawingml/2006/main">
              <a:ext uri="{FF2B5EF4-FFF2-40B4-BE49-F238E27FC236}">
                <a16:creationId xmlns:a16="http://schemas.microsoft.com/office/drawing/2014/main" id="{0D89E32A-94B7-4269-897F-D8C2E1BAFB49}"/>
              </a:ext>
            </a:extLst>
          </p:cNvPr>
          <p:cNvSpPr>
            <a:spLocks xmlns:a="http://schemas.openxmlformats.org/drawingml/2006/main" noGrp="1"/>
          </p:cNvSpPr>
          <p:nvPr/>
        </p:nvSpPr>
        <p:spPr>
          <a:xfrm xmlns:a="http://schemas.openxmlformats.org/drawingml/2006/main">
            <a:off x="838200" y="1647825"/>
            <a:ext cx="105156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50"/>
              <a:buFont typeface="Arial"/>
              <a:buNone/>
            </a:pPr>
            <a:r>
              <a:rPr sz="750" b="1">
                <a:solidFill>
                  <a:srgbClr val="2F6F57"/>
                </a:solidFill>
              </a:rPr>
              <a:t>GITHUB EVIDENCE PACKAGE  →  github.com/vppuri-vjra/prd-genie/tree/main/releases/v0.3.8/evidence</a:t>
            </a:r>
            <a:endParaRPr/>
          </a:p>
        </p:txBody>
      </p:sp>
      <p:sp>
        <p:nvSpPr>
          <p:cNvPr id="1932" name="Google Shape;1932;p30">
            <a:extLst xmlns:a="http://schemas.openxmlformats.org/drawingml/2006/main">
              <a:ext uri="{FF2B5EF4-FFF2-40B4-BE49-F238E27FC236}">
                <a16:creationId xmlns:a16="http://schemas.microsoft.com/office/drawing/2014/main" id="{FEC8F8DB-80CB-486A-9418-6CD6B5C2F4F4}"/>
              </a:ext>
            </a:extLst>
          </p:cNvPr>
          <p:cNvSpPr>
            <a:spLocks xmlns:a="http://schemas.openxmlformats.org/drawingml/2006/main" noGrp="1"/>
          </p:cNvSpPr>
          <p:nvPr/>
        </p:nvSpPr>
        <p:spPr>
          <a:xfrm xmlns:a="http://schemas.openxmlformats.org/drawingml/2006/main">
            <a:off x="685800" y="1971675"/>
            <a:ext cx="333375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33" name="Google Shape;1933;p30">
            <a:extLst xmlns:a="http://schemas.openxmlformats.org/drawingml/2006/main">
              <a:ext uri="{FF2B5EF4-FFF2-40B4-BE49-F238E27FC236}">
                <a16:creationId xmlns:a16="http://schemas.microsoft.com/office/drawing/2014/main" id="{8F763ABE-A988-4B8F-8AB6-F1275EEB907C}"/>
              </a:ext>
            </a:extLst>
          </p:cNvPr>
          <p:cNvSpPr>
            <a:spLocks xmlns:a="http://schemas.openxmlformats.org/drawingml/2006/main" noGrp="1"/>
          </p:cNvSpPr>
          <p:nvPr/>
        </p:nvSpPr>
        <p:spPr>
          <a:xfrm xmlns:a="http://schemas.openxmlformats.org/drawingml/2006/main">
            <a:off x="685800" y="1971675"/>
            <a:ext cx="3333750" cy="66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34" name="Google Shape;1934;p30">
            <a:extLst xmlns:a="http://schemas.openxmlformats.org/drawingml/2006/main">
              <a:ext uri="{FF2B5EF4-FFF2-40B4-BE49-F238E27FC236}">
                <a16:creationId xmlns:a16="http://schemas.microsoft.com/office/drawing/2014/main" id="{C9E068B6-ECE0-4261-9D21-83AD7159D64D}"/>
              </a:ext>
            </a:extLst>
          </p:cNvPr>
          <p:cNvSpPr>
            <a:spLocks xmlns:a="http://schemas.openxmlformats.org/drawingml/2006/main" noGrp="1"/>
          </p:cNvSpPr>
          <p:nvPr/>
        </p:nvSpPr>
        <p:spPr>
          <a:xfrm xmlns:a="http://schemas.openxmlformats.org/drawingml/2006/main">
            <a:off x="895350" y="2171700"/>
            <a:ext cx="4191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75"/>
              <a:buFont typeface="Arial"/>
              <a:buNone/>
            </a:pPr>
            <a:r>
              <a:rPr sz="975" b="1">
                <a:solidFill>
                  <a:srgbClr val="3B6EBF"/>
                </a:solidFill>
              </a:rPr>
              <a:t>01</a:t>
            </a:r>
            <a:endParaRPr/>
          </a:p>
        </p:txBody>
      </p:sp>
      <p:sp>
        <p:nvSpPr>
          <p:cNvPr id="1935" name="Google Shape;1935;p30">
            <a:extLst xmlns:a="http://schemas.openxmlformats.org/drawingml/2006/main">
              <a:ext uri="{FF2B5EF4-FFF2-40B4-BE49-F238E27FC236}">
                <a16:creationId xmlns:a16="http://schemas.microsoft.com/office/drawing/2014/main" id="{5C7E88E9-4A2E-405F-8F8D-434827FE31FB}"/>
              </a:ext>
            </a:extLst>
          </p:cNvPr>
          <p:cNvSpPr>
            <a:spLocks xmlns:a="http://schemas.openxmlformats.org/drawingml/2006/main" noGrp="1"/>
          </p:cNvSpPr>
          <p:nvPr/>
        </p:nvSpPr>
        <p:spPr>
          <a:xfrm xmlns:a="http://schemas.openxmlformats.org/drawingml/2006/main">
            <a:off x="876300" y="2133600"/>
            <a:ext cx="457200" cy="342900"/>
          </a:xfrm>
          <a:prstGeom xmlns:a="http://schemas.openxmlformats.org/drawingml/2006/main" prst="roundRect">
            <a:avLst>
              <a:gd name="adj" fmla="val 22222"/>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36" name="Google Shape;1936;p30">
            <a:extLst xmlns:a="http://schemas.openxmlformats.org/drawingml/2006/main">
              <a:ext uri="{FF2B5EF4-FFF2-40B4-BE49-F238E27FC236}">
                <a16:creationId xmlns:a16="http://schemas.microsoft.com/office/drawing/2014/main" id="{8B8CA3B2-F0D1-4076-80C1-15B4A67E0063}"/>
              </a:ext>
            </a:extLst>
          </p:cNvPr>
          <p:cNvSpPr>
            <a:spLocks xmlns:a="http://schemas.openxmlformats.org/drawingml/2006/main" noGrp="1"/>
          </p:cNvSpPr>
          <p:nvPr/>
        </p:nvSpPr>
        <p:spPr>
          <a:xfrm xmlns:a="http://schemas.openxmlformats.org/drawingml/2006/main">
            <a:off x="895350" y="2171700"/>
            <a:ext cx="4191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75"/>
              <a:buFont typeface="Arial"/>
              <a:buNone/>
            </a:pPr>
            <a:r>
              <a:rPr sz="975" b="1">
                <a:solidFill>
                  <a:srgbClr val="3B6EBF"/>
                </a:solidFill>
              </a:rPr>
              <a:t>01</a:t>
            </a:r>
            <a:endParaRPr/>
          </a:p>
        </p:txBody>
      </p:sp>
      <p:sp>
        <p:nvSpPr>
          <p:cNvPr id="1937" name="Google Shape;1937;p30">
            <a:extLst xmlns:a="http://schemas.openxmlformats.org/drawingml/2006/main">
              <a:ext uri="{FF2B5EF4-FFF2-40B4-BE49-F238E27FC236}">
                <a16:creationId xmlns:a16="http://schemas.microsoft.com/office/drawing/2014/main" id="{386FFE55-185F-4B5A-8144-EE8CA9A4D7BA}"/>
              </a:ext>
            </a:extLst>
          </p:cNvPr>
          <p:cNvSpPr>
            <a:spLocks xmlns:a="http://schemas.openxmlformats.org/drawingml/2006/main" noGrp="1"/>
          </p:cNvSpPr>
          <p:nvPr/>
        </p:nvSpPr>
        <p:spPr>
          <a:xfrm xmlns:a="http://schemas.openxmlformats.org/drawingml/2006/main">
            <a:off x="1466850" y="2105025"/>
            <a:ext cx="23241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13"/>
              <a:buFont typeface="Arial"/>
              <a:buNone/>
            </a:pPr>
            <a:r>
              <a:rPr sz="1313" b="1">
                <a:solidFill>
                  <a:srgbClr val="1A1A2E"/>
                </a:solidFill>
              </a:rPr>
              <a:t>Validated Full PRD Review</a:t>
            </a:r>
            <a:endParaRPr/>
          </a:p>
        </p:txBody>
      </p:sp>
      <p:sp>
        <p:nvSpPr>
          <p:cNvPr id="1938" name="Google Shape;1938;p30">
            <a:extLst xmlns:a="http://schemas.openxmlformats.org/drawingml/2006/main">
              <a:ext uri="{FF2B5EF4-FFF2-40B4-BE49-F238E27FC236}">
                <a16:creationId xmlns:a16="http://schemas.microsoft.com/office/drawing/2014/main" id="{09E1EDA2-0160-4AEC-A393-D9296BC20C95}"/>
              </a:ext>
            </a:extLst>
          </p:cNvPr>
          <p:cNvSpPr>
            <a:spLocks xmlns:a="http://schemas.openxmlformats.org/drawingml/2006/main" noGrp="1"/>
          </p:cNvSpPr>
          <p:nvPr/>
        </p:nvSpPr>
        <p:spPr>
          <a:xfrm xmlns:a="http://schemas.openxmlformats.org/drawingml/2006/main">
            <a:off x="914400" y="2667000"/>
            <a:ext cx="2876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14"/>
              <a:buFont typeface="Arial"/>
              <a:buNone/>
            </a:pPr>
            <a:r>
              <a:rPr sz="915">
                <a:solidFill>
                  <a:srgbClr val="666B70"/>
                </a:solidFill>
              </a:rPr>
              <a:t>Corrected ten-section PRD with feature-level acceptance criteria and evidence-backed requirements.</a:t>
            </a:r>
            <a:endParaRPr/>
          </a:p>
        </p:txBody>
      </p:sp>
      <p:sp>
        <p:nvSpPr>
          <p:cNvPr id="1939" name="Google Shape;1939;p30">
            <a:extLst xmlns:a="http://schemas.openxmlformats.org/drawingml/2006/main">
              <a:ext uri="{FF2B5EF4-FFF2-40B4-BE49-F238E27FC236}">
                <a16:creationId xmlns:a16="http://schemas.microsoft.com/office/drawing/2014/main" id="{8BFBA1A3-3C13-45D1-92B8-F5BB4510800E}"/>
              </a:ext>
            </a:extLst>
          </p:cNvPr>
          <p:cNvSpPr>
            <a:spLocks xmlns:a="http://schemas.openxmlformats.org/drawingml/2006/main" noGrp="1"/>
          </p:cNvSpPr>
          <p:nvPr/>
        </p:nvSpPr>
        <p:spPr>
          <a:xfrm xmlns:a="http://schemas.openxmlformats.org/drawingml/2006/main">
            <a:off x="914400" y="3228975"/>
            <a:ext cx="2876550" cy="428625"/>
          </a:xfrm>
          <a:prstGeom xmlns:a="http://schemas.openxmlformats.org/drawingml/2006/main" prst="roundRect">
            <a:avLst>
              <a:gd name="adj" fmla="val 17778"/>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40" name="Google Shape;1940;p30">
            <a:extLst xmlns:a="http://schemas.openxmlformats.org/drawingml/2006/main">
              <a:ext uri="{FF2B5EF4-FFF2-40B4-BE49-F238E27FC236}">
                <a16:creationId xmlns:a16="http://schemas.microsoft.com/office/drawing/2014/main" id="{BDC87A74-4964-48FB-9D42-C68AF219A026}"/>
              </a:ext>
            </a:extLst>
          </p:cNvPr>
          <p:cNvSpPr>
            <a:spLocks xmlns:a="http://schemas.openxmlformats.org/drawingml/2006/main" noGrp="1"/>
          </p:cNvSpPr>
          <p:nvPr/>
        </p:nvSpPr>
        <p:spPr>
          <a:xfrm xmlns:a="http://schemas.openxmlformats.org/drawingml/2006/main">
            <a:off x="1009650" y="3305175"/>
            <a:ext cx="2686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922"/>
              <a:buFont typeface="Arial"/>
              <a:buNone/>
            </a:pPr>
            <a:r>
              <a:rPr sz="923" b="1">
                <a:solidFill>
                  <a:srgbClr val="3B6EBF"/>
                </a:solidFill>
              </a:rPr>
              <a:t>10 sections · 20 requirement IDs · 35 PRD elements</a:t>
            </a:r>
            <a:endParaRPr/>
          </a:p>
        </p:txBody>
      </p:sp>
      <p:sp>
        <p:nvSpPr>
          <p:cNvPr id="1941" name="Google Shape;1941;p30">
            <a:extLst xmlns:a="http://schemas.openxmlformats.org/drawingml/2006/main">
              <a:ext uri="{FF2B5EF4-FFF2-40B4-BE49-F238E27FC236}">
                <a16:creationId xmlns:a16="http://schemas.microsoft.com/office/drawing/2014/main" id="{0F40A08A-4B2C-4181-B7F8-878F4BC5B5D6}"/>
              </a:ext>
            </a:extLst>
          </p:cNvPr>
          <p:cNvSpPr>
            <a:spLocks xmlns:a="http://schemas.openxmlformats.org/drawingml/2006/main" noGrp="1"/>
          </p:cNvSpPr>
          <p:nvPr/>
        </p:nvSpPr>
        <p:spPr>
          <a:xfrm xmlns:a="http://schemas.openxmlformats.org/drawingml/2006/main">
            <a:off x="914400" y="3781425"/>
            <a:ext cx="28765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Drive ID  1NZZJgu1UBvyB91jr8wQ72FO8RCP0wING</a:t>
            </a:r>
            <a:endParaRPr/>
          </a:p>
        </p:txBody>
      </p:sp>
      <p:sp>
        <p:nvSpPr>
          <p:cNvPr id="1942" name="Google Shape;1942;p30">
            <a:extLst xmlns:a="http://schemas.openxmlformats.org/drawingml/2006/main">
              <a:ext uri="{FF2B5EF4-FFF2-40B4-BE49-F238E27FC236}">
                <a16:creationId xmlns:a16="http://schemas.microsoft.com/office/drawing/2014/main" id="{A210E261-6DFC-4D94-9C31-F937A7C13217}"/>
              </a:ext>
            </a:extLst>
          </p:cNvPr>
          <p:cNvSpPr>
            <a:spLocks xmlns:a="http://schemas.openxmlformats.org/drawingml/2006/main" noGrp="1"/>
          </p:cNvSpPr>
          <p:nvPr/>
        </p:nvSpPr>
        <p:spPr>
          <a:xfrm xmlns:a="http://schemas.openxmlformats.org/drawingml/2006/main">
            <a:off x="4429125" y="1971675"/>
            <a:ext cx="333375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43" name="Google Shape;1943;p30">
            <a:extLst xmlns:a="http://schemas.openxmlformats.org/drawingml/2006/main">
              <a:ext uri="{FF2B5EF4-FFF2-40B4-BE49-F238E27FC236}">
                <a16:creationId xmlns:a16="http://schemas.microsoft.com/office/drawing/2014/main" id="{02F4B7A4-9190-42C7-9CEF-AA3EE8BEEBA6}"/>
              </a:ext>
            </a:extLst>
          </p:cNvPr>
          <p:cNvSpPr>
            <a:spLocks xmlns:a="http://schemas.openxmlformats.org/drawingml/2006/main" noGrp="1"/>
          </p:cNvSpPr>
          <p:nvPr/>
        </p:nvSpPr>
        <p:spPr>
          <a:xfrm xmlns:a="http://schemas.openxmlformats.org/drawingml/2006/main">
            <a:off x="4429125" y="1971675"/>
            <a:ext cx="3333750" cy="6667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44" name="Google Shape;1944;p30">
            <a:extLst xmlns:a="http://schemas.openxmlformats.org/drawingml/2006/main">
              <a:ext uri="{FF2B5EF4-FFF2-40B4-BE49-F238E27FC236}">
                <a16:creationId xmlns:a16="http://schemas.microsoft.com/office/drawing/2014/main" id="{7FF52005-C89B-42CD-ABE3-7A8EF956C704}"/>
              </a:ext>
            </a:extLst>
          </p:cNvPr>
          <p:cNvSpPr>
            <a:spLocks xmlns:a="http://schemas.openxmlformats.org/drawingml/2006/main" noGrp="1"/>
          </p:cNvSpPr>
          <p:nvPr/>
        </p:nvSpPr>
        <p:spPr>
          <a:xfrm xmlns:a="http://schemas.openxmlformats.org/drawingml/2006/main">
            <a:off x="4638675" y="2171700"/>
            <a:ext cx="4191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75"/>
              <a:buFont typeface="Arial"/>
              <a:buNone/>
            </a:pPr>
            <a:r>
              <a:rPr sz="975" b="1">
                <a:solidFill>
                  <a:srgbClr val="2F6F57"/>
                </a:solidFill>
              </a:rPr>
              <a:t>02</a:t>
            </a:r>
            <a:endParaRPr/>
          </a:p>
        </p:txBody>
      </p:sp>
      <p:sp>
        <p:nvSpPr>
          <p:cNvPr id="1945" name="Google Shape;1945;p30">
            <a:extLst xmlns:a="http://schemas.openxmlformats.org/drawingml/2006/main">
              <a:ext uri="{FF2B5EF4-FFF2-40B4-BE49-F238E27FC236}">
                <a16:creationId xmlns:a16="http://schemas.microsoft.com/office/drawing/2014/main" id="{76BCB711-E4CC-445F-915F-222A9ECC70E7}"/>
              </a:ext>
            </a:extLst>
          </p:cNvPr>
          <p:cNvSpPr>
            <a:spLocks xmlns:a="http://schemas.openxmlformats.org/drawingml/2006/main" noGrp="1"/>
          </p:cNvSpPr>
          <p:nvPr/>
        </p:nvSpPr>
        <p:spPr>
          <a:xfrm xmlns:a="http://schemas.openxmlformats.org/drawingml/2006/main">
            <a:off x="4619625" y="2133600"/>
            <a:ext cx="457200" cy="342900"/>
          </a:xfrm>
          <a:prstGeom xmlns:a="http://schemas.openxmlformats.org/drawingml/2006/main" prst="roundRect">
            <a:avLst>
              <a:gd name="adj" fmla="val 22222"/>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46" name="Google Shape;1946;p30">
            <a:extLst xmlns:a="http://schemas.openxmlformats.org/drawingml/2006/main">
              <a:ext uri="{FF2B5EF4-FFF2-40B4-BE49-F238E27FC236}">
                <a16:creationId xmlns:a16="http://schemas.microsoft.com/office/drawing/2014/main" id="{5BB3420A-2FB7-44FB-90EC-2CA0DB6A73AB}"/>
              </a:ext>
            </a:extLst>
          </p:cNvPr>
          <p:cNvSpPr>
            <a:spLocks xmlns:a="http://schemas.openxmlformats.org/drawingml/2006/main" noGrp="1"/>
          </p:cNvSpPr>
          <p:nvPr/>
        </p:nvSpPr>
        <p:spPr>
          <a:xfrm xmlns:a="http://schemas.openxmlformats.org/drawingml/2006/main">
            <a:off x="4638675" y="2171700"/>
            <a:ext cx="4191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75"/>
              <a:buFont typeface="Arial"/>
              <a:buNone/>
            </a:pPr>
            <a:r>
              <a:rPr sz="975" b="1">
                <a:solidFill>
                  <a:srgbClr val="2F6F57"/>
                </a:solidFill>
              </a:rPr>
              <a:t>02</a:t>
            </a:r>
            <a:endParaRPr/>
          </a:p>
        </p:txBody>
      </p:sp>
      <p:sp>
        <p:nvSpPr>
          <p:cNvPr id="1947" name="Google Shape;1947;p30">
            <a:extLst xmlns:a="http://schemas.openxmlformats.org/drawingml/2006/main">
              <a:ext uri="{FF2B5EF4-FFF2-40B4-BE49-F238E27FC236}">
                <a16:creationId xmlns:a16="http://schemas.microsoft.com/office/drawing/2014/main" id="{E0D320CE-96FB-4C01-8642-5C1EB449BDA2}"/>
              </a:ext>
            </a:extLst>
          </p:cNvPr>
          <p:cNvSpPr>
            <a:spLocks xmlns:a="http://schemas.openxmlformats.org/drawingml/2006/main" noGrp="1"/>
          </p:cNvSpPr>
          <p:nvPr/>
        </p:nvSpPr>
        <p:spPr>
          <a:xfrm xmlns:a="http://schemas.openxmlformats.org/drawingml/2006/main">
            <a:off x="5210175" y="2105025"/>
            <a:ext cx="23241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13"/>
              <a:buFont typeface="Arial"/>
              <a:buNone/>
            </a:pPr>
            <a:r>
              <a:rPr sz="1313" b="1">
                <a:solidFill>
                  <a:srgbClr val="1A1A2E"/>
                </a:solidFill>
              </a:rPr>
              <a:t>Validated Epic / Story Review</a:t>
            </a:r>
            <a:endParaRPr/>
          </a:p>
        </p:txBody>
      </p:sp>
      <p:sp>
        <p:nvSpPr>
          <p:cNvPr id="1948" name="Google Shape;1948;p30">
            <a:extLst xmlns:a="http://schemas.openxmlformats.org/drawingml/2006/main">
              <a:ext uri="{FF2B5EF4-FFF2-40B4-BE49-F238E27FC236}">
                <a16:creationId xmlns:a16="http://schemas.microsoft.com/office/drawing/2014/main" id="{9A72A63A-4A97-4CA7-8BC7-9810D92499C8}"/>
              </a:ext>
            </a:extLst>
          </p:cNvPr>
          <p:cNvSpPr>
            <a:spLocks xmlns:a="http://schemas.openxmlformats.org/drawingml/2006/main" noGrp="1"/>
          </p:cNvSpPr>
          <p:nvPr/>
        </p:nvSpPr>
        <p:spPr>
          <a:xfrm xmlns:a="http://schemas.openxmlformats.org/drawingml/2006/main">
            <a:off x="4657725" y="2667000"/>
            <a:ext cx="2876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14"/>
              <a:buFont typeface="Arial"/>
              <a:buNone/>
            </a:pPr>
            <a:r>
              <a:rPr sz="915">
                <a:solidFill>
                  <a:srgbClr val="666B70"/>
                </a:solidFill>
              </a:rPr>
              <a:t>Dynamic Epic–Feature–Story decomposition with mapped story acceptance criteria.</a:t>
            </a:r>
            <a:endParaRPr/>
          </a:p>
        </p:txBody>
      </p:sp>
      <p:sp>
        <p:nvSpPr>
          <p:cNvPr id="1949" name="Google Shape;1949;p30">
            <a:extLst xmlns:a="http://schemas.openxmlformats.org/drawingml/2006/main">
              <a:ext uri="{FF2B5EF4-FFF2-40B4-BE49-F238E27FC236}">
                <a16:creationId xmlns:a16="http://schemas.microsoft.com/office/drawing/2014/main" id="{59D2EDEB-30A4-4BC0-A927-1BFA26ABB96C}"/>
              </a:ext>
            </a:extLst>
          </p:cNvPr>
          <p:cNvSpPr>
            <a:spLocks xmlns:a="http://schemas.openxmlformats.org/drawingml/2006/main" noGrp="1"/>
          </p:cNvSpPr>
          <p:nvPr/>
        </p:nvSpPr>
        <p:spPr>
          <a:xfrm xmlns:a="http://schemas.openxmlformats.org/drawingml/2006/main">
            <a:off x="4657725" y="3228975"/>
            <a:ext cx="2876550" cy="428625"/>
          </a:xfrm>
          <a:prstGeom xmlns:a="http://schemas.openxmlformats.org/drawingml/2006/main" prst="roundRect">
            <a:avLst>
              <a:gd name="adj" fmla="val 17778"/>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50" name="Google Shape;1950;p30">
            <a:extLst xmlns:a="http://schemas.openxmlformats.org/drawingml/2006/main">
              <a:ext uri="{FF2B5EF4-FFF2-40B4-BE49-F238E27FC236}">
                <a16:creationId xmlns:a16="http://schemas.microsoft.com/office/drawing/2014/main" id="{C19E6248-0F90-405C-8323-34DA088B8C22}"/>
              </a:ext>
            </a:extLst>
          </p:cNvPr>
          <p:cNvSpPr>
            <a:spLocks xmlns:a="http://schemas.openxmlformats.org/drawingml/2006/main" noGrp="1"/>
          </p:cNvSpPr>
          <p:nvPr/>
        </p:nvSpPr>
        <p:spPr>
          <a:xfrm xmlns:a="http://schemas.openxmlformats.org/drawingml/2006/main">
            <a:off x="4752975" y="3305175"/>
            <a:ext cx="2686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922"/>
              <a:buFont typeface="Arial"/>
              <a:buNone/>
            </a:pPr>
            <a:r>
              <a:rPr sz="923" b="1">
                <a:solidFill>
                  <a:srgbClr val="2F6F57"/>
                </a:solidFill>
              </a:rPr>
              <a:t>3 Epics · 7 Features · 11 Stories · 11 Story AC</a:t>
            </a:r>
            <a:endParaRPr/>
          </a:p>
        </p:txBody>
      </p:sp>
      <p:sp>
        <p:nvSpPr>
          <p:cNvPr id="1951" name="Google Shape;1951;p30">
            <a:extLst xmlns:a="http://schemas.openxmlformats.org/drawingml/2006/main">
              <a:ext uri="{FF2B5EF4-FFF2-40B4-BE49-F238E27FC236}">
                <a16:creationId xmlns:a16="http://schemas.microsoft.com/office/drawing/2014/main" id="{C91FC107-B6BF-4EB4-9C54-D855522EB91F}"/>
              </a:ext>
            </a:extLst>
          </p:cNvPr>
          <p:cNvSpPr>
            <a:spLocks xmlns:a="http://schemas.openxmlformats.org/drawingml/2006/main" noGrp="1"/>
          </p:cNvSpPr>
          <p:nvPr/>
        </p:nvSpPr>
        <p:spPr>
          <a:xfrm xmlns:a="http://schemas.openxmlformats.org/drawingml/2006/main">
            <a:off x="4657725" y="3781425"/>
            <a:ext cx="28765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Drive ID  1avNdNgVi1cDIBvBC-6YNupgsYgPvEaJT</a:t>
            </a:r>
            <a:endParaRPr/>
          </a:p>
        </p:txBody>
      </p:sp>
      <p:sp>
        <p:nvSpPr>
          <p:cNvPr id="1952" name="Google Shape;1952;p30">
            <a:extLst xmlns:a="http://schemas.openxmlformats.org/drawingml/2006/main">
              <a:ext uri="{FF2B5EF4-FFF2-40B4-BE49-F238E27FC236}">
                <a16:creationId xmlns:a16="http://schemas.microsoft.com/office/drawing/2014/main" id="{B3A76889-3D49-43B5-AF10-FBA3BF3B44DA}"/>
              </a:ext>
            </a:extLst>
          </p:cNvPr>
          <p:cNvSpPr>
            <a:spLocks xmlns:a="http://schemas.openxmlformats.org/drawingml/2006/main" noGrp="1"/>
          </p:cNvSpPr>
          <p:nvPr/>
        </p:nvSpPr>
        <p:spPr>
          <a:xfrm xmlns:a="http://schemas.openxmlformats.org/drawingml/2006/main">
            <a:off x="8172450" y="1971675"/>
            <a:ext cx="333375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53" name="Google Shape;1953;p30">
            <a:extLst xmlns:a="http://schemas.openxmlformats.org/drawingml/2006/main">
              <a:ext uri="{FF2B5EF4-FFF2-40B4-BE49-F238E27FC236}">
                <a16:creationId xmlns:a16="http://schemas.microsoft.com/office/drawing/2014/main" id="{B2DF8380-17B2-45C4-8C03-FE37C025C89E}"/>
              </a:ext>
            </a:extLst>
          </p:cNvPr>
          <p:cNvSpPr>
            <a:spLocks xmlns:a="http://schemas.openxmlformats.org/drawingml/2006/main" noGrp="1"/>
          </p:cNvSpPr>
          <p:nvPr/>
        </p:nvSpPr>
        <p:spPr>
          <a:xfrm xmlns:a="http://schemas.openxmlformats.org/drawingml/2006/main">
            <a:off x="8172450" y="1971675"/>
            <a:ext cx="3333750" cy="66675"/>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54" name="Google Shape;1954;p30">
            <a:extLst xmlns:a="http://schemas.openxmlformats.org/drawingml/2006/main">
              <a:ext uri="{FF2B5EF4-FFF2-40B4-BE49-F238E27FC236}">
                <a16:creationId xmlns:a16="http://schemas.microsoft.com/office/drawing/2014/main" id="{372C0DBB-8DC7-4725-BEF6-CB50FADD1141}"/>
              </a:ext>
            </a:extLst>
          </p:cNvPr>
          <p:cNvSpPr>
            <a:spLocks xmlns:a="http://schemas.openxmlformats.org/drawingml/2006/main" noGrp="1"/>
          </p:cNvSpPr>
          <p:nvPr/>
        </p:nvSpPr>
        <p:spPr>
          <a:xfrm xmlns:a="http://schemas.openxmlformats.org/drawingml/2006/main">
            <a:off x="8382000" y="2171700"/>
            <a:ext cx="4191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975"/>
              <a:buFont typeface="Arial"/>
              <a:buNone/>
            </a:pPr>
            <a:r>
              <a:rPr sz="975" b="1">
                <a:solidFill>
                  <a:srgbClr val="7546C8"/>
                </a:solidFill>
              </a:rPr>
              <a:t>03</a:t>
            </a:r>
            <a:endParaRPr/>
          </a:p>
        </p:txBody>
      </p:sp>
      <p:sp>
        <p:nvSpPr>
          <p:cNvPr id="1955" name="Google Shape;1955;p30">
            <a:extLst xmlns:a="http://schemas.openxmlformats.org/drawingml/2006/main">
              <a:ext uri="{FF2B5EF4-FFF2-40B4-BE49-F238E27FC236}">
                <a16:creationId xmlns:a16="http://schemas.microsoft.com/office/drawing/2014/main" id="{AADA85AD-53D4-4A57-874A-94F8A7AADD1E}"/>
              </a:ext>
            </a:extLst>
          </p:cNvPr>
          <p:cNvSpPr>
            <a:spLocks xmlns:a="http://schemas.openxmlformats.org/drawingml/2006/main" noGrp="1"/>
          </p:cNvSpPr>
          <p:nvPr/>
        </p:nvSpPr>
        <p:spPr>
          <a:xfrm xmlns:a="http://schemas.openxmlformats.org/drawingml/2006/main">
            <a:off x="8362950" y="2133600"/>
            <a:ext cx="457200" cy="342900"/>
          </a:xfrm>
          <a:prstGeom xmlns:a="http://schemas.openxmlformats.org/drawingml/2006/main" prst="roundRect">
            <a:avLst>
              <a:gd name="adj" fmla="val 22222"/>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56" name="Google Shape;1956;p30">
            <a:extLst xmlns:a="http://schemas.openxmlformats.org/drawingml/2006/main">
              <a:ext uri="{FF2B5EF4-FFF2-40B4-BE49-F238E27FC236}">
                <a16:creationId xmlns:a16="http://schemas.microsoft.com/office/drawing/2014/main" id="{EFFB0D4B-29BD-4716-98C6-0798CABD23FA}"/>
              </a:ext>
            </a:extLst>
          </p:cNvPr>
          <p:cNvSpPr>
            <a:spLocks xmlns:a="http://schemas.openxmlformats.org/drawingml/2006/main" noGrp="1"/>
          </p:cNvSpPr>
          <p:nvPr/>
        </p:nvSpPr>
        <p:spPr>
          <a:xfrm xmlns:a="http://schemas.openxmlformats.org/drawingml/2006/main">
            <a:off x="8382000" y="2171700"/>
            <a:ext cx="4191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975"/>
              <a:buFont typeface="Arial"/>
              <a:buNone/>
            </a:pPr>
            <a:r>
              <a:rPr sz="975" b="1">
                <a:solidFill>
                  <a:srgbClr val="7546C8"/>
                </a:solidFill>
              </a:rPr>
              <a:t>03</a:t>
            </a:r>
            <a:endParaRPr/>
          </a:p>
        </p:txBody>
      </p:sp>
      <p:sp>
        <p:nvSpPr>
          <p:cNvPr id="1957" name="Google Shape;1957;p30">
            <a:extLst xmlns:a="http://schemas.openxmlformats.org/drawingml/2006/main">
              <a:ext uri="{FF2B5EF4-FFF2-40B4-BE49-F238E27FC236}">
                <a16:creationId xmlns:a16="http://schemas.microsoft.com/office/drawing/2014/main" id="{C0B895A1-56E5-493F-8B31-2AA103ECBFA9}"/>
              </a:ext>
            </a:extLst>
          </p:cNvPr>
          <p:cNvSpPr>
            <a:spLocks xmlns:a="http://schemas.openxmlformats.org/drawingml/2006/main" noGrp="1"/>
          </p:cNvSpPr>
          <p:nvPr/>
        </p:nvSpPr>
        <p:spPr>
          <a:xfrm xmlns:a="http://schemas.openxmlformats.org/drawingml/2006/main">
            <a:off x="8953500" y="2105025"/>
            <a:ext cx="23241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1313"/>
              <a:buFont typeface="Arial"/>
              <a:buNone/>
            </a:pPr>
            <a:r>
              <a:rPr sz="1313" b="1">
                <a:solidFill>
                  <a:srgbClr val="1A1A2E"/>
                </a:solidFill>
              </a:rPr>
              <a:t>Proposed T-Shirt Sizing Review</a:t>
            </a:r>
            <a:endParaRPr/>
          </a:p>
        </p:txBody>
      </p:sp>
      <p:sp>
        <p:nvSpPr>
          <p:cNvPr id="1958" name="Google Shape;1958;p30">
            <a:extLst xmlns:a="http://schemas.openxmlformats.org/drawingml/2006/main">
              <a:ext uri="{FF2B5EF4-FFF2-40B4-BE49-F238E27FC236}">
                <a16:creationId xmlns:a16="http://schemas.microsoft.com/office/drawing/2014/main" id="{A4176DAD-4CE5-4B36-92E7-295FADC620C8}"/>
              </a:ext>
            </a:extLst>
          </p:cNvPr>
          <p:cNvSpPr>
            <a:spLocks xmlns:a="http://schemas.openxmlformats.org/drawingml/2006/main" noGrp="1"/>
          </p:cNvSpPr>
          <p:nvPr/>
        </p:nvSpPr>
        <p:spPr>
          <a:xfrm xmlns:a="http://schemas.openxmlformats.org/drawingml/2006/main">
            <a:off x="8401050" y="2667000"/>
            <a:ext cx="2876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914"/>
              <a:buFont typeface="Arial"/>
              <a:buNone/>
            </a:pPr>
            <a:r>
              <a:rPr sz="915">
                <a:solidFill>
                  <a:srgbClr val="666B70"/>
                </a:solidFill>
              </a:rPr>
              <a:t>Non-blocking planning guidance with proposed size, confidence, and refinement needs.</a:t>
            </a:r>
            <a:endParaRPr/>
          </a:p>
        </p:txBody>
      </p:sp>
      <p:sp>
        <p:nvSpPr>
          <p:cNvPr id="1959" name="Google Shape;1959;p30">
            <a:extLst xmlns:a="http://schemas.openxmlformats.org/drawingml/2006/main">
              <a:ext uri="{FF2B5EF4-FFF2-40B4-BE49-F238E27FC236}">
                <a16:creationId xmlns:a16="http://schemas.microsoft.com/office/drawing/2014/main" id="{A89C7FE9-36B8-4B9E-8F31-B2FE7E269262}"/>
              </a:ext>
            </a:extLst>
          </p:cNvPr>
          <p:cNvSpPr>
            <a:spLocks xmlns:a="http://schemas.openxmlformats.org/drawingml/2006/main" noGrp="1"/>
          </p:cNvSpPr>
          <p:nvPr/>
        </p:nvSpPr>
        <p:spPr>
          <a:xfrm xmlns:a="http://schemas.openxmlformats.org/drawingml/2006/main">
            <a:off x="8401050" y="3228975"/>
            <a:ext cx="2876550" cy="428625"/>
          </a:xfrm>
          <a:prstGeom xmlns:a="http://schemas.openxmlformats.org/drawingml/2006/main" prst="roundRect">
            <a:avLst>
              <a:gd name="adj" fmla="val 17778"/>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0" name="Google Shape;1960;p30">
            <a:extLst xmlns:a="http://schemas.openxmlformats.org/drawingml/2006/main">
              <a:ext uri="{FF2B5EF4-FFF2-40B4-BE49-F238E27FC236}">
                <a16:creationId xmlns:a16="http://schemas.microsoft.com/office/drawing/2014/main" id="{3C2D9B37-DBA5-41DE-BF50-165A99E80224}"/>
              </a:ext>
            </a:extLst>
          </p:cNvPr>
          <p:cNvSpPr>
            <a:spLocks xmlns:a="http://schemas.openxmlformats.org/drawingml/2006/main" noGrp="1"/>
          </p:cNvSpPr>
          <p:nvPr/>
        </p:nvSpPr>
        <p:spPr>
          <a:xfrm xmlns:a="http://schemas.openxmlformats.org/drawingml/2006/main">
            <a:off x="8496300" y="3305175"/>
            <a:ext cx="26860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922"/>
              <a:buFont typeface="Arial"/>
              <a:buNone/>
            </a:pPr>
            <a:r>
              <a:rPr sz="923" b="1">
                <a:solidFill>
                  <a:srgbClr val="7546C8"/>
                </a:solidFill>
              </a:rPr>
              <a:t>11 / 11 stories sized · advisory after export</a:t>
            </a:r>
            <a:endParaRPr/>
          </a:p>
        </p:txBody>
      </p:sp>
      <p:sp>
        <p:nvSpPr>
          <p:cNvPr id="1961" name="Google Shape;1961;p30">
            <a:extLst xmlns:a="http://schemas.openxmlformats.org/drawingml/2006/main">
              <a:ext uri="{FF2B5EF4-FFF2-40B4-BE49-F238E27FC236}">
                <a16:creationId xmlns:a16="http://schemas.microsoft.com/office/drawing/2014/main" id="{8E33117F-73E8-4EF8-AA72-D1122AD6E4C2}"/>
              </a:ext>
            </a:extLst>
          </p:cNvPr>
          <p:cNvSpPr>
            <a:spLocks xmlns:a="http://schemas.openxmlformats.org/drawingml/2006/main" noGrp="1"/>
          </p:cNvSpPr>
          <p:nvPr/>
        </p:nvSpPr>
        <p:spPr>
          <a:xfrm xmlns:a="http://schemas.openxmlformats.org/drawingml/2006/main">
            <a:off x="8401050" y="3781425"/>
            <a:ext cx="28765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13"/>
              <a:buFont typeface="Arial"/>
              <a:buNone/>
            </a:pPr>
            <a:r>
              <a:rPr sz="713">
                <a:solidFill>
                  <a:srgbClr val="666B70"/>
                </a:solidFill>
              </a:rPr>
              <a:t>Drive ID  1a3jiUoNy2bQ0mvr6aZpFDIUPTz9ONupb</a:t>
            </a:r>
            <a:endParaRPr/>
          </a:p>
        </p:txBody>
      </p:sp>
      <p:sp>
        <p:nvSpPr>
          <p:cNvPr id="1962" name="Google Shape;1962;p30">
            <a:extLst xmlns:a="http://schemas.openxmlformats.org/drawingml/2006/main">
              <a:ext uri="{FF2B5EF4-FFF2-40B4-BE49-F238E27FC236}">
                <a16:creationId xmlns:a16="http://schemas.microsoft.com/office/drawing/2014/main" id="{085BBAC6-B284-42A8-8FF5-FC23AD7DB4B8}"/>
              </a:ext>
            </a:extLst>
          </p:cNvPr>
          <p:cNvSpPr>
            <a:spLocks xmlns:a="http://schemas.openxmlformats.org/drawingml/2006/main" noGrp="1"/>
          </p:cNvSpPr>
          <p:nvPr/>
        </p:nvSpPr>
        <p:spPr>
          <a:xfrm xmlns:a="http://schemas.openxmlformats.org/drawingml/2006/main">
            <a:off x="685800" y="4324350"/>
            <a:ext cx="10820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788"/>
              <a:buFont typeface="Arial"/>
              <a:buNone/>
            </a:pPr>
            <a:r>
              <a:rPr sz="788" b="1">
                <a:solidFill>
                  <a:srgbClr val="B85042"/>
                </a:solidFill>
              </a:rPr>
              <a:t>MACHINE AND AUDIT ARTIFACTS</a:t>
            </a:r>
            <a:endParaRPr/>
          </a:p>
        </p:txBody>
      </p:sp>
      <p:sp>
        <p:nvSpPr>
          <p:cNvPr id="1963" name="Google Shape;1963;p30">
            <a:extLst xmlns:a="http://schemas.openxmlformats.org/drawingml/2006/main">
              <a:ext uri="{FF2B5EF4-FFF2-40B4-BE49-F238E27FC236}">
                <a16:creationId xmlns:a16="http://schemas.microsoft.com/office/drawing/2014/main" id="{C3DE2ACD-5D4C-40AF-862C-E879DEB94B11}"/>
              </a:ext>
            </a:extLst>
          </p:cNvPr>
          <p:cNvSpPr>
            <a:spLocks xmlns:a="http://schemas.openxmlformats.org/drawingml/2006/main" noGrp="1"/>
          </p:cNvSpPr>
          <p:nvPr/>
        </p:nvSpPr>
        <p:spPr>
          <a:xfrm xmlns:a="http://schemas.openxmlformats.org/drawingml/2006/main">
            <a:off x="685800" y="4629150"/>
            <a:ext cx="10820400" cy="27622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4" name="Google Shape;1964;p30">
            <a:extLst xmlns:a="http://schemas.openxmlformats.org/drawingml/2006/main">
              <a:ext uri="{FF2B5EF4-FFF2-40B4-BE49-F238E27FC236}">
                <a16:creationId xmlns:a16="http://schemas.microsoft.com/office/drawing/2014/main" id="{65D20BBE-AAF8-4F98-8177-7F6D8EFE6C5A}"/>
              </a:ext>
            </a:extLst>
          </p:cNvPr>
          <p:cNvSpPr>
            <a:spLocks xmlns:a="http://schemas.openxmlformats.org/drawingml/2006/main" noGrp="1"/>
          </p:cNvSpPr>
          <p:nvPr/>
        </p:nvSpPr>
        <p:spPr>
          <a:xfrm xmlns:a="http://schemas.openxmlformats.org/drawingml/2006/main">
            <a:off x="685800" y="4629150"/>
            <a:ext cx="47625" cy="276225"/>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5" name="Google Shape;1965;p30">
            <a:extLst xmlns:a="http://schemas.openxmlformats.org/drawingml/2006/main">
              <a:ext uri="{FF2B5EF4-FFF2-40B4-BE49-F238E27FC236}">
                <a16:creationId xmlns:a16="http://schemas.microsoft.com/office/drawing/2014/main" id="{ED900FC9-D0C8-4E3C-9DC7-E85168562B6B}"/>
              </a:ext>
            </a:extLst>
          </p:cNvPr>
          <p:cNvSpPr>
            <a:spLocks xmlns:a="http://schemas.openxmlformats.org/drawingml/2006/main" noGrp="1"/>
          </p:cNvSpPr>
          <p:nvPr/>
        </p:nvSpPr>
        <p:spPr>
          <a:xfrm xmlns:a="http://schemas.openxmlformats.org/drawingml/2006/main">
            <a:off x="866775" y="4657725"/>
            <a:ext cx="47625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Run summary</a:t>
            </a:r>
            <a:endParaRPr/>
          </a:p>
        </p:txBody>
      </p:sp>
      <p:sp>
        <p:nvSpPr>
          <p:cNvPr id="1966" name="Google Shape;1966;p30">
            <a:extLst xmlns:a="http://schemas.openxmlformats.org/drawingml/2006/main">
              <a:ext uri="{FF2B5EF4-FFF2-40B4-BE49-F238E27FC236}">
                <a16:creationId xmlns:a16="http://schemas.microsoft.com/office/drawing/2014/main" id="{3235DB89-B72E-4D95-B4DE-510D695CC0B4}"/>
              </a:ext>
            </a:extLst>
          </p:cNvPr>
          <p:cNvSpPr>
            <a:spLocks xmlns:a="http://schemas.openxmlformats.org/drawingml/2006/main" noGrp="1"/>
          </p:cNvSpPr>
          <p:nvPr/>
        </p:nvSpPr>
        <p:spPr>
          <a:xfrm xmlns:a="http://schemas.openxmlformats.org/drawingml/2006/main">
            <a:off x="5857875" y="4657725"/>
            <a:ext cx="147637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B85042"/>
              </a:buClr>
              <a:buSzPts val="788"/>
              <a:buFont typeface="Arial"/>
              <a:buNone/>
            </a:pPr>
            <a:r>
              <a:rPr sz="788" b="1">
                <a:solidFill>
                  <a:srgbClr val="B85042"/>
                </a:solidFill>
              </a:rPr>
              <a:t>JSON</a:t>
            </a:r>
            <a:endParaRPr/>
          </a:p>
        </p:txBody>
      </p:sp>
      <p:sp>
        <p:nvSpPr>
          <p:cNvPr id="1967" name="Google Shape;1967;p30">
            <a:extLst xmlns:a="http://schemas.openxmlformats.org/drawingml/2006/main">
              <a:ext uri="{FF2B5EF4-FFF2-40B4-BE49-F238E27FC236}">
                <a16:creationId xmlns:a16="http://schemas.microsoft.com/office/drawing/2014/main" id="{BC673C78-D53F-4D7B-8DC7-CFDAFA871BA5}"/>
              </a:ext>
            </a:extLst>
          </p:cNvPr>
          <p:cNvSpPr>
            <a:spLocks xmlns:a="http://schemas.openxmlformats.org/drawingml/2006/main" noGrp="1"/>
          </p:cNvSpPr>
          <p:nvPr/>
        </p:nvSpPr>
        <p:spPr>
          <a:xfrm xmlns:a="http://schemas.openxmlformats.org/drawingml/2006/main">
            <a:off x="7562850" y="4657725"/>
            <a:ext cx="3714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65"/>
              <a:buFont typeface="Arial"/>
              <a:buNone/>
            </a:pPr>
            <a:r>
              <a:rPr sz="765">
                <a:solidFill>
                  <a:srgbClr val="666B70"/>
                </a:solidFill>
              </a:rPr>
              <a:t>1KUzoIxV9l0Ddz86tgLJeryXU5VyWVIJS</a:t>
            </a:r>
            <a:endParaRPr/>
          </a:p>
        </p:txBody>
      </p:sp>
      <p:sp>
        <p:nvSpPr>
          <p:cNvPr id="1968" name="Google Shape;1968;p30">
            <a:extLst xmlns:a="http://schemas.openxmlformats.org/drawingml/2006/main">
              <a:ext uri="{FF2B5EF4-FFF2-40B4-BE49-F238E27FC236}">
                <a16:creationId xmlns:a16="http://schemas.microsoft.com/office/drawing/2014/main" id="{38308ACE-09E2-45BA-95EC-9073FCB55E11}"/>
              </a:ext>
            </a:extLst>
          </p:cNvPr>
          <p:cNvSpPr>
            <a:spLocks xmlns:a="http://schemas.openxmlformats.org/drawingml/2006/main" noGrp="1"/>
          </p:cNvSpPr>
          <p:nvPr/>
        </p:nvSpPr>
        <p:spPr>
          <a:xfrm xmlns:a="http://schemas.openxmlformats.org/drawingml/2006/main">
            <a:off x="685800" y="4933950"/>
            <a:ext cx="10820400" cy="27622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9" name="Google Shape;1969;p30">
            <a:extLst xmlns:a="http://schemas.openxmlformats.org/drawingml/2006/main">
              <a:ext uri="{FF2B5EF4-FFF2-40B4-BE49-F238E27FC236}">
                <a16:creationId xmlns:a16="http://schemas.microsoft.com/office/drawing/2014/main" id="{0E00B6F0-D60D-4A7B-9C11-CFF8E3DE9E25}"/>
              </a:ext>
            </a:extLst>
          </p:cNvPr>
          <p:cNvSpPr>
            <a:spLocks xmlns:a="http://schemas.openxmlformats.org/drawingml/2006/main" noGrp="1"/>
          </p:cNvSpPr>
          <p:nvPr/>
        </p:nvSpPr>
        <p:spPr>
          <a:xfrm xmlns:a="http://schemas.openxmlformats.org/drawingml/2006/main">
            <a:off x="685800" y="4933950"/>
            <a:ext cx="47625" cy="27622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0" name="Google Shape;1970;p30">
            <a:extLst xmlns:a="http://schemas.openxmlformats.org/drawingml/2006/main">
              <a:ext uri="{FF2B5EF4-FFF2-40B4-BE49-F238E27FC236}">
                <a16:creationId xmlns:a16="http://schemas.microsoft.com/office/drawing/2014/main" id="{A6A0E164-8DE8-42F9-BDB3-3F5735491900}"/>
              </a:ext>
            </a:extLst>
          </p:cNvPr>
          <p:cNvSpPr>
            <a:spLocks xmlns:a="http://schemas.openxmlformats.org/drawingml/2006/main" noGrp="1"/>
          </p:cNvSpPr>
          <p:nvPr/>
        </p:nvSpPr>
        <p:spPr>
          <a:xfrm xmlns:a="http://schemas.openxmlformats.org/drawingml/2006/main">
            <a:off x="866775" y="4962525"/>
            <a:ext cx="47625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Final PRD</a:t>
            </a:r>
            <a:endParaRPr/>
          </a:p>
        </p:txBody>
      </p:sp>
      <p:sp>
        <p:nvSpPr>
          <p:cNvPr id="1971" name="Google Shape;1971;p30">
            <a:extLst xmlns:a="http://schemas.openxmlformats.org/drawingml/2006/main">
              <a:ext uri="{FF2B5EF4-FFF2-40B4-BE49-F238E27FC236}">
                <a16:creationId xmlns:a16="http://schemas.microsoft.com/office/drawing/2014/main" id="{926FBAEF-8137-4E3A-BE15-E2A5CD5AF88B}"/>
              </a:ext>
            </a:extLst>
          </p:cNvPr>
          <p:cNvSpPr>
            <a:spLocks xmlns:a="http://schemas.openxmlformats.org/drawingml/2006/main" noGrp="1"/>
          </p:cNvSpPr>
          <p:nvPr/>
        </p:nvSpPr>
        <p:spPr>
          <a:xfrm xmlns:a="http://schemas.openxmlformats.org/drawingml/2006/main">
            <a:off x="5857875" y="4962525"/>
            <a:ext cx="147637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3B6EBF"/>
              </a:buClr>
              <a:buSzPts val="788"/>
              <a:buFont typeface="Arial"/>
              <a:buNone/>
            </a:pPr>
            <a:r>
              <a:rPr sz="788" b="1">
                <a:solidFill>
                  <a:srgbClr val="3B6EBF"/>
                </a:solidFill>
              </a:rPr>
              <a:t>MARKDOWN</a:t>
            </a:r>
            <a:endParaRPr/>
          </a:p>
        </p:txBody>
      </p:sp>
      <p:sp>
        <p:nvSpPr>
          <p:cNvPr id="1972" name="Google Shape;1972;p30">
            <a:extLst xmlns:a="http://schemas.openxmlformats.org/drawingml/2006/main">
              <a:ext uri="{FF2B5EF4-FFF2-40B4-BE49-F238E27FC236}">
                <a16:creationId xmlns:a16="http://schemas.microsoft.com/office/drawing/2014/main" id="{97BD13F2-1D02-45E9-84C3-BD51DB769147}"/>
              </a:ext>
            </a:extLst>
          </p:cNvPr>
          <p:cNvSpPr>
            <a:spLocks xmlns:a="http://schemas.openxmlformats.org/drawingml/2006/main" noGrp="1"/>
          </p:cNvSpPr>
          <p:nvPr/>
        </p:nvSpPr>
        <p:spPr>
          <a:xfrm xmlns:a="http://schemas.openxmlformats.org/drawingml/2006/main">
            <a:off x="7562850" y="4962525"/>
            <a:ext cx="3714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65"/>
              <a:buFont typeface="Arial"/>
              <a:buNone/>
            </a:pPr>
            <a:r>
              <a:rPr sz="765">
                <a:solidFill>
                  <a:srgbClr val="666B70"/>
                </a:solidFill>
              </a:rPr>
              <a:t>10Rc9rtw-zYemiswLM0aPnoLIHmDtSRVI</a:t>
            </a:r>
            <a:endParaRPr/>
          </a:p>
        </p:txBody>
      </p:sp>
      <p:sp>
        <p:nvSpPr>
          <p:cNvPr id="1973" name="Google Shape;1973;p30">
            <a:extLst xmlns:a="http://schemas.openxmlformats.org/drawingml/2006/main">
              <a:ext uri="{FF2B5EF4-FFF2-40B4-BE49-F238E27FC236}">
                <a16:creationId xmlns:a16="http://schemas.microsoft.com/office/drawing/2014/main" id="{4CC5B5F7-1EB9-4BDC-8CAE-C5F14EAED7B3}"/>
              </a:ext>
            </a:extLst>
          </p:cNvPr>
          <p:cNvSpPr>
            <a:spLocks xmlns:a="http://schemas.openxmlformats.org/drawingml/2006/main" noGrp="1"/>
          </p:cNvSpPr>
          <p:nvPr/>
        </p:nvSpPr>
        <p:spPr>
          <a:xfrm xmlns:a="http://schemas.openxmlformats.org/drawingml/2006/main">
            <a:off x="685800" y="5238750"/>
            <a:ext cx="10820400" cy="276225"/>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4" name="Google Shape;1974;p30">
            <a:extLst xmlns:a="http://schemas.openxmlformats.org/drawingml/2006/main">
              <a:ext uri="{FF2B5EF4-FFF2-40B4-BE49-F238E27FC236}">
                <a16:creationId xmlns:a16="http://schemas.microsoft.com/office/drawing/2014/main" id="{9A57F47B-3E9C-4CCB-9CD0-43F344E8E2E9}"/>
              </a:ext>
            </a:extLst>
          </p:cNvPr>
          <p:cNvSpPr>
            <a:spLocks xmlns:a="http://schemas.openxmlformats.org/drawingml/2006/main" noGrp="1"/>
          </p:cNvSpPr>
          <p:nvPr/>
        </p:nvSpPr>
        <p:spPr>
          <a:xfrm xmlns:a="http://schemas.openxmlformats.org/drawingml/2006/main">
            <a:off x="685800" y="5238750"/>
            <a:ext cx="47625" cy="27622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5" name="Google Shape;1975;p30">
            <a:extLst xmlns:a="http://schemas.openxmlformats.org/drawingml/2006/main">
              <a:ext uri="{FF2B5EF4-FFF2-40B4-BE49-F238E27FC236}">
                <a16:creationId xmlns:a16="http://schemas.microsoft.com/office/drawing/2014/main" id="{6256B698-8EB8-4B6A-8134-DF6E6F3F9437}"/>
              </a:ext>
            </a:extLst>
          </p:cNvPr>
          <p:cNvSpPr>
            <a:spLocks xmlns:a="http://schemas.openxmlformats.org/drawingml/2006/main" noGrp="1"/>
          </p:cNvSpPr>
          <p:nvPr/>
        </p:nvSpPr>
        <p:spPr>
          <a:xfrm xmlns:a="http://schemas.openxmlformats.org/drawingml/2006/main">
            <a:off x="866775" y="5267325"/>
            <a:ext cx="47625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Story breakdown</a:t>
            </a:r>
            <a:endParaRPr/>
          </a:p>
        </p:txBody>
      </p:sp>
      <p:sp>
        <p:nvSpPr>
          <p:cNvPr id="1976" name="Google Shape;1976;p30">
            <a:extLst xmlns:a="http://schemas.openxmlformats.org/drawingml/2006/main">
              <a:ext uri="{FF2B5EF4-FFF2-40B4-BE49-F238E27FC236}">
                <a16:creationId xmlns:a16="http://schemas.microsoft.com/office/drawing/2014/main" id="{A38289DA-C44F-42D9-9DB6-F8CE175AFB37}"/>
              </a:ext>
            </a:extLst>
          </p:cNvPr>
          <p:cNvSpPr>
            <a:spLocks xmlns:a="http://schemas.openxmlformats.org/drawingml/2006/main" noGrp="1"/>
          </p:cNvSpPr>
          <p:nvPr/>
        </p:nvSpPr>
        <p:spPr>
          <a:xfrm xmlns:a="http://schemas.openxmlformats.org/drawingml/2006/main">
            <a:off x="5857875" y="5267325"/>
            <a:ext cx="147637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788"/>
              <a:buFont typeface="Arial"/>
              <a:buNone/>
            </a:pPr>
            <a:r>
              <a:rPr sz="788" b="1">
                <a:solidFill>
                  <a:srgbClr val="2F6F57"/>
                </a:solidFill>
              </a:rPr>
              <a:t>JSON</a:t>
            </a:r>
            <a:endParaRPr/>
          </a:p>
        </p:txBody>
      </p:sp>
      <p:sp>
        <p:nvSpPr>
          <p:cNvPr id="1977" name="Google Shape;1977;p30">
            <a:extLst xmlns:a="http://schemas.openxmlformats.org/drawingml/2006/main">
              <a:ext uri="{FF2B5EF4-FFF2-40B4-BE49-F238E27FC236}">
                <a16:creationId xmlns:a16="http://schemas.microsoft.com/office/drawing/2014/main" id="{46C91724-9357-4970-837A-E908F4660BF6}"/>
              </a:ext>
            </a:extLst>
          </p:cNvPr>
          <p:cNvSpPr>
            <a:spLocks xmlns:a="http://schemas.openxmlformats.org/drawingml/2006/main" noGrp="1"/>
          </p:cNvSpPr>
          <p:nvPr/>
        </p:nvSpPr>
        <p:spPr>
          <a:xfrm xmlns:a="http://schemas.openxmlformats.org/drawingml/2006/main">
            <a:off x="7562850" y="5267325"/>
            <a:ext cx="3714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65"/>
              <a:buFont typeface="Arial"/>
              <a:buNone/>
            </a:pPr>
            <a:r>
              <a:rPr sz="765">
                <a:solidFill>
                  <a:srgbClr val="666B70"/>
                </a:solidFill>
              </a:rPr>
              <a:t>1p0C48qQmkN88DaLQ-urdEsOZi2nUaKqr</a:t>
            </a:r>
            <a:endParaRPr/>
          </a:p>
        </p:txBody>
      </p:sp>
      <p:sp>
        <p:nvSpPr>
          <p:cNvPr id="1978" name="Google Shape;1978;p30">
            <a:extLst xmlns:a="http://schemas.openxmlformats.org/drawingml/2006/main">
              <a:ext uri="{FF2B5EF4-FFF2-40B4-BE49-F238E27FC236}">
                <a16:creationId xmlns:a16="http://schemas.microsoft.com/office/drawing/2014/main" id="{9E3FDA15-DDAC-4E31-BD13-A31216B89234}"/>
              </a:ext>
            </a:extLst>
          </p:cNvPr>
          <p:cNvSpPr>
            <a:spLocks xmlns:a="http://schemas.openxmlformats.org/drawingml/2006/main" noGrp="1"/>
          </p:cNvSpPr>
          <p:nvPr/>
        </p:nvSpPr>
        <p:spPr>
          <a:xfrm xmlns:a="http://schemas.openxmlformats.org/drawingml/2006/main">
            <a:off x="685800" y="5543550"/>
            <a:ext cx="10820400" cy="276225"/>
          </a:xfrm>
          <a:prstGeom xmlns:a="http://schemas.openxmlformats.org/drawingml/2006/main" prst="rect">
            <a:avLst/>
          </a:prstGeom>
          <a:solidFill xmlns:a="http://schemas.openxmlformats.org/drawingml/2006/main">
            <a:srgbClr val="FBF9F6"/>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9" name="Google Shape;1979;p30">
            <a:extLst xmlns:a="http://schemas.openxmlformats.org/drawingml/2006/main">
              <a:ext uri="{FF2B5EF4-FFF2-40B4-BE49-F238E27FC236}">
                <a16:creationId xmlns:a16="http://schemas.microsoft.com/office/drawing/2014/main" id="{F6AE0B31-0E76-4519-8ADE-21EE83BCAA47}"/>
              </a:ext>
            </a:extLst>
          </p:cNvPr>
          <p:cNvSpPr>
            <a:spLocks xmlns:a="http://schemas.openxmlformats.org/drawingml/2006/main" noGrp="1"/>
          </p:cNvSpPr>
          <p:nvPr/>
        </p:nvSpPr>
        <p:spPr>
          <a:xfrm xmlns:a="http://schemas.openxmlformats.org/drawingml/2006/main">
            <a:off x="685800" y="5543550"/>
            <a:ext cx="47625" cy="276225"/>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0" name="Google Shape;1980;p30">
            <a:extLst xmlns:a="http://schemas.openxmlformats.org/drawingml/2006/main">
              <a:ext uri="{FF2B5EF4-FFF2-40B4-BE49-F238E27FC236}">
                <a16:creationId xmlns:a16="http://schemas.microsoft.com/office/drawing/2014/main" id="{02580686-7376-4EFA-8114-B153447FB07C}"/>
              </a:ext>
            </a:extLst>
          </p:cNvPr>
          <p:cNvSpPr>
            <a:spLocks xmlns:a="http://schemas.openxmlformats.org/drawingml/2006/main" noGrp="1"/>
          </p:cNvSpPr>
          <p:nvPr/>
        </p:nvSpPr>
        <p:spPr>
          <a:xfrm xmlns:a="http://schemas.openxmlformats.org/drawingml/2006/main">
            <a:off x="866775" y="5572125"/>
            <a:ext cx="47625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1A1A2E"/>
              </a:buClr>
              <a:buSzPts val="847"/>
              <a:buFont typeface="Arial"/>
              <a:buNone/>
            </a:pPr>
            <a:r>
              <a:rPr sz="848" b="1">
                <a:solidFill>
                  <a:srgbClr val="1A1A2E"/>
                </a:solidFill>
              </a:rPr>
              <a:t>Traceability and lineage</a:t>
            </a:r>
            <a:endParaRPr/>
          </a:p>
        </p:txBody>
      </p:sp>
      <p:sp>
        <p:nvSpPr>
          <p:cNvPr id="1981" name="Google Shape;1981;p30">
            <a:extLst xmlns:a="http://schemas.openxmlformats.org/drawingml/2006/main">
              <a:ext uri="{FF2B5EF4-FFF2-40B4-BE49-F238E27FC236}">
                <a16:creationId xmlns:a16="http://schemas.microsoft.com/office/drawing/2014/main" id="{8460F2A1-74BC-4CDF-AF8D-2ED0DD1E1231}"/>
              </a:ext>
            </a:extLst>
          </p:cNvPr>
          <p:cNvSpPr>
            <a:spLocks xmlns:a="http://schemas.openxmlformats.org/drawingml/2006/main" noGrp="1"/>
          </p:cNvSpPr>
          <p:nvPr/>
        </p:nvSpPr>
        <p:spPr>
          <a:xfrm xmlns:a="http://schemas.openxmlformats.org/drawingml/2006/main">
            <a:off x="5857875" y="5572125"/>
            <a:ext cx="147637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7546C8"/>
              </a:buClr>
              <a:buSzPts val="788"/>
              <a:buFont typeface="Arial"/>
              <a:buNone/>
            </a:pPr>
            <a:r>
              <a:rPr sz="788" b="1">
                <a:solidFill>
                  <a:srgbClr val="7546C8"/>
                </a:solidFill>
              </a:rPr>
              <a:t>JSON</a:t>
            </a:r>
            <a:endParaRPr/>
          </a:p>
        </p:txBody>
      </p:sp>
      <p:sp>
        <p:nvSpPr>
          <p:cNvPr id="1982" name="Google Shape;1982;p30">
            <a:extLst xmlns:a="http://schemas.openxmlformats.org/drawingml/2006/main">
              <a:ext uri="{FF2B5EF4-FFF2-40B4-BE49-F238E27FC236}">
                <a16:creationId xmlns:a16="http://schemas.microsoft.com/office/drawing/2014/main" id="{10EDEE29-3F5C-4CD0-AC0A-DA5683EECAC2}"/>
              </a:ext>
            </a:extLst>
          </p:cNvPr>
          <p:cNvSpPr>
            <a:spLocks xmlns:a="http://schemas.openxmlformats.org/drawingml/2006/main" noGrp="1"/>
          </p:cNvSpPr>
          <p:nvPr/>
        </p:nvSpPr>
        <p:spPr>
          <a:xfrm xmlns:a="http://schemas.openxmlformats.org/drawingml/2006/main">
            <a:off x="7562850" y="5572125"/>
            <a:ext cx="3714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666B70"/>
              </a:buClr>
              <a:buSzPts val="765"/>
              <a:buFont typeface="Arial"/>
              <a:buNone/>
            </a:pPr>
            <a:r>
              <a:rPr sz="765">
                <a:solidFill>
                  <a:srgbClr val="666B70"/>
                </a:solidFill>
              </a:rPr>
              <a:t>1F92GAjQcMCKG-T-7EwBDslDRTDWwnG3N</a:t>
            </a:r>
            <a:endParaRPr/>
          </a:p>
        </p:txBody>
      </p:sp>
      <p:sp>
        <p:nvSpPr>
          <p:cNvPr id="1983" name="Google Shape;1983;p30">
            <a:extLst xmlns:a="http://schemas.openxmlformats.org/drawingml/2006/main">
              <a:ext uri="{FF2B5EF4-FFF2-40B4-BE49-F238E27FC236}">
                <a16:creationId xmlns:a16="http://schemas.microsoft.com/office/drawing/2014/main" id="{67D1DE35-5D73-4267-9D7E-02BCCE70CC20}"/>
              </a:ext>
            </a:extLst>
          </p:cNvPr>
          <p:cNvSpPr>
            <a:spLocks xmlns:a="http://schemas.openxmlformats.org/drawingml/2006/main" noGrp="1"/>
          </p:cNvSpPr>
          <p:nvPr/>
        </p:nvSpPr>
        <p:spPr>
          <a:xfrm xmlns:a="http://schemas.openxmlformats.org/drawingml/2006/main">
            <a:off x="685800" y="5924550"/>
            <a:ext cx="10820400" cy="247650"/>
          </a:xfrm>
          <a:prstGeom xmlns:a="http://schemas.openxmlformats.org/drawingml/2006/main" prst="roundRect">
            <a:avLst>
              <a:gd name="adj" fmla="val 30769"/>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4" name="Google Shape;1984;p30">
            <a:extLst xmlns:a="http://schemas.openxmlformats.org/drawingml/2006/main">
              <a:ext uri="{FF2B5EF4-FFF2-40B4-BE49-F238E27FC236}">
                <a16:creationId xmlns:a16="http://schemas.microsoft.com/office/drawing/2014/main" id="{3FBD523E-891C-4B9F-BDC7-5A8E33ADDCD5}"/>
              </a:ext>
            </a:extLst>
          </p:cNvPr>
          <p:cNvSpPr>
            <a:spLocks xmlns:a="http://schemas.openxmlformats.org/drawingml/2006/main" noGrp="1"/>
          </p:cNvSpPr>
          <p:nvPr/>
        </p:nvSpPr>
        <p:spPr>
          <a:xfrm xmlns:a="http://schemas.openxmlformats.org/drawingml/2006/main">
            <a:off x="857250" y="5962650"/>
            <a:ext cx="10477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2F6F57"/>
              </a:buClr>
              <a:buSzPts val="810"/>
              <a:buFont typeface="Arial"/>
              <a:buNone/>
            </a:pPr>
            <a:r>
              <a:rPr sz="810" b="1">
                <a:solidFill>
                  <a:srgbClr val="2F6F57"/>
                </a:solidFill>
              </a:rPr>
              <a:t>One run identity connects every source package, approval decision, generated document, evaluator result, and exported file.</a:t>
            </a:r>
            <a:endParaRPr/>
          </a:p>
        </p:txBody>
      </p:sp>
      <p:sp>
        <p:nvSpPr>
          <p:cNvPr id="1985" name="Google Shape;1985;p30">
            <a:extLst xmlns:a="http://schemas.openxmlformats.org/drawingml/2006/main">
              <a:ext uri="{FF2B5EF4-FFF2-40B4-BE49-F238E27FC236}">
                <a16:creationId xmlns:a16="http://schemas.microsoft.com/office/drawing/2014/main" id="{70EA2377-101E-48A1-A8E5-E868A5A4EB0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6" name="Google Shape;1986;p30">
            <a:extLst xmlns:a="http://schemas.openxmlformats.org/drawingml/2006/main">
              <a:ext uri="{FF2B5EF4-FFF2-40B4-BE49-F238E27FC236}">
                <a16:creationId xmlns:a16="http://schemas.microsoft.com/office/drawing/2014/main" id="{5DDF8C1F-EB04-47BC-A43A-16344ED73400}"/>
              </a:ext>
            </a:extLst>
          </p:cNvPr>
          <p:cNvSpPr>
            <a:spLocks xmlns:a="http://schemas.openxmlformats.org/drawingml/2006/main" noGrp="1"/>
          </p:cNvSpPr>
          <p:nvPr/>
        </p:nvSpPr>
        <p:spPr>
          <a:xfrm xmlns:a="http://schemas.openxmlformats.org/drawingml/2006/main">
            <a:off x="781050" y="6391275"/>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C9C6D8"/>
              </a:buClr>
              <a:buSzPts val="825"/>
              <a:buFont typeface="Arial"/>
              <a:buNone/>
            </a:pPr>
            <a:r>
              <a:rPr sz="825" b="1">
                <a:solidFill>
                  <a:srgbClr val="C9C6D8"/>
                </a:solidFill>
              </a:rPr>
              <a:t>APPENDIX A11</a:t>
            </a:r>
            <a:endParaRPr/>
          </a:p>
        </p:txBody>
      </p:sp>
      <p:sp>
        <p:nvSpPr>
          <p:cNvPr id="1987" name="Google Shape;1987;p30">
            <a:extLst xmlns:a="http://schemas.openxmlformats.org/drawingml/2006/main">
              <a:ext uri="{FF2B5EF4-FFF2-40B4-BE49-F238E27FC236}">
                <a16:creationId xmlns:a16="http://schemas.microsoft.com/office/drawing/2014/main" id="{311B89DD-30CB-4707-9C67-B9C7F0A46555}"/>
              </a:ext>
            </a:extLst>
          </p:cNvPr>
          <p:cNvSpPr>
            <a:spLocks xmlns:a="http://schemas.openxmlformats.org/drawingml/2006/main" noGrp="1"/>
          </p:cNvSpPr>
          <p:nvPr/>
        </p:nvSpPr>
        <p:spPr>
          <a:xfrm xmlns:a="http://schemas.openxmlformats.org/drawingml/2006/main">
            <a:off x="2705100" y="6353175"/>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065"/>
              <a:buFont typeface="Arial"/>
              <a:buNone/>
            </a:pPr>
            <a:r>
              <a:rPr sz="1065" b="1">
                <a:solidFill>
                  <a:srgbClr val="FFFFFF"/>
                </a:solidFill>
              </a:rPr>
              <a:t>Human-readable deliverables and machine-readable receipts share the same accepted-run lineage.</a:t>
            </a:r>
            <a:endParaRPr/>
          </a:p>
        </p:txBody>
      </p:sp>
    </p:spTree>
    <p:extLst>
      <p:ext uri="{BB962C8B-B14F-4D97-AF65-F5344CB8AC3E}">
        <p14:creationId xmlns:p14="http://schemas.microsoft.com/office/powerpoint/2010/main" val="2121845844"/>
      </p:ext>
    </p:extLst>
  </p:cSld>
</p:sld>
</file>

<file path=ppt/slides/slide31.xml><?xml version="1.0" encoding="utf-8"?>
<p:sld xmlns:p="http://schemas.openxmlformats.org/presentationml/2006/main">
  <p:cSld>
    <p:bg>
      <p:bgPr>
        <a:solidFill xmlns:a="http://schemas.openxmlformats.org/drawingml/2006/main">
          <a:srgbClr val="F8F4EE"/>
        </a:solidFill>
      </p:bgPr>
    </p:bg>
    <p:spTree>
      <p:nvGrpSpPr>
        <p:cNvPr id="1" name=""/>
        <p:cNvGrpSpPr/>
        <p:nvPr/>
      </p:nvGrpSpPr>
      <p:grpSpPr>
        <a:xfrm xmlns:a="http://schemas.openxmlformats.org/drawingml/2006/main"/>
      </p:grpSpPr>
      <p:sp>
        <p:nvSpPr>
          <p:cNvPr id="1993" name="Google Shape;1993;p31">
            <a:extLst xmlns:a="http://schemas.openxmlformats.org/drawingml/2006/main">
              <a:ext uri="{FF2B5EF4-FFF2-40B4-BE49-F238E27FC236}">
                <a16:creationId xmlns:a16="http://schemas.microsoft.com/office/drawing/2014/main" id="{A195B379-DA5C-468F-A9AF-F9EB90DF77B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94" name="Google Shape;1994;p31">
            <a:extLst xmlns:a="http://schemas.openxmlformats.org/drawingml/2006/main">
              <a:ext uri="{FF2B5EF4-FFF2-40B4-BE49-F238E27FC236}">
                <a16:creationId xmlns:a16="http://schemas.microsoft.com/office/drawing/2014/main" id="{62732664-C91D-4BFA-B2C4-59C574E04084}"/>
              </a:ext>
            </a:extLst>
          </p:cNvPr>
          <p:cNvSpPr>
            <a:spLocks xmlns:a="http://schemas.openxmlformats.org/drawingml/2006/main" noGrp="1"/>
          </p:cNvSpPr>
          <p:nvPr/>
        </p:nvSpPr>
        <p:spPr>
          <a:xfrm xmlns:a="http://schemas.openxmlformats.org/drawingml/2006/main">
            <a:off x="514350" y="590550"/>
            <a:ext cx="66675" cy="723900"/>
          </a:xfrm>
          <a:prstGeom xmlns:a="http://schemas.openxmlformats.org/drawingml/2006/main" prst="rect">
            <a:avLst/>
          </a:prstGeom>
          <a:solidFill xmlns:a="http://schemas.openxmlformats.org/drawingml/2006/main">
            <a:srgbClr val="B85042"/>
          </a:solidFill>
          <a:ln xmlns:a="http://schemas.openxmlformats.org/drawingml/2006/main" w="9525" cmpd="sng">
            <a:solidFill>
              <a:srgbClr val="B8504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95" name="Google Shape;1995;p31">
            <a:extLst xmlns:a="http://schemas.openxmlformats.org/drawingml/2006/main">
              <a:ext uri="{FF2B5EF4-FFF2-40B4-BE49-F238E27FC236}">
                <a16:creationId xmlns:a16="http://schemas.microsoft.com/office/drawing/2014/main" id="{021B0A42-7F18-4D6F-A61B-B9B37D0F2271}"/>
              </a:ext>
            </a:extLst>
          </p:cNvPr>
          <p:cNvSpPr>
            <a:spLocks xmlns:a="http://schemas.openxmlformats.org/drawingml/2006/main" noGrp="1"/>
          </p:cNvSpPr>
          <p:nvPr/>
        </p:nvSpPr>
        <p:spPr>
          <a:xfrm xmlns:a="http://schemas.openxmlformats.org/drawingml/2006/main">
            <a:off x="781050" y="438150"/>
            <a:ext cx="8572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938" b="1">
                <a:solidFill>
                  <a:srgbClr val="B85042"/>
                </a:solidFill>
              </a:rPr>
              <a:t>A12  ·  VERSION HISTORY &amp; ROLLBACK CONTROL</a:t>
            </a:r>
            <a:endParaRPr/>
          </a:p>
        </p:txBody>
      </p:sp>
      <p:sp>
        <p:nvSpPr>
          <p:cNvPr id="1996" name="Google Shape;1996;p31">
            <a:extLst xmlns:a="http://schemas.openxmlformats.org/drawingml/2006/main">
              <a:ext uri="{FF2B5EF4-FFF2-40B4-BE49-F238E27FC236}">
                <a16:creationId xmlns:a16="http://schemas.microsoft.com/office/drawing/2014/main" id="{54E76692-F9E3-4659-A718-959921D4781B}"/>
              </a:ext>
            </a:extLst>
          </p:cNvPr>
          <p:cNvSpPr>
            <a:spLocks xmlns:a="http://schemas.openxmlformats.org/drawingml/2006/main" noGrp="1"/>
          </p:cNvSpPr>
          <p:nvPr/>
        </p:nvSpPr>
        <p:spPr>
          <a:xfrm xmlns:a="http://schemas.openxmlformats.org/drawingml/2006/main">
            <a:off x="781050" y="723900"/>
            <a:ext cx="105727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2250" b="1">
                <a:solidFill>
                  <a:srgbClr val="1A1A2E"/>
                </a:solidFill>
              </a:rPr>
              <a:t>v0.3.8 advances the system without sacrificing a proven rollback path</a:t>
            </a:r>
            <a:endParaRPr/>
          </a:p>
        </p:txBody>
      </p:sp>
      <p:sp>
        <p:nvSpPr>
          <p:cNvPr id="1997" name="Google Shape;1997;p31">
            <a:extLst xmlns:a="http://schemas.openxmlformats.org/drawingml/2006/main">
              <a:ext uri="{FF2B5EF4-FFF2-40B4-BE49-F238E27FC236}">
                <a16:creationId xmlns:a16="http://schemas.microsoft.com/office/drawing/2014/main" id="{EBB9F07D-655A-4D22-96C7-1DD15C3E63B7}"/>
              </a:ext>
            </a:extLst>
          </p:cNvPr>
          <p:cNvSpPr>
            <a:spLocks xmlns:a="http://schemas.openxmlformats.org/drawingml/2006/main" noGrp="1"/>
          </p:cNvSpPr>
          <p:nvPr/>
        </p:nvSpPr>
        <p:spPr>
          <a:xfrm xmlns:a="http://schemas.openxmlformats.org/drawingml/2006/main">
            <a:off x="781050" y="1238250"/>
            <a:ext cx="105727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998">
                <a:solidFill>
                  <a:srgbClr val="666B70"/>
                </a:solidFill>
              </a:rPr>
              <a:t>Each promotion preserves a versioned workflow set, accepted-run evidence, and an unchanged fallback before the next correction is introduced.</a:t>
            </a:r>
            <a:endParaRPr/>
          </a:p>
        </p:txBody>
      </p:sp>
      <p:sp>
        <p:nvSpPr>
          <p:cNvPr id="1998" name="Google Shape;1998;p31">
            <a:extLst xmlns:a="http://schemas.openxmlformats.org/drawingml/2006/main">
              <a:ext uri="{FF2B5EF4-FFF2-40B4-BE49-F238E27FC236}">
                <a16:creationId xmlns:a16="http://schemas.microsoft.com/office/drawing/2014/main" id="{CF2E0004-7CC3-4294-BB55-E39734DEB9EB}"/>
              </a:ext>
            </a:extLst>
          </p:cNvPr>
          <p:cNvSpPr>
            <a:spLocks xmlns:a="http://schemas.openxmlformats.org/drawingml/2006/main" noGrp="1"/>
          </p:cNvSpPr>
          <p:nvPr/>
        </p:nvSpPr>
        <p:spPr>
          <a:xfrm xmlns:a="http://schemas.openxmlformats.org/drawingml/2006/main">
            <a:off x="685800" y="1724025"/>
            <a:ext cx="7239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88" b="1">
                <a:solidFill>
                  <a:srgbClr val="B85042"/>
                </a:solidFill>
              </a:rPr>
              <a:t>CONTROLLED RELEASE EVOLUTION</a:t>
            </a:r>
            <a:endParaRPr/>
          </a:p>
        </p:txBody>
      </p:sp>
      <p:sp>
        <p:nvSpPr>
          <p:cNvPr id="1999" name="Google Shape;1999;p31">
            <a:extLst xmlns:a="http://schemas.openxmlformats.org/drawingml/2006/main">
              <a:ext uri="{FF2B5EF4-FFF2-40B4-BE49-F238E27FC236}">
                <a16:creationId xmlns:a16="http://schemas.microsoft.com/office/drawing/2014/main" id="{5FD8769D-DADB-45BF-A19E-66E9A7657525}"/>
              </a:ext>
            </a:extLst>
          </p:cNvPr>
          <p:cNvSpPr>
            <a:spLocks xmlns:a="http://schemas.openxmlformats.org/drawingml/2006/main" noGrp="1"/>
          </p:cNvSpPr>
          <p:nvPr/>
        </p:nvSpPr>
        <p:spPr>
          <a:xfrm xmlns:a="http://schemas.openxmlformats.org/drawingml/2006/main">
            <a:off x="685800" y="2038350"/>
            <a:ext cx="16383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0" name="Google Shape;2000;p31">
            <a:extLst xmlns:a="http://schemas.openxmlformats.org/drawingml/2006/main">
              <a:ext uri="{FF2B5EF4-FFF2-40B4-BE49-F238E27FC236}">
                <a16:creationId xmlns:a16="http://schemas.microsoft.com/office/drawing/2014/main" id="{1011A39B-2AD6-4FF1-B89A-2782B6F3FAAF}"/>
              </a:ext>
            </a:extLst>
          </p:cNvPr>
          <p:cNvSpPr>
            <a:spLocks xmlns:a="http://schemas.openxmlformats.org/drawingml/2006/main" noGrp="1"/>
          </p:cNvSpPr>
          <p:nvPr/>
        </p:nvSpPr>
        <p:spPr>
          <a:xfrm xmlns:a="http://schemas.openxmlformats.org/drawingml/2006/main">
            <a:off x="685800" y="2038350"/>
            <a:ext cx="1638300" cy="66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1" name="Google Shape;2001;p31">
            <a:extLst xmlns:a="http://schemas.openxmlformats.org/drawingml/2006/main">
              <a:ext uri="{FF2B5EF4-FFF2-40B4-BE49-F238E27FC236}">
                <a16:creationId xmlns:a16="http://schemas.microsoft.com/office/drawing/2014/main" id="{DAE379C3-6AEE-47D3-8040-E04AFD671433}"/>
              </a:ext>
            </a:extLst>
          </p:cNvPr>
          <p:cNvSpPr>
            <a:spLocks xmlns:a="http://schemas.openxmlformats.org/drawingml/2006/main" noGrp="1"/>
          </p:cNvSpPr>
          <p:nvPr/>
        </p:nvSpPr>
        <p:spPr>
          <a:xfrm xmlns:a="http://schemas.openxmlformats.org/drawingml/2006/main">
            <a:off x="838200" y="2209800"/>
            <a:ext cx="600075" cy="266700"/>
          </a:xfrm>
          <a:prstGeom xmlns:a="http://schemas.openxmlformats.org/drawingml/2006/main" prst="roundRect">
            <a:avLst>
              <a:gd name="adj" fmla="val 28571"/>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2" name="Google Shape;2002;p31">
            <a:extLst xmlns:a="http://schemas.openxmlformats.org/drawingml/2006/main">
              <a:ext uri="{FF2B5EF4-FFF2-40B4-BE49-F238E27FC236}">
                <a16:creationId xmlns:a16="http://schemas.microsoft.com/office/drawing/2014/main" id="{43E829BE-051F-450F-B89B-692990D1DF4B}"/>
              </a:ext>
            </a:extLst>
          </p:cNvPr>
          <p:cNvSpPr>
            <a:spLocks xmlns:a="http://schemas.openxmlformats.org/drawingml/2006/main" noGrp="1"/>
          </p:cNvSpPr>
          <p:nvPr/>
        </p:nvSpPr>
        <p:spPr>
          <a:xfrm xmlns:a="http://schemas.openxmlformats.org/drawingml/2006/main">
            <a:off x="847725" y="2238375"/>
            <a:ext cx="581025"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63" b="1">
                <a:solidFill>
                  <a:srgbClr val="3B6EBF"/>
                </a:solidFill>
              </a:rPr>
              <a:t>v0.3.4</a:t>
            </a:r>
            <a:endParaRPr/>
          </a:p>
        </p:txBody>
      </p:sp>
      <p:sp>
        <p:nvSpPr>
          <p:cNvPr id="2003" name="Google Shape;2003;p31">
            <a:extLst xmlns:a="http://schemas.openxmlformats.org/drawingml/2006/main">
              <a:ext uri="{FF2B5EF4-FFF2-40B4-BE49-F238E27FC236}">
                <a16:creationId xmlns:a16="http://schemas.microsoft.com/office/drawing/2014/main" id="{8998429B-D5D0-4549-A9D2-F46BAE6F2B33}"/>
              </a:ext>
            </a:extLst>
          </p:cNvPr>
          <p:cNvSpPr>
            <a:spLocks xmlns:a="http://schemas.openxmlformats.org/drawingml/2006/main" noGrp="1"/>
          </p:cNvSpPr>
          <p:nvPr/>
        </p:nvSpPr>
        <p:spPr>
          <a:xfrm xmlns:a="http://schemas.openxmlformats.org/drawingml/2006/main">
            <a:off x="838200" y="2533650"/>
            <a:ext cx="1333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990" b="1">
                <a:solidFill>
                  <a:srgbClr val="1A1A2E"/>
                </a:solidFill>
              </a:rPr>
              <a:t>Validated checkpoint</a:t>
            </a:r>
            <a:endParaRPr/>
          </a:p>
        </p:txBody>
      </p:sp>
      <p:sp>
        <p:nvSpPr>
          <p:cNvPr id="2004" name="Google Shape;2004;p31">
            <a:extLst xmlns:a="http://schemas.openxmlformats.org/drawingml/2006/main">
              <a:ext uri="{FF2B5EF4-FFF2-40B4-BE49-F238E27FC236}">
                <a16:creationId xmlns:a16="http://schemas.microsoft.com/office/drawing/2014/main" id="{EAF2AFD2-115F-4A4A-A67E-B9A8AA9E8925}"/>
              </a:ext>
            </a:extLst>
          </p:cNvPr>
          <p:cNvSpPr>
            <a:spLocks xmlns:a="http://schemas.openxmlformats.org/drawingml/2006/main" noGrp="1"/>
          </p:cNvSpPr>
          <p:nvPr/>
        </p:nvSpPr>
        <p:spPr>
          <a:xfrm xmlns:a="http://schemas.openxmlformats.org/drawingml/2006/main">
            <a:off x="838200" y="286702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13">
                <a:solidFill>
                  <a:srgbClr val="666B70"/>
                </a:solidFill>
              </a:rPr>
              <a:t>Frozen evidence baseline</a:t>
            </a:r>
            <a:endParaRPr/>
          </a:p>
        </p:txBody>
      </p:sp>
      <p:sp>
        <p:nvSpPr>
          <p:cNvPr id="2005" name="Google Shape;2005;p31">
            <a:extLst xmlns:a="http://schemas.openxmlformats.org/drawingml/2006/main">
              <a:ext uri="{FF2B5EF4-FFF2-40B4-BE49-F238E27FC236}">
                <a16:creationId xmlns:a16="http://schemas.microsoft.com/office/drawing/2014/main" id="{52834B8D-BE87-45B1-839A-8B97E1AE9A4F}"/>
              </a:ext>
            </a:extLst>
          </p:cNvPr>
          <p:cNvSpPr>
            <a:spLocks xmlns:a="http://schemas.openxmlformats.org/drawingml/2006/main" noGrp="1"/>
          </p:cNvSpPr>
          <p:nvPr/>
        </p:nvSpPr>
        <p:spPr>
          <a:xfrm xmlns:a="http://schemas.openxmlformats.org/drawingml/2006/main">
            <a:off x="2505075" y="2038350"/>
            <a:ext cx="16383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6" name="Google Shape;2006;p31">
            <a:extLst xmlns:a="http://schemas.openxmlformats.org/drawingml/2006/main">
              <a:ext uri="{FF2B5EF4-FFF2-40B4-BE49-F238E27FC236}">
                <a16:creationId xmlns:a16="http://schemas.microsoft.com/office/drawing/2014/main" id="{9151F9BF-33B0-4842-B9BA-19CE07740318}"/>
              </a:ext>
            </a:extLst>
          </p:cNvPr>
          <p:cNvSpPr>
            <a:spLocks xmlns:a="http://schemas.openxmlformats.org/drawingml/2006/main" noGrp="1"/>
          </p:cNvSpPr>
          <p:nvPr/>
        </p:nvSpPr>
        <p:spPr>
          <a:xfrm xmlns:a="http://schemas.openxmlformats.org/drawingml/2006/main">
            <a:off x="2505075" y="2038350"/>
            <a:ext cx="1638300" cy="66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7" name="Google Shape;2007;p31">
            <a:extLst xmlns:a="http://schemas.openxmlformats.org/drawingml/2006/main">
              <a:ext uri="{FF2B5EF4-FFF2-40B4-BE49-F238E27FC236}">
                <a16:creationId xmlns:a16="http://schemas.microsoft.com/office/drawing/2014/main" id="{AE6C69A8-37B2-4B87-A6CF-2B3510ABB7E1}"/>
              </a:ext>
            </a:extLst>
          </p:cNvPr>
          <p:cNvSpPr>
            <a:spLocks xmlns:a="http://schemas.openxmlformats.org/drawingml/2006/main" noGrp="1"/>
          </p:cNvSpPr>
          <p:nvPr/>
        </p:nvSpPr>
        <p:spPr>
          <a:xfrm xmlns:a="http://schemas.openxmlformats.org/drawingml/2006/main">
            <a:off x="2657475" y="2209800"/>
            <a:ext cx="600075" cy="266700"/>
          </a:xfrm>
          <a:prstGeom xmlns:a="http://schemas.openxmlformats.org/drawingml/2006/main" prst="roundRect">
            <a:avLst>
              <a:gd name="adj" fmla="val 28571"/>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8" name="Google Shape;2008;p31">
            <a:extLst xmlns:a="http://schemas.openxmlformats.org/drawingml/2006/main">
              <a:ext uri="{FF2B5EF4-FFF2-40B4-BE49-F238E27FC236}">
                <a16:creationId xmlns:a16="http://schemas.microsoft.com/office/drawing/2014/main" id="{87A35BF1-062F-41A8-8C5E-F9DC8D177FD3}"/>
              </a:ext>
            </a:extLst>
          </p:cNvPr>
          <p:cNvSpPr>
            <a:spLocks xmlns:a="http://schemas.openxmlformats.org/drawingml/2006/main" noGrp="1"/>
          </p:cNvSpPr>
          <p:nvPr/>
        </p:nvSpPr>
        <p:spPr>
          <a:xfrm xmlns:a="http://schemas.openxmlformats.org/drawingml/2006/main">
            <a:off x="2667000" y="2238375"/>
            <a:ext cx="581025"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63" b="1">
                <a:solidFill>
                  <a:srgbClr val="3B6EBF"/>
                </a:solidFill>
              </a:rPr>
              <a:t>v0.3.5</a:t>
            </a:r>
            <a:endParaRPr/>
          </a:p>
        </p:txBody>
      </p:sp>
      <p:sp>
        <p:nvSpPr>
          <p:cNvPr id="2009" name="Google Shape;2009;p31">
            <a:extLst xmlns:a="http://schemas.openxmlformats.org/drawingml/2006/main">
              <a:ext uri="{FF2B5EF4-FFF2-40B4-BE49-F238E27FC236}">
                <a16:creationId xmlns:a16="http://schemas.microsoft.com/office/drawing/2014/main" id="{F81BBCAF-0816-422F-A879-44273D696109}"/>
              </a:ext>
            </a:extLst>
          </p:cNvPr>
          <p:cNvSpPr>
            <a:spLocks xmlns:a="http://schemas.openxmlformats.org/drawingml/2006/main" noGrp="1"/>
          </p:cNvSpPr>
          <p:nvPr/>
        </p:nvSpPr>
        <p:spPr>
          <a:xfrm xmlns:a="http://schemas.openxmlformats.org/drawingml/2006/main">
            <a:off x="2657475" y="2533650"/>
            <a:ext cx="1333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990" b="1">
                <a:solidFill>
                  <a:srgbClr val="1A1A2E"/>
                </a:solidFill>
              </a:rPr>
              <a:t>Corrected contracts</a:t>
            </a:r>
            <a:endParaRPr/>
          </a:p>
        </p:txBody>
      </p:sp>
      <p:sp>
        <p:nvSpPr>
          <p:cNvPr id="2010" name="Google Shape;2010;p31">
            <a:extLst xmlns:a="http://schemas.openxmlformats.org/drawingml/2006/main">
              <a:ext uri="{FF2B5EF4-FFF2-40B4-BE49-F238E27FC236}">
                <a16:creationId xmlns:a16="http://schemas.microsoft.com/office/drawing/2014/main" id="{2F932580-0F47-4E54-9D73-195C4710B953}"/>
              </a:ext>
            </a:extLst>
          </p:cNvPr>
          <p:cNvSpPr>
            <a:spLocks xmlns:a="http://schemas.openxmlformats.org/drawingml/2006/main" noGrp="1"/>
          </p:cNvSpPr>
          <p:nvPr/>
        </p:nvSpPr>
        <p:spPr>
          <a:xfrm xmlns:a="http://schemas.openxmlformats.org/drawingml/2006/main">
            <a:off x="2657475" y="286702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13">
                <a:solidFill>
                  <a:srgbClr val="666B70"/>
                </a:solidFill>
              </a:rPr>
              <a:t>Ten-section PRD + dynamic stories</a:t>
            </a:r>
            <a:endParaRPr/>
          </a:p>
        </p:txBody>
      </p:sp>
      <p:sp>
        <p:nvSpPr>
          <p:cNvPr id="2011" name="Google Shape;2011;p31">
            <a:extLst xmlns:a="http://schemas.openxmlformats.org/drawingml/2006/main">
              <a:ext uri="{FF2B5EF4-FFF2-40B4-BE49-F238E27FC236}">
                <a16:creationId xmlns:a16="http://schemas.microsoft.com/office/drawing/2014/main" id="{E3557AB5-4788-4860-AAD2-20F49C0E03A7}"/>
              </a:ext>
            </a:extLst>
          </p:cNvPr>
          <p:cNvSpPr>
            <a:spLocks xmlns:a="http://schemas.openxmlformats.org/drawingml/2006/main" noGrp="1"/>
          </p:cNvSpPr>
          <p:nvPr/>
        </p:nvSpPr>
        <p:spPr>
          <a:xfrm xmlns:a="http://schemas.openxmlformats.org/drawingml/2006/main">
            <a:off x="4324350" y="2038350"/>
            <a:ext cx="16383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12" name="Google Shape;2012;p31">
            <a:extLst xmlns:a="http://schemas.openxmlformats.org/drawingml/2006/main">
              <a:ext uri="{FF2B5EF4-FFF2-40B4-BE49-F238E27FC236}">
                <a16:creationId xmlns:a16="http://schemas.microsoft.com/office/drawing/2014/main" id="{8E6BE1F9-9992-47CF-AACA-3D02D6717A1D}"/>
              </a:ext>
            </a:extLst>
          </p:cNvPr>
          <p:cNvSpPr>
            <a:spLocks xmlns:a="http://schemas.openxmlformats.org/drawingml/2006/main" noGrp="1"/>
          </p:cNvSpPr>
          <p:nvPr/>
        </p:nvSpPr>
        <p:spPr>
          <a:xfrm xmlns:a="http://schemas.openxmlformats.org/drawingml/2006/main">
            <a:off x="4324350" y="2038350"/>
            <a:ext cx="1638300" cy="66675"/>
          </a:xfrm>
          <a:prstGeom xmlns:a="http://schemas.openxmlformats.org/drawingml/2006/main" prst="rect">
            <a:avLst/>
          </a:prstGeom>
          <a:solidFill xmlns:a="http://schemas.openxmlformats.org/drawingml/2006/main">
            <a:srgbClr val="7546C8"/>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13" name="Google Shape;2013;p31">
            <a:extLst xmlns:a="http://schemas.openxmlformats.org/drawingml/2006/main">
              <a:ext uri="{FF2B5EF4-FFF2-40B4-BE49-F238E27FC236}">
                <a16:creationId xmlns:a16="http://schemas.microsoft.com/office/drawing/2014/main" id="{0A4A5611-97B2-498B-95DB-7CC584A49888}"/>
              </a:ext>
            </a:extLst>
          </p:cNvPr>
          <p:cNvSpPr>
            <a:spLocks xmlns:a="http://schemas.openxmlformats.org/drawingml/2006/main" noGrp="1"/>
          </p:cNvSpPr>
          <p:nvPr/>
        </p:nvSpPr>
        <p:spPr>
          <a:xfrm xmlns:a="http://schemas.openxmlformats.org/drawingml/2006/main">
            <a:off x="4476750" y="2209800"/>
            <a:ext cx="600075" cy="266700"/>
          </a:xfrm>
          <a:prstGeom xmlns:a="http://schemas.openxmlformats.org/drawingml/2006/main" prst="roundRect">
            <a:avLst>
              <a:gd name="adj" fmla="val 28571"/>
            </a:avLst>
          </a:prstGeom>
          <a:solidFill xmlns:a="http://schemas.openxmlformats.org/drawingml/2006/main">
            <a:srgbClr val="F0EAFB"/>
          </a:solidFill>
          <a:ln xmlns:a="http://schemas.openxmlformats.org/drawingml/2006/main" w="9525" cmpd="sng">
            <a:solidFill>
              <a:srgbClr val="7546C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14" name="Google Shape;2014;p31">
            <a:extLst xmlns:a="http://schemas.openxmlformats.org/drawingml/2006/main">
              <a:ext uri="{FF2B5EF4-FFF2-40B4-BE49-F238E27FC236}">
                <a16:creationId xmlns:a16="http://schemas.microsoft.com/office/drawing/2014/main" id="{3363F578-3E17-46F0-8156-A6D497DA79A7}"/>
              </a:ext>
            </a:extLst>
          </p:cNvPr>
          <p:cNvSpPr>
            <a:spLocks xmlns:a="http://schemas.openxmlformats.org/drawingml/2006/main" noGrp="1"/>
          </p:cNvSpPr>
          <p:nvPr/>
        </p:nvSpPr>
        <p:spPr>
          <a:xfrm xmlns:a="http://schemas.openxmlformats.org/drawingml/2006/main">
            <a:off x="4486275" y="2238375"/>
            <a:ext cx="581025"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63" b="1">
                <a:solidFill>
                  <a:srgbClr val="7546C8"/>
                </a:solidFill>
              </a:rPr>
              <a:t>v0.3.6</a:t>
            </a:r>
            <a:endParaRPr/>
          </a:p>
        </p:txBody>
      </p:sp>
      <p:sp>
        <p:nvSpPr>
          <p:cNvPr id="2015" name="Google Shape;2015;p31">
            <a:extLst xmlns:a="http://schemas.openxmlformats.org/drawingml/2006/main">
              <a:ext uri="{FF2B5EF4-FFF2-40B4-BE49-F238E27FC236}">
                <a16:creationId xmlns:a16="http://schemas.microsoft.com/office/drawing/2014/main" id="{3B9A2A24-9A48-4FCC-87D8-2589D35F20D2}"/>
              </a:ext>
            </a:extLst>
          </p:cNvPr>
          <p:cNvSpPr>
            <a:spLocks xmlns:a="http://schemas.openxmlformats.org/drawingml/2006/main" noGrp="1"/>
          </p:cNvSpPr>
          <p:nvPr/>
        </p:nvSpPr>
        <p:spPr>
          <a:xfrm xmlns:a="http://schemas.openxmlformats.org/drawingml/2006/main">
            <a:off x="4476750" y="2533650"/>
            <a:ext cx="1333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990" b="1">
                <a:solidFill>
                  <a:srgbClr val="1A1A2E"/>
                </a:solidFill>
              </a:rPr>
              <a:t>Sizing added safely</a:t>
            </a:r>
            <a:endParaRPr/>
          </a:p>
        </p:txBody>
      </p:sp>
      <p:sp>
        <p:nvSpPr>
          <p:cNvPr id="2016" name="Google Shape;2016;p31">
            <a:extLst xmlns:a="http://schemas.openxmlformats.org/drawingml/2006/main">
              <a:ext uri="{FF2B5EF4-FFF2-40B4-BE49-F238E27FC236}">
                <a16:creationId xmlns:a16="http://schemas.microsoft.com/office/drawing/2014/main" id="{CCAC7F18-553F-412A-9A96-84F28DF3DCD0}"/>
              </a:ext>
            </a:extLst>
          </p:cNvPr>
          <p:cNvSpPr>
            <a:spLocks xmlns:a="http://schemas.openxmlformats.org/drawingml/2006/main" noGrp="1"/>
          </p:cNvSpPr>
          <p:nvPr/>
        </p:nvSpPr>
        <p:spPr>
          <a:xfrm xmlns:a="http://schemas.openxmlformats.org/drawingml/2006/main">
            <a:off x="4476750" y="286702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13">
                <a:solidFill>
                  <a:srgbClr val="666B70"/>
                </a:solidFill>
              </a:rPr>
              <a:t>Advisory, non-blocking</a:t>
            </a:r>
            <a:endParaRPr/>
          </a:p>
        </p:txBody>
      </p:sp>
      <p:sp>
        <p:nvSpPr>
          <p:cNvPr id="2017" name="Google Shape;2017;p31">
            <a:extLst xmlns:a="http://schemas.openxmlformats.org/drawingml/2006/main">
              <a:ext uri="{FF2B5EF4-FFF2-40B4-BE49-F238E27FC236}">
                <a16:creationId xmlns:a16="http://schemas.microsoft.com/office/drawing/2014/main" id="{B02D5E78-A7FC-473B-BE4D-9503E32C653D}"/>
              </a:ext>
            </a:extLst>
          </p:cNvPr>
          <p:cNvSpPr>
            <a:spLocks xmlns:a="http://schemas.openxmlformats.org/drawingml/2006/main" noGrp="1"/>
          </p:cNvSpPr>
          <p:nvPr/>
        </p:nvSpPr>
        <p:spPr>
          <a:xfrm xmlns:a="http://schemas.openxmlformats.org/drawingml/2006/main">
            <a:off x="6143625" y="2038350"/>
            <a:ext cx="16383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18" name="Google Shape;2018;p31">
            <a:extLst xmlns:a="http://schemas.openxmlformats.org/drawingml/2006/main">
              <a:ext uri="{FF2B5EF4-FFF2-40B4-BE49-F238E27FC236}">
                <a16:creationId xmlns:a16="http://schemas.microsoft.com/office/drawing/2014/main" id="{F865536A-9D8A-4929-B69F-7CB4FA11AC59}"/>
              </a:ext>
            </a:extLst>
          </p:cNvPr>
          <p:cNvSpPr>
            <a:spLocks xmlns:a="http://schemas.openxmlformats.org/drawingml/2006/main" noGrp="1"/>
          </p:cNvSpPr>
          <p:nvPr/>
        </p:nvSpPr>
        <p:spPr>
          <a:xfrm xmlns:a="http://schemas.openxmlformats.org/drawingml/2006/main">
            <a:off x="6143625" y="2038350"/>
            <a:ext cx="1638300" cy="66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19" name="Google Shape;2019;p31">
            <a:extLst xmlns:a="http://schemas.openxmlformats.org/drawingml/2006/main">
              <a:ext uri="{FF2B5EF4-FFF2-40B4-BE49-F238E27FC236}">
                <a16:creationId xmlns:a16="http://schemas.microsoft.com/office/drawing/2014/main" id="{79D5E0E0-10E4-413C-9DDF-839478FEA5FE}"/>
              </a:ext>
            </a:extLst>
          </p:cNvPr>
          <p:cNvSpPr>
            <a:spLocks xmlns:a="http://schemas.openxmlformats.org/drawingml/2006/main" noGrp="1"/>
          </p:cNvSpPr>
          <p:nvPr/>
        </p:nvSpPr>
        <p:spPr>
          <a:xfrm xmlns:a="http://schemas.openxmlformats.org/drawingml/2006/main">
            <a:off x="6296025" y="2209800"/>
            <a:ext cx="600075" cy="266700"/>
          </a:xfrm>
          <a:prstGeom xmlns:a="http://schemas.openxmlformats.org/drawingml/2006/main" prst="roundRect">
            <a:avLst>
              <a:gd name="adj" fmla="val 28571"/>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0" name="Google Shape;2020;p31">
            <a:extLst xmlns:a="http://schemas.openxmlformats.org/drawingml/2006/main">
              <a:ext uri="{FF2B5EF4-FFF2-40B4-BE49-F238E27FC236}">
                <a16:creationId xmlns:a16="http://schemas.microsoft.com/office/drawing/2014/main" id="{21AF5924-4737-40FD-9A31-24E0B2BE64F9}"/>
              </a:ext>
            </a:extLst>
          </p:cNvPr>
          <p:cNvSpPr>
            <a:spLocks xmlns:a="http://schemas.openxmlformats.org/drawingml/2006/main" noGrp="1"/>
          </p:cNvSpPr>
          <p:nvPr/>
        </p:nvSpPr>
        <p:spPr>
          <a:xfrm xmlns:a="http://schemas.openxmlformats.org/drawingml/2006/main">
            <a:off x="6305550" y="2238375"/>
            <a:ext cx="581025"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63" b="1">
                <a:solidFill>
                  <a:srgbClr val="3B6EBF"/>
                </a:solidFill>
              </a:rPr>
              <a:t>v0.3.7</a:t>
            </a:r>
            <a:endParaRPr/>
          </a:p>
        </p:txBody>
      </p:sp>
      <p:sp>
        <p:nvSpPr>
          <p:cNvPr id="2021" name="Google Shape;2021;p31">
            <a:extLst xmlns:a="http://schemas.openxmlformats.org/drawingml/2006/main">
              <a:ext uri="{FF2B5EF4-FFF2-40B4-BE49-F238E27FC236}">
                <a16:creationId xmlns:a16="http://schemas.microsoft.com/office/drawing/2014/main" id="{46A1F2B6-C294-4BF1-9ED6-C5D5640DEA84}"/>
              </a:ext>
            </a:extLst>
          </p:cNvPr>
          <p:cNvSpPr>
            <a:spLocks xmlns:a="http://schemas.openxmlformats.org/drawingml/2006/main" noGrp="1"/>
          </p:cNvSpPr>
          <p:nvPr/>
        </p:nvSpPr>
        <p:spPr>
          <a:xfrm xmlns:a="http://schemas.openxmlformats.org/drawingml/2006/main">
            <a:off x="6296025" y="2533650"/>
            <a:ext cx="1333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990" b="1">
                <a:solidFill>
                  <a:srgbClr val="1A1A2E"/>
                </a:solidFill>
              </a:rPr>
              <a:t>Protected production</a:t>
            </a:r>
            <a:endParaRPr/>
          </a:p>
        </p:txBody>
      </p:sp>
      <p:sp>
        <p:nvSpPr>
          <p:cNvPr id="2022" name="Google Shape;2022;p31">
            <a:extLst xmlns:a="http://schemas.openxmlformats.org/drawingml/2006/main">
              <a:ext uri="{FF2B5EF4-FFF2-40B4-BE49-F238E27FC236}">
                <a16:creationId xmlns:a16="http://schemas.microsoft.com/office/drawing/2014/main" id="{E2CE4341-4398-495A-8B20-B5D81E69076A}"/>
              </a:ext>
            </a:extLst>
          </p:cNvPr>
          <p:cNvSpPr>
            <a:spLocks xmlns:a="http://schemas.openxmlformats.org/drawingml/2006/main" noGrp="1"/>
          </p:cNvSpPr>
          <p:nvPr/>
        </p:nvSpPr>
        <p:spPr>
          <a:xfrm xmlns:a="http://schemas.openxmlformats.org/drawingml/2006/main">
            <a:off x="6296025" y="286702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13">
                <a:solidFill>
                  <a:srgbClr val="666B70"/>
                </a:solidFill>
              </a:rPr>
              <a:t>Traceability + feature AC</a:t>
            </a:r>
            <a:endParaRPr/>
          </a:p>
        </p:txBody>
      </p:sp>
      <p:sp>
        <p:nvSpPr>
          <p:cNvPr id="2023" name="Google Shape;2023;p31">
            <a:extLst xmlns:a="http://schemas.openxmlformats.org/drawingml/2006/main">
              <a:ext uri="{FF2B5EF4-FFF2-40B4-BE49-F238E27FC236}">
                <a16:creationId xmlns:a16="http://schemas.microsoft.com/office/drawing/2014/main" id="{033F9A29-EA2D-4468-8F7E-05BB4188FD30}"/>
              </a:ext>
            </a:extLst>
          </p:cNvPr>
          <p:cNvSpPr>
            <a:spLocks xmlns:a="http://schemas.openxmlformats.org/drawingml/2006/main" noGrp="1"/>
          </p:cNvSpPr>
          <p:nvPr/>
        </p:nvSpPr>
        <p:spPr>
          <a:xfrm xmlns:a="http://schemas.openxmlformats.org/drawingml/2006/main">
            <a:off x="7962900" y="2038350"/>
            <a:ext cx="16383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4" name="Google Shape;2024;p31">
            <a:extLst xmlns:a="http://schemas.openxmlformats.org/drawingml/2006/main">
              <a:ext uri="{FF2B5EF4-FFF2-40B4-BE49-F238E27FC236}">
                <a16:creationId xmlns:a16="http://schemas.microsoft.com/office/drawing/2014/main" id="{EB5A8C5F-2FA6-48A0-A5F2-BD901CA77613}"/>
              </a:ext>
            </a:extLst>
          </p:cNvPr>
          <p:cNvSpPr>
            <a:spLocks xmlns:a="http://schemas.openxmlformats.org/drawingml/2006/main" noGrp="1"/>
          </p:cNvSpPr>
          <p:nvPr/>
        </p:nvSpPr>
        <p:spPr>
          <a:xfrm xmlns:a="http://schemas.openxmlformats.org/drawingml/2006/main">
            <a:off x="7962900" y="2038350"/>
            <a:ext cx="1638300" cy="66675"/>
          </a:xfrm>
          <a:prstGeom xmlns:a="http://schemas.openxmlformats.org/drawingml/2006/main" prst="rect">
            <a:avLst/>
          </a:prstGeom>
          <a:solidFill xmlns:a="http://schemas.openxmlformats.org/drawingml/2006/main">
            <a:srgbClr val="2F6F57"/>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5" name="Google Shape;2025;p31">
            <a:extLst xmlns:a="http://schemas.openxmlformats.org/drawingml/2006/main">
              <a:ext uri="{FF2B5EF4-FFF2-40B4-BE49-F238E27FC236}">
                <a16:creationId xmlns:a16="http://schemas.microsoft.com/office/drawing/2014/main" id="{B251AB4A-AABE-4406-B8B3-9776E3E99295}"/>
              </a:ext>
            </a:extLst>
          </p:cNvPr>
          <p:cNvSpPr>
            <a:spLocks xmlns:a="http://schemas.openxmlformats.org/drawingml/2006/main" noGrp="1"/>
          </p:cNvSpPr>
          <p:nvPr/>
        </p:nvSpPr>
        <p:spPr>
          <a:xfrm xmlns:a="http://schemas.openxmlformats.org/drawingml/2006/main">
            <a:off x="8115300" y="2209800"/>
            <a:ext cx="600075" cy="266700"/>
          </a:xfrm>
          <a:prstGeom xmlns:a="http://schemas.openxmlformats.org/drawingml/2006/main" prst="roundRect">
            <a:avLst>
              <a:gd name="adj" fmla="val 28571"/>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6" name="Google Shape;2026;p31">
            <a:extLst xmlns:a="http://schemas.openxmlformats.org/drawingml/2006/main">
              <a:ext uri="{FF2B5EF4-FFF2-40B4-BE49-F238E27FC236}">
                <a16:creationId xmlns:a16="http://schemas.microsoft.com/office/drawing/2014/main" id="{C805C0D7-3B99-4119-8B75-B7F9080EA039}"/>
              </a:ext>
            </a:extLst>
          </p:cNvPr>
          <p:cNvSpPr>
            <a:spLocks xmlns:a="http://schemas.openxmlformats.org/drawingml/2006/main" noGrp="1"/>
          </p:cNvSpPr>
          <p:nvPr/>
        </p:nvSpPr>
        <p:spPr>
          <a:xfrm xmlns:a="http://schemas.openxmlformats.org/drawingml/2006/main">
            <a:off x="8124825" y="2238375"/>
            <a:ext cx="581025"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63" b="1">
                <a:solidFill>
                  <a:srgbClr val="2F6F57"/>
                </a:solidFill>
              </a:rPr>
              <a:t>v0.3.8</a:t>
            </a:r>
            <a:endParaRPr/>
          </a:p>
        </p:txBody>
      </p:sp>
      <p:sp>
        <p:nvSpPr>
          <p:cNvPr id="2027" name="Google Shape;2027;p31">
            <a:extLst xmlns:a="http://schemas.openxmlformats.org/drawingml/2006/main">
              <a:ext uri="{FF2B5EF4-FFF2-40B4-BE49-F238E27FC236}">
                <a16:creationId xmlns:a16="http://schemas.microsoft.com/office/drawing/2014/main" id="{21EAEEDA-6C9C-4671-9572-6F67E030037C}"/>
              </a:ext>
            </a:extLst>
          </p:cNvPr>
          <p:cNvSpPr>
            <a:spLocks xmlns:a="http://schemas.openxmlformats.org/drawingml/2006/main" noGrp="1"/>
          </p:cNvSpPr>
          <p:nvPr/>
        </p:nvSpPr>
        <p:spPr>
          <a:xfrm xmlns:a="http://schemas.openxmlformats.org/drawingml/2006/main">
            <a:off x="8782050" y="2209800"/>
            <a:ext cx="685800" cy="266700"/>
          </a:xfrm>
          <a:prstGeom xmlns:a="http://schemas.openxmlformats.org/drawingml/2006/main" prst="roundRect">
            <a:avLst>
              <a:gd name="adj" fmla="val 28571"/>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8" name="Google Shape;2028;p31">
            <a:extLst xmlns:a="http://schemas.openxmlformats.org/drawingml/2006/main">
              <a:ext uri="{FF2B5EF4-FFF2-40B4-BE49-F238E27FC236}">
                <a16:creationId xmlns:a16="http://schemas.microsoft.com/office/drawing/2014/main" id="{F3510D81-CB2E-4CCA-8DC9-8A843DD277BA}"/>
              </a:ext>
            </a:extLst>
          </p:cNvPr>
          <p:cNvSpPr>
            <a:spLocks xmlns:a="http://schemas.openxmlformats.org/drawingml/2006/main" noGrp="1"/>
          </p:cNvSpPr>
          <p:nvPr/>
        </p:nvSpPr>
        <p:spPr>
          <a:xfrm xmlns:a="http://schemas.openxmlformats.org/drawingml/2006/main">
            <a:off x="8791575" y="2238375"/>
            <a:ext cx="666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585" b="1">
                <a:solidFill>
                  <a:srgbClr val="2F6F57"/>
                </a:solidFill>
              </a:rPr>
              <a:t>ACCEPTED</a:t>
            </a:r>
            <a:endParaRPr/>
          </a:p>
        </p:txBody>
      </p:sp>
      <p:sp>
        <p:nvSpPr>
          <p:cNvPr id="2029" name="Google Shape;2029;p31">
            <a:extLst xmlns:a="http://schemas.openxmlformats.org/drawingml/2006/main">
              <a:ext uri="{FF2B5EF4-FFF2-40B4-BE49-F238E27FC236}">
                <a16:creationId xmlns:a16="http://schemas.microsoft.com/office/drawing/2014/main" id="{6938D136-9664-4139-8ABD-4C1AB4AED046}"/>
              </a:ext>
            </a:extLst>
          </p:cNvPr>
          <p:cNvSpPr>
            <a:spLocks xmlns:a="http://schemas.openxmlformats.org/drawingml/2006/main" noGrp="1"/>
          </p:cNvSpPr>
          <p:nvPr/>
        </p:nvSpPr>
        <p:spPr>
          <a:xfrm xmlns:a="http://schemas.openxmlformats.org/drawingml/2006/main">
            <a:off x="8115300" y="2533650"/>
            <a:ext cx="1333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990" b="1">
                <a:solidFill>
                  <a:srgbClr val="1A1A2E"/>
                </a:solidFill>
              </a:rPr>
              <a:t>Submission baseline</a:t>
            </a:r>
            <a:endParaRPr/>
          </a:p>
        </p:txBody>
      </p:sp>
      <p:sp>
        <p:nvSpPr>
          <p:cNvPr id="2030" name="Google Shape;2030;p31">
            <a:extLst xmlns:a="http://schemas.openxmlformats.org/drawingml/2006/main">
              <a:ext uri="{FF2B5EF4-FFF2-40B4-BE49-F238E27FC236}">
                <a16:creationId xmlns:a16="http://schemas.microsoft.com/office/drawing/2014/main" id="{C5A73C11-8F0C-4249-A2F7-307BA473562F}"/>
              </a:ext>
            </a:extLst>
          </p:cNvPr>
          <p:cNvSpPr>
            <a:spLocks xmlns:a="http://schemas.openxmlformats.org/drawingml/2006/main" noGrp="1"/>
          </p:cNvSpPr>
          <p:nvPr/>
        </p:nvSpPr>
        <p:spPr>
          <a:xfrm xmlns:a="http://schemas.openxmlformats.org/drawingml/2006/main">
            <a:off x="8115300" y="286702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13">
                <a:solidFill>
                  <a:srgbClr val="666B70"/>
                </a:solidFill>
              </a:rPr>
              <a:t>Loaded cost + restored sizing eval</a:t>
            </a:r>
            <a:endParaRPr/>
          </a:p>
        </p:txBody>
      </p:sp>
      <p:sp>
        <p:nvSpPr>
          <p:cNvPr id="2031" name="Google Shape;2031;p31">
            <a:extLst xmlns:a="http://schemas.openxmlformats.org/drawingml/2006/main">
              <a:ext uri="{FF2B5EF4-FFF2-40B4-BE49-F238E27FC236}">
                <a16:creationId xmlns:a16="http://schemas.microsoft.com/office/drawing/2014/main" id="{1D8BA710-52FC-4CB6-AADE-6EDE5B5B880C}"/>
              </a:ext>
            </a:extLst>
          </p:cNvPr>
          <p:cNvSpPr>
            <a:spLocks xmlns:a="http://schemas.openxmlformats.org/drawingml/2006/main" noGrp="1"/>
          </p:cNvSpPr>
          <p:nvPr/>
        </p:nvSpPr>
        <p:spPr>
          <a:xfrm xmlns:a="http://schemas.openxmlformats.org/drawingml/2006/main">
            <a:off x="2286000" y="2409825"/>
            <a:ext cx="2190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50" b="1">
                <a:solidFill>
                  <a:srgbClr val="B85042"/>
                </a:solidFill>
              </a:rPr>
              <a:t>→</a:t>
            </a:r>
            <a:endParaRPr/>
          </a:p>
        </p:txBody>
      </p:sp>
      <p:sp>
        <p:nvSpPr>
          <p:cNvPr id="2032" name="Google Shape;2032;p31">
            <a:extLst xmlns:a="http://schemas.openxmlformats.org/drawingml/2006/main">
              <a:ext uri="{FF2B5EF4-FFF2-40B4-BE49-F238E27FC236}">
                <a16:creationId xmlns:a16="http://schemas.microsoft.com/office/drawing/2014/main" id="{8C80ECB5-2FA9-4D56-9289-EE4E7D48AB98}"/>
              </a:ext>
            </a:extLst>
          </p:cNvPr>
          <p:cNvSpPr>
            <a:spLocks xmlns:a="http://schemas.openxmlformats.org/drawingml/2006/main" noGrp="1"/>
          </p:cNvSpPr>
          <p:nvPr/>
        </p:nvSpPr>
        <p:spPr>
          <a:xfrm xmlns:a="http://schemas.openxmlformats.org/drawingml/2006/main">
            <a:off x="4105275" y="2409825"/>
            <a:ext cx="2190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50" b="1">
                <a:solidFill>
                  <a:srgbClr val="B85042"/>
                </a:solidFill>
              </a:rPr>
              <a:t>→</a:t>
            </a:r>
            <a:endParaRPr/>
          </a:p>
        </p:txBody>
      </p:sp>
      <p:sp>
        <p:nvSpPr>
          <p:cNvPr id="2033" name="Google Shape;2033;p31">
            <a:extLst xmlns:a="http://schemas.openxmlformats.org/drawingml/2006/main">
              <a:ext uri="{FF2B5EF4-FFF2-40B4-BE49-F238E27FC236}">
                <a16:creationId xmlns:a16="http://schemas.microsoft.com/office/drawing/2014/main" id="{DA8C9997-C93A-4BD4-9039-13F3DDFBDE38}"/>
              </a:ext>
            </a:extLst>
          </p:cNvPr>
          <p:cNvSpPr>
            <a:spLocks xmlns:a="http://schemas.openxmlformats.org/drawingml/2006/main" noGrp="1"/>
          </p:cNvSpPr>
          <p:nvPr/>
        </p:nvSpPr>
        <p:spPr>
          <a:xfrm xmlns:a="http://schemas.openxmlformats.org/drawingml/2006/main">
            <a:off x="5924550" y="2409825"/>
            <a:ext cx="2190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50" b="1">
                <a:solidFill>
                  <a:srgbClr val="B85042"/>
                </a:solidFill>
              </a:rPr>
              <a:t>→</a:t>
            </a:r>
            <a:endParaRPr/>
          </a:p>
        </p:txBody>
      </p:sp>
      <p:sp>
        <p:nvSpPr>
          <p:cNvPr id="2034" name="Google Shape;2034;p31">
            <a:extLst xmlns:a="http://schemas.openxmlformats.org/drawingml/2006/main">
              <a:ext uri="{FF2B5EF4-FFF2-40B4-BE49-F238E27FC236}">
                <a16:creationId xmlns:a16="http://schemas.microsoft.com/office/drawing/2014/main" id="{15DC9825-118E-4840-9A0B-D09058050AAA}"/>
              </a:ext>
            </a:extLst>
          </p:cNvPr>
          <p:cNvSpPr>
            <a:spLocks xmlns:a="http://schemas.openxmlformats.org/drawingml/2006/main" noGrp="1"/>
          </p:cNvSpPr>
          <p:nvPr/>
        </p:nvSpPr>
        <p:spPr>
          <a:xfrm xmlns:a="http://schemas.openxmlformats.org/drawingml/2006/main">
            <a:off x="7743825" y="2409825"/>
            <a:ext cx="2190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650" b="1">
                <a:solidFill>
                  <a:srgbClr val="B85042"/>
                </a:solidFill>
              </a:rPr>
              <a:t>→</a:t>
            </a:r>
            <a:endParaRPr/>
          </a:p>
        </p:txBody>
      </p:sp>
      <p:sp>
        <p:nvSpPr>
          <p:cNvPr id="2035" name="Google Shape;2035;p31">
            <a:extLst xmlns:a="http://schemas.openxmlformats.org/drawingml/2006/main">
              <a:ext uri="{FF2B5EF4-FFF2-40B4-BE49-F238E27FC236}">
                <a16:creationId xmlns:a16="http://schemas.microsoft.com/office/drawing/2014/main" id="{18925CA7-FAD6-441F-A2BC-2E1D85BBA08B}"/>
              </a:ext>
            </a:extLst>
          </p:cNvPr>
          <p:cNvSpPr>
            <a:spLocks xmlns:a="http://schemas.openxmlformats.org/drawingml/2006/main" noGrp="1"/>
          </p:cNvSpPr>
          <p:nvPr/>
        </p:nvSpPr>
        <p:spPr>
          <a:xfrm xmlns:a="http://schemas.openxmlformats.org/drawingml/2006/main">
            <a:off x="9810750" y="1724025"/>
            <a:ext cx="1695450" cy="1514475"/>
          </a:xfrm>
          <a:prstGeom xmlns:a="http://schemas.openxmlformats.org/drawingml/2006/main" prst="roundRect">
            <a:avLst>
              <a:gd name="adj" fmla="val 5031"/>
            </a:avLst>
          </a:prstGeom>
          <a:solidFill xmlns:a="http://schemas.openxmlformats.org/drawingml/2006/main">
            <a:srgbClr val="E8EFF9"/>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36" name="Google Shape;2036;p31">
            <a:extLst xmlns:a="http://schemas.openxmlformats.org/drawingml/2006/main">
              <a:ext uri="{FF2B5EF4-FFF2-40B4-BE49-F238E27FC236}">
                <a16:creationId xmlns:a16="http://schemas.microsoft.com/office/drawing/2014/main" id="{47D2DF9A-5E4C-46EE-8BEE-7F019C955A4B}"/>
              </a:ext>
            </a:extLst>
          </p:cNvPr>
          <p:cNvSpPr>
            <a:spLocks xmlns:a="http://schemas.openxmlformats.org/drawingml/2006/main" noGrp="1"/>
          </p:cNvSpPr>
          <p:nvPr/>
        </p:nvSpPr>
        <p:spPr>
          <a:xfrm xmlns:a="http://schemas.openxmlformats.org/drawingml/2006/main">
            <a:off x="9963150" y="1895475"/>
            <a:ext cx="13906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13" b="1">
                <a:solidFill>
                  <a:srgbClr val="3B6EBF"/>
                </a:solidFill>
              </a:rPr>
              <a:t>PROTECTED FALLBACK</a:t>
            </a:r>
            <a:endParaRPr/>
          </a:p>
        </p:txBody>
      </p:sp>
      <p:sp>
        <p:nvSpPr>
          <p:cNvPr id="2037" name="Google Shape;2037;p31">
            <a:extLst xmlns:a="http://schemas.openxmlformats.org/drawingml/2006/main">
              <a:ext uri="{FF2B5EF4-FFF2-40B4-BE49-F238E27FC236}">
                <a16:creationId xmlns:a16="http://schemas.microsoft.com/office/drawing/2014/main" id="{7456281C-2F7D-40CF-BEA4-BBB5C0D06658}"/>
              </a:ext>
            </a:extLst>
          </p:cNvPr>
          <p:cNvSpPr>
            <a:spLocks xmlns:a="http://schemas.openxmlformats.org/drawingml/2006/main" noGrp="1"/>
          </p:cNvSpPr>
          <p:nvPr/>
        </p:nvSpPr>
        <p:spPr>
          <a:xfrm xmlns:a="http://schemas.openxmlformats.org/drawingml/2006/main">
            <a:off x="9963150" y="2133600"/>
            <a:ext cx="13906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75" b="1">
                <a:solidFill>
                  <a:srgbClr val="1A1A2E"/>
                </a:solidFill>
              </a:rPr>
              <a:t>v0.3.7</a:t>
            </a:r>
            <a:endParaRPr/>
          </a:p>
        </p:txBody>
      </p:sp>
      <p:sp>
        <p:nvSpPr>
          <p:cNvPr id="2038" name="Google Shape;2038;p31">
            <a:extLst xmlns:a="http://schemas.openxmlformats.org/drawingml/2006/main">
              <a:ext uri="{FF2B5EF4-FFF2-40B4-BE49-F238E27FC236}">
                <a16:creationId xmlns:a16="http://schemas.microsoft.com/office/drawing/2014/main" id="{F35E57C8-9392-44C1-A8C2-85E729206859}"/>
              </a:ext>
            </a:extLst>
          </p:cNvPr>
          <p:cNvSpPr>
            <a:spLocks xmlns:a="http://schemas.openxmlformats.org/drawingml/2006/main" noGrp="1"/>
          </p:cNvSpPr>
          <p:nvPr/>
        </p:nvSpPr>
        <p:spPr>
          <a:xfrm xmlns:a="http://schemas.openxmlformats.org/drawingml/2006/main">
            <a:off x="9982200" y="2571750"/>
            <a:ext cx="1352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88">
                <a:solidFill>
                  <a:srgbClr val="666B70"/>
                </a:solidFill>
              </a:rPr>
              <a:t>Exact live workflow snapshot retained unchanged for rollback.</a:t>
            </a:r>
            <a:endParaRPr/>
          </a:p>
        </p:txBody>
      </p:sp>
      <p:sp>
        <p:nvSpPr>
          <p:cNvPr id="2039" name="Google Shape;2039;p31">
            <a:extLst xmlns:a="http://schemas.openxmlformats.org/drawingml/2006/main">
              <a:ext uri="{FF2B5EF4-FFF2-40B4-BE49-F238E27FC236}">
                <a16:creationId xmlns:a16="http://schemas.microsoft.com/office/drawing/2014/main" id="{6DF35EF1-8D59-4D88-90C3-A944C86575C5}"/>
              </a:ext>
            </a:extLst>
          </p:cNvPr>
          <p:cNvSpPr>
            <a:spLocks xmlns:a="http://schemas.openxmlformats.org/drawingml/2006/main" noGrp="1"/>
          </p:cNvSpPr>
          <p:nvPr/>
        </p:nvSpPr>
        <p:spPr>
          <a:xfrm xmlns:a="http://schemas.openxmlformats.org/drawingml/2006/main">
            <a:off x="685800" y="3533775"/>
            <a:ext cx="6915150" cy="1971675"/>
          </a:xfrm>
          <a:prstGeom xmlns:a="http://schemas.openxmlformats.org/drawingml/2006/main" prst="roundRect">
            <a:avLst>
              <a:gd name="adj" fmla="val 3865"/>
            </a:avLst>
          </a:prstGeom>
          <a:solidFill xmlns:a="http://schemas.openxmlformats.org/drawingml/2006/main">
            <a:srgbClr val="FFFFFF"/>
          </a:solidFill>
          <a:ln xmlns:a="http://schemas.openxmlformats.org/drawingml/2006/main" w="9525" cmpd="sng">
            <a:solidFill>
              <a:srgbClr val="DED8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0" name="Google Shape;2040;p31">
            <a:extLst xmlns:a="http://schemas.openxmlformats.org/drawingml/2006/main">
              <a:ext uri="{FF2B5EF4-FFF2-40B4-BE49-F238E27FC236}">
                <a16:creationId xmlns:a16="http://schemas.microsoft.com/office/drawing/2014/main" id="{932F4BC5-E350-491E-A2BF-54983324A247}"/>
              </a:ext>
            </a:extLst>
          </p:cNvPr>
          <p:cNvSpPr>
            <a:spLocks xmlns:a="http://schemas.openxmlformats.org/drawingml/2006/main" noGrp="1"/>
          </p:cNvSpPr>
          <p:nvPr/>
        </p:nvSpPr>
        <p:spPr>
          <a:xfrm xmlns:a="http://schemas.openxmlformats.org/drawingml/2006/main">
            <a:off x="685800" y="3533775"/>
            <a:ext cx="6915150" cy="66675"/>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1" name="Google Shape;2041;p31">
            <a:extLst xmlns:a="http://schemas.openxmlformats.org/drawingml/2006/main">
              <a:ext uri="{FF2B5EF4-FFF2-40B4-BE49-F238E27FC236}">
                <a16:creationId xmlns:a16="http://schemas.microsoft.com/office/drawing/2014/main" id="{4D9506A4-4BC6-4EA3-A4E1-43FAD2CE7E4F}"/>
              </a:ext>
            </a:extLst>
          </p:cNvPr>
          <p:cNvSpPr>
            <a:spLocks xmlns:a="http://schemas.openxmlformats.org/drawingml/2006/main" noGrp="1"/>
          </p:cNvSpPr>
          <p:nvPr/>
        </p:nvSpPr>
        <p:spPr>
          <a:xfrm xmlns:a="http://schemas.openxmlformats.org/drawingml/2006/main">
            <a:off x="914400" y="3743325"/>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88" b="1">
                <a:solidFill>
                  <a:srgbClr val="3B6EBF"/>
                </a:solidFill>
              </a:rPr>
              <a:t>ROLLBACK RECEIPTS</a:t>
            </a:r>
            <a:endParaRPr/>
          </a:p>
        </p:txBody>
      </p:sp>
      <p:sp>
        <p:nvSpPr>
          <p:cNvPr id="2042" name="Google Shape;2042;p31">
            <a:extLst xmlns:a="http://schemas.openxmlformats.org/drawingml/2006/main">
              <a:ext uri="{FF2B5EF4-FFF2-40B4-BE49-F238E27FC236}">
                <a16:creationId xmlns:a16="http://schemas.microsoft.com/office/drawing/2014/main" id="{A157849A-613A-4B1F-8929-4B087FDBEA17}"/>
              </a:ext>
            </a:extLst>
          </p:cNvPr>
          <p:cNvSpPr>
            <a:spLocks xmlns:a="http://schemas.openxmlformats.org/drawingml/2006/main" noGrp="1"/>
          </p:cNvSpPr>
          <p:nvPr/>
        </p:nvSpPr>
        <p:spPr>
          <a:xfrm xmlns:a="http://schemas.openxmlformats.org/drawingml/2006/main">
            <a:off x="914400" y="3981450"/>
            <a:ext cx="619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500" b="1">
                <a:solidFill>
                  <a:srgbClr val="1A1A2E"/>
                </a:solidFill>
              </a:rPr>
              <a:t>The prior production state is recoverable—not reconstructed</a:t>
            </a:r>
            <a:endParaRPr/>
          </a:p>
        </p:txBody>
      </p:sp>
      <p:sp>
        <p:nvSpPr>
          <p:cNvPr id="2043" name="Google Shape;2043;p31">
            <a:extLst xmlns:a="http://schemas.openxmlformats.org/drawingml/2006/main">
              <a:ext uri="{FF2B5EF4-FFF2-40B4-BE49-F238E27FC236}">
                <a16:creationId xmlns:a16="http://schemas.microsoft.com/office/drawing/2014/main" id="{30A74903-4ED7-45C8-9CD6-8FA01F949A7F}"/>
              </a:ext>
            </a:extLst>
          </p:cNvPr>
          <p:cNvSpPr>
            <a:spLocks xmlns:a="http://schemas.openxmlformats.org/drawingml/2006/main" noGrp="1"/>
          </p:cNvSpPr>
          <p:nvPr/>
        </p:nvSpPr>
        <p:spPr>
          <a:xfrm xmlns:a="http://schemas.openxmlformats.org/drawingml/2006/main">
            <a:off x="933450" y="4505325"/>
            <a:ext cx="114300" cy="11430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4" name="Google Shape;2044;p31">
            <a:extLst xmlns:a="http://schemas.openxmlformats.org/drawingml/2006/main">
              <a:ext uri="{FF2B5EF4-FFF2-40B4-BE49-F238E27FC236}">
                <a16:creationId xmlns:a16="http://schemas.microsoft.com/office/drawing/2014/main" id="{338CD6ED-1113-4F9F-9E24-45F7093622F2}"/>
              </a:ext>
            </a:extLst>
          </p:cNvPr>
          <p:cNvSpPr>
            <a:spLocks xmlns:a="http://schemas.openxmlformats.org/drawingml/2006/main" noGrp="1"/>
          </p:cNvSpPr>
          <p:nvPr/>
        </p:nvSpPr>
        <p:spPr>
          <a:xfrm xmlns:a="http://schemas.openxmlformats.org/drawingml/2006/main">
            <a:off x="1152525" y="4448175"/>
            <a:ext cx="1809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40" b="1">
                <a:solidFill>
                  <a:srgbClr val="1A1A2E"/>
                </a:solidFill>
              </a:rPr>
              <a:t>Exact workflow snapshot</a:t>
            </a:r>
            <a:endParaRPr/>
          </a:p>
        </p:txBody>
      </p:sp>
      <p:sp>
        <p:nvSpPr>
          <p:cNvPr id="2045" name="Google Shape;2045;p31">
            <a:extLst xmlns:a="http://schemas.openxmlformats.org/drawingml/2006/main">
              <a:ext uri="{FF2B5EF4-FFF2-40B4-BE49-F238E27FC236}">
                <a16:creationId xmlns:a16="http://schemas.microsoft.com/office/drawing/2014/main" id="{BB183761-6BB4-4D12-9A7F-35C9600AA46F}"/>
              </a:ext>
            </a:extLst>
          </p:cNvPr>
          <p:cNvSpPr>
            <a:spLocks xmlns:a="http://schemas.openxmlformats.org/drawingml/2006/main" noGrp="1"/>
          </p:cNvSpPr>
          <p:nvPr/>
        </p:nvSpPr>
        <p:spPr>
          <a:xfrm xmlns:a="http://schemas.openxmlformats.org/drawingml/2006/main">
            <a:off x="3048000" y="4448175"/>
            <a:ext cx="15621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95" b="1">
                <a:solidFill>
                  <a:srgbClr val="3B6EBF"/>
                </a:solidFill>
              </a:rPr>
              <a:t>c5ae311</a:t>
            </a:r>
            <a:endParaRPr/>
          </a:p>
        </p:txBody>
      </p:sp>
      <p:sp>
        <p:nvSpPr>
          <p:cNvPr id="2046" name="Google Shape;2046;p31">
            <a:extLst xmlns:a="http://schemas.openxmlformats.org/drawingml/2006/main">
              <a:ext uri="{FF2B5EF4-FFF2-40B4-BE49-F238E27FC236}">
                <a16:creationId xmlns:a16="http://schemas.microsoft.com/office/drawing/2014/main" id="{E3ADDB67-C917-4906-BA7C-20CF376D52D4}"/>
              </a:ext>
            </a:extLst>
          </p:cNvPr>
          <p:cNvSpPr>
            <a:spLocks xmlns:a="http://schemas.openxmlformats.org/drawingml/2006/main" noGrp="1"/>
          </p:cNvSpPr>
          <p:nvPr/>
        </p:nvSpPr>
        <p:spPr>
          <a:xfrm xmlns:a="http://schemas.openxmlformats.org/drawingml/2006/main">
            <a:off x="4695825" y="4448175"/>
            <a:ext cx="26098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65">
                <a:solidFill>
                  <a:srgbClr val="666B70"/>
                </a:solidFill>
              </a:rPr>
              <a:t>Nine v0.3.7 live-production JSON exports</a:t>
            </a:r>
            <a:endParaRPr/>
          </a:p>
        </p:txBody>
      </p:sp>
      <p:sp>
        <p:nvSpPr>
          <p:cNvPr id="2047" name="Google Shape;2047;p31">
            <a:extLst xmlns:a="http://schemas.openxmlformats.org/drawingml/2006/main">
              <a:ext uri="{FF2B5EF4-FFF2-40B4-BE49-F238E27FC236}">
                <a16:creationId xmlns:a16="http://schemas.microsoft.com/office/drawing/2014/main" id="{6E38BCDA-ED8B-41A1-9381-461F0748669F}"/>
              </a:ext>
            </a:extLst>
          </p:cNvPr>
          <p:cNvSpPr>
            <a:spLocks xmlns:a="http://schemas.openxmlformats.org/drawingml/2006/main" noGrp="1"/>
          </p:cNvSpPr>
          <p:nvPr/>
        </p:nvSpPr>
        <p:spPr>
          <a:xfrm xmlns:a="http://schemas.openxmlformats.org/drawingml/2006/main">
            <a:off x="933450" y="4810125"/>
            <a:ext cx="114300" cy="11430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8" name="Google Shape;2048;p31">
            <a:extLst xmlns:a="http://schemas.openxmlformats.org/drawingml/2006/main">
              <a:ext uri="{FF2B5EF4-FFF2-40B4-BE49-F238E27FC236}">
                <a16:creationId xmlns:a16="http://schemas.microsoft.com/office/drawing/2014/main" id="{202A8076-321B-4302-9331-62728D0625CE}"/>
              </a:ext>
            </a:extLst>
          </p:cNvPr>
          <p:cNvSpPr>
            <a:spLocks xmlns:a="http://schemas.openxmlformats.org/drawingml/2006/main" noGrp="1"/>
          </p:cNvSpPr>
          <p:nvPr/>
        </p:nvSpPr>
        <p:spPr>
          <a:xfrm xmlns:a="http://schemas.openxmlformats.org/drawingml/2006/main">
            <a:off x="1152525" y="4752975"/>
            <a:ext cx="1809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40" b="1">
                <a:solidFill>
                  <a:srgbClr val="1A1A2E"/>
                </a:solidFill>
              </a:rPr>
              <a:t>Merged checkpoint</a:t>
            </a:r>
            <a:endParaRPr/>
          </a:p>
        </p:txBody>
      </p:sp>
      <p:sp>
        <p:nvSpPr>
          <p:cNvPr id="2049" name="Google Shape;2049;p31">
            <a:extLst xmlns:a="http://schemas.openxmlformats.org/drawingml/2006/main">
              <a:ext uri="{FF2B5EF4-FFF2-40B4-BE49-F238E27FC236}">
                <a16:creationId xmlns:a16="http://schemas.microsoft.com/office/drawing/2014/main" id="{B4FAC8E0-45FB-407E-96EB-F6495D07EAC8}"/>
              </a:ext>
            </a:extLst>
          </p:cNvPr>
          <p:cNvSpPr>
            <a:spLocks xmlns:a="http://schemas.openxmlformats.org/drawingml/2006/main" noGrp="1"/>
          </p:cNvSpPr>
          <p:nvPr/>
        </p:nvSpPr>
        <p:spPr>
          <a:xfrm xmlns:a="http://schemas.openxmlformats.org/drawingml/2006/main">
            <a:off x="3048000" y="4752975"/>
            <a:ext cx="15621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95" b="1">
                <a:solidFill>
                  <a:srgbClr val="3B6EBF"/>
                </a:solidFill>
              </a:rPr>
              <a:t>57618f6 · PR #16</a:t>
            </a:r>
            <a:endParaRPr/>
          </a:p>
        </p:txBody>
      </p:sp>
      <p:sp>
        <p:nvSpPr>
          <p:cNvPr id="2050" name="Google Shape;2050;p31">
            <a:extLst xmlns:a="http://schemas.openxmlformats.org/drawingml/2006/main">
              <a:ext uri="{FF2B5EF4-FFF2-40B4-BE49-F238E27FC236}">
                <a16:creationId xmlns:a16="http://schemas.microsoft.com/office/drawing/2014/main" id="{64F72717-975D-4840-A324-65969C81356F}"/>
              </a:ext>
            </a:extLst>
          </p:cNvPr>
          <p:cNvSpPr>
            <a:spLocks xmlns:a="http://schemas.openxmlformats.org/drawingml/2006/main" noGrp="1"/>
          </p:cNvSpPr>
          <p:nvPr/>
        </p:nvSpPr>
        <p:spPr>
          <a:xfrm xmlns:a="http://schemas.openxmlformats.org/drawingml/2006/main">
            <a:off x="4695825" y="4752975"/>
            <a:ext cx="26098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65">
                <a:solidFill>
                  <a:srgbClr val="666B70"/>
                </a:solidFill>
              </a:rPr>
              <a:t>Versioned evidence preserved on main</a:t>
            </a:r>
            <a:endParaRPr/>
          </a:p>
        </p:txBody>
      </p:sp>
      <p:sp>
        <p:nvSpPr>
          <p:cNvPr id="2051" name="Google Shape;2051;p31">
            <a:extLst xmlns:a="http://schemas.openxmlformats.org/drawingml/2006/main">
              <a:ext uri="{FF2B5EF4-FFF2-40B4-BE49-F238E27FC236}">
                <a16:creationId xmlns:a16="http://schemas.microsoft.com/office/drawing/2014/main" id="{C48E203B-C13F-428D-8990-22CA518AC2EB}"/>
              </a:ext>
            </a:extLst>
          </p:cNvPr>
          <p:cNvSpPr>
            <a:spLocks xmlns:a="http://schemas.openxmlformats.org/drawingml/2006/main" noGrp="1"/>
          </p:cNvSpPr>
          <p:nvPr/>
        </p:nvSpPr>
        <p:spPr>
          <a:xfrm xmlns:a="http://schemas.openxmlformats.org/drawingml/2006/main">
            <a:off x="933450" y="5114925"/>
            <a:ext cx="114300" cy="114300"/>
          </a:xfrm>
          <a:prstGeom xmlns:a="http://schemas.openxmlformats.org/drawingml/2006/main" prst="rect">
            <a:avLst/>
          </a:prstGeom>
          <a:solidFill xmlns:a="http://schemas.openxmlformats.org/drawingml/2006/main">
            <a:srgbClr val="3B6EBF"/>
          </a:solidFill>
          <a:ln xmlns:a="http://schemas.openxmlformats.org/drawingml/2006/main" w="9525" cmpd="sng">
            <a:solidFill>
              <a:srgbClr val="3B6EB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52" name="Google Shape;2052;p31">
            <a:extLst xmlns:a="http://schemas.openxmlformats.org/drawingml/2006/main">
              <a:ext uri="{FF2B5EF4-FFF2-40B4-BE49-F238E27FC236}">
                <a16:creationId xmlns:a16="http://schemas.microsoft.com/office/drawing/2014/main" id="{02013C24-CB7D-40CD-9550-8E96C6F71B2D}"/>
              </a:ext>
            </a:extLst>
          </p:cNvPr>
          <p:cNvSpPr>
            <a:spLocks xmlns:a="http://schemas.openxmlformats.org/drawingml/2006/main" noGrp="1"/>
          </p:cNvSpPr>
          <p:nvPr/>
        </p:nvSpPr>
        <p:spPr>
          <a:xfrm xmlns:a="http://schemas.openxmlformats.org/drawingml/2006/main">
            <a:off x="1152525" y="5057775"/>
            <a:ext cx="1809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40" b="1">
                <a:solidFill>
                  <a:srgbClr val="1A1A2E"/>
                </a:solidFill>
              </a:rPr>
              <a:t>Protected controls</a:t>
            </a:r>
            <a:endParaRPr/>
          </a:p>
        </p:txBody>
      </p:sp>
      <p:sp>
        <p:nvSpPr>
          <p:cNvPr id="2053" name="Google Shape;2053;p31">
            <a:extLst xmlns:a="http://schemas.openxmlformats.org/drawingml/2006/main">
              <a:ext uri="{FF2B5EF4-FFF2-40B4-BE49-F238E27FC236}">
                <a16:creationId xmlns:a16="http://schemas.microsoft.com/office/drawing/2014/main" id="{3E4B2CC4-20D8-4C18-9D8D-4ABCD464F70F}"/>
              </a:ext>
            </a:extLst>
          </p:cNvPr>
          <p:cNvSpPr>
            <a:spLocks xmlns:a="http://schemas.openxmlformats.org/drawingml/2006/main" noGrp="1"/>
          </p:cNvSpPr>
          <p:nvPr/>
        </p:nvSpPr>
        <p:spPr>
          <a:xfrm xmlns:a="http://schemas.openxmlformats.org/drawingml/2006/main">
            <a:off x="3048000" y="5057775"/>
            <a:ext cx="15621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95" b="1">
                <a:solidFill>
                  <a:srgbClr val="3B6EBF"/>
                </a:solidFill>
              </a:rPr>
              <a:t>Manual trigger · Agreement Gate</a:t>
            </a:r>
            <a:endParaRPr/>
          </a:p>
        </p:txBody>
      </p:sp>
      <p:sp>
        <p:nvSpPr>
          <p:cNvPr id="2054" name="Google Shape;2054;p31">
            <a:extLst xmlns:a="http://schemas.openxmlformats.org/drawingml/2006/main">
              <a:ext uri="{FF2B5EF4-FFF2-40B4-BE49-F238E27FC236}">
                <a16:creationId xmlns:a16="http://schemas.microsoft.com/office/drawing/2014/main" id="{26D7F66B-21CB-44EC-A72C-1F049B2FB13E}"/>
              </a:ext>
            </a:extLst>
          </p:cNvPr>
          <p:cNvSpPr>
            <a:spLocks xmlns:a="http://schemas.openxmlformats.org/drawingml/2006/main" noGrp="1"/>
          </p:cNvSpPr>
          <p:nvPr/>
        </p:nvSpPr>
        <p:spPr>
          <a:xfrm xmlns:a="http://schemas.openxmlformats.org/drawingml/2006/main">
            <a:off x="4695825" y="5057775"/>
            <a:ext cx="26098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65">
                <a:solidFill>
                  <a:srgbClr val="666B70"/>
                </a:solidFill>
              </a:rPr>
              <a:t>Stable intake, approval, validator, and export</a:t>
            </a:r>
            <a:endParaRPr/>
          </a:p>
        </p:txBody>
      </p:sp>
      <p:sp>
        <p:nvSpPr>
          <p:cNvPr id="2055" name="Google Shape;2055;p31">
            <a:extLst xmlns:a="http://schemas.openxmlformats.org/drawingml/2006/main">
              <a:ext uri="{FF2B5EF4-FFF2-40B4-BE49-F238E27FC236}">
                <a16:creationId xmlns:a16="http://schemas.microsoft.com/office/drawing/2014/main" id="{FB301DD2-5B3B-4ECC-BD76-1C2E61E71D04}"/>
              </a:ext>
            </a:extLst>
          </p:cNvPr>
          <p:cNvSpPr>
            <a:spLocks xmlns:a="http://schemas.openxmlformats.org/drawingml/2006/main" noGrp="1"/>
          </p:cNvSpPr>
          <p:nvPr/>
        </p:nvSpPr>
        <p:spPr>
          <a:xfrm xmlns:a="http://schemas.openxmlformats.org/drawingml/2006/main">
            <a:off x="7848600" y="3533775"/>
            <a:ext cx="3657600" cy="1971675"/>
          </a:xfrm>
          <a:prstGeom xmlns:a="http://schemas.openxmlformats.org/drawingml/2006/main" prst="roundRect">
            <a:avLst>
              <a:gd name="adj" fmla="val 3865"/>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56" name="Google Shape;2056;p31">
            <a:extLst xmlns:a="http://schemas.openxmlformats.org/drawingml/2006/main">
              <a:ext uri="{FF2B5EF4-FFF2-40B4-BE49-F238E27FC236}">
                <a16:creationId xmlns:a16="http://schemas.microsoft.com/office/drawing/2014/main" id="{EB88B8AE-C1F5-4A8C-8995-575FED90174F}"/>
              </a:ext>
            </a:extLst>
          </p:cNvPr>
          <p:cNvSpPr>
            <a:spLocks xmlns:a="http://schemas.openxmlformats.org/drawingml/2006/main" noGrp="1"/>
          </p:cNvSpPr>
          <p:nvPr/>
        </p:nvSpPr>
        <p:spPr>
          <a:xfrm xmlns:a="http://schemas.openxmlformats.org/drawingml/2006/main">
            <a:off x="8096250" y="3743325"/>
            <a:ext cx="3162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88" b="1">
                <a:solidFill>
                  <a:srgbClr val="2F6F57"/>
                </a:solidFill>
              </a:rPr>
              <a:t>v0.3.8 PROMOTION RECEIPTS</a:t>
            </a:r>
            <a:endParaRPr/>
          </a:p>
        </p:txBody>
      </p:sp>
      <p:sp>
        <p:nvSpPr>
          <p:cNvPr id="2057" name="Google Shape;2057;p31">
            <a:extLst xmlns:a="http://schemas.openxmlformats.org/drawingml/2006/main">
              <a:ext uri="{FF2B5EF4-FFF2-40B4-BE49-F238E27FC236}">
                <a16:creationId xmlns:a16="http://schemas.microsoft.com/office/drawing/2014/main" id="{7D3D0892-9886-4079-87BE-6631574A937D}"/>
              </a:ext>
            </a:extLst>
          </p:cNvPr>
          <p:cNvSpPr>
            <a:spLocks xmlns:a="http://schemas.openxmlformats.org/drawingml/2006/main" noGrp="1"/>
          </p:cNvSpPr>
          <p:nvPr/>
        </p:nvSpPr>
        <p:spPr>
          <a:xfrm xmlns:a="http://schemas.openxmlformats.org/drawingml/2006/main">
            <a:off x="8096250" y="4038600"/>
            <a:ext cx="31623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875" b="1">
                <a:solidFill>
                  <a:srgbClr val="1A1A2E"/>
                </a:solidFill>
              </a:rPr>
              <a:t>077f77c</a:t>
            </a:r>
            <a:endParaRPr/>
          </a:p>
        </p:txBody>
      </p:sp>
      <p:sp>
        <p:nvSpPr>
          <p:cNvPr id="2058" name="Google Shape;2058;p31">
            <a:extLst xmlns:a="http://schemas.openxmlformats.org/drawingml/2006/main">
              <a:ext uri="{FF2B5EF4-FFF2-40B4-BE49-F238E27FC236}">
                <a16:creationId xmlns:a16="http://schemas.microsoft.com/office/drawing/2014/main" id="{160C7C51-B865-4688-8B9D-6390D1D0BBB4}"/>
              </a:ext>
            </a:extLst>
          </p:cNvPr>
          <p:cNvSpPr>
            <a:spLocks xmlns:a="http://schemas.openxmlformats.org/drawingml/2006/main" noGrp="1"/>
          </p:cNvSpPr>
          <p:nvPr/>
        </p:nvSpPr>
        <p:spPr>
          <a:xfrm xmlns:a="http://schemas.openxmlformats.org/drawingml/2006/main">
            <a:off x="8096250" y="4352925"/>
            <a:ext cx="3162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88">
                <a:solidFill>
                  <a:srgbClr val="666B70"/>
                </a:solidFill>
              </a:rPr>
              <a:t>accepted submission package merged to main</a:t>
            </a:r>
            <a:endParaRPr/>
          </a:p>
        </p:txBody>
      </p:sp>
      <p:sp>
        <p:nvSpPr>
          <p:cNvPr id="2059" name="Google Shape;2059;p31">
            <a:extLst xmlns:a="http://schemas.openxmlformats.org/drawingml/2006/main">
              <a:ext uri="{FF2B5EF4-FFF2-40B4-BE49-F238E27FC236}">
                <a16:creationId xmlns:a16="http://schemas.microsoft.com/office/drawing/2014/main" id="{5D0EC0AF-D912-4471-AC3D-B97C3B9FB883}"/>
              </a:ext>
            </a:extLst>
          </p:cNvPr>
          <p:cNvSpPr>
            <a:spLocks xmlns:a="http://schemas.openxmlformats.org/drawingml/2006/main" noGrp="1"/>
          </p:cNvSpPr>
          <p:nvPr/>
        </p:nvSpPr>
        <p:spPr>
          <a:xfrm xmlns:a="http://schemas.openxmlformats.org/drawingml/2006/main">
            <a:off x="8096250" y="4676775"/>
            <a:ext cx="3162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60" name="Google Shape;2060;p31">
            <a:extLst xmlns:a="http://schemas.openxmlformats.org/drawingml/2006/main">
              <a:ext uri="{FF2B5EF4-FFF2-40B4-BE49-F238E27FC236}">
                <a16:creationId xmlns:a16="http://schemas.microsoft.com/office/drawing/2014/main" id="{0819019E-8B28-485E-8326-58882A6F7CF2}"/>
              </a:ext>
            </a:extLst>
          </p:cNvPr>
          <p:cNvSpPr>
            <a:spLocks xmlns:a="http://schemas.openxmlformats.org/drawingml/2006/main" noGrp="1"/>
          </p:cNvSpPr>
          <p:nvPr/>
        </p:nvSpPr>
        <p:spPr>
          <a:xfrm xmlns:a="http://schemas.openxmlformats.org/drawingml/2006/main">
            <a:off x="8191500" y="4743450"/>
            <a:ext cx="29718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88" b="1">
                <a:solidFill>
                  <a:srgbClr val="2F6F57"/>
                </a:solidFill>
              </a:rPr>
              <a:t>Execution 11901  ·  RUN-S2-11902-16e7090e</a:t>
            </a:r>
            <a:endParaRPr/>
          </a:p>
        </p:txBody>
      </p:sp>
      <p:sp>
        <p:nvSpPr>
          <p:cNvPr id="2061" name="Google Shape;2061;p31">
            <a:extLst xmlns:a="http://schemas.openxmlformats.org/drawingml/2006/main">
              <a:ext uri="{FF2B5EF4-FFF2-40B4-BE49-F238E27FC236}">
                <a16:creationId xmlns:a16="http://schemas.microsoft.com/office/drawing/2014/main" id="{F50BA623-BF5E-47BB-ACB3-4C8E6137F621}"/>
              </a:ext>
            </a:extLst>
          </p:cNvPr>
          <p:cNvSpPr>
            <a:spLocks xmlns:a="http://schemas.openxmlformats.org/drawingml/2006/main" noGrp="1"/>
          </p:cNvSpPr>
          <p:nvPr/>
        </p:nvSpPr>
        <p:spPr>
          <a:xfrm xmlns:a="http://schemas.openxmlformats.org/drawingml/2006/main">
            <a:off x="8191500" y="4943475"/>
            <a:ext cx="29718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713">
                <a:solidFill>
                  <a:srgbClr val="666B70"/>
                </a:solidFill>
              </a:rPr>
              <a:t>7 outputs  ·  11/11 sizing  ·  Release Authorized</a:t>
            </a:r>
            <a:endParaRPr/>
          </a:p>
        </p:txBody>
      </p:sp>
      <p:sp>
        <p:nvSpPr>
          <p:cNvPr id="2062" name="Google Shape;2062;p31">
            <a:extLst xmlns:a="http://schemas.openxmlformats.org/drawingml/2006/main">
              <a:ext uri="{FF2B5EF4-FFF2-40B4-BE49-F238E27FC236}">
                <a16:creationId xmlns:a16="http://schemas.microsoft.com/office/drawing/2014/main" id="{74791727-26FC-4652-AFBB-2A7E6606D7DB}"/>
              </a:ext>
            </a:extLst>
          </p:cNvPr>
          <p:cNvSpPr>
            <a:spLocks xmlns:a="http://schemas.openxmlformats.org/drawingml/2006/main" noGrp="1"/>
          </p:cNvSpPr>
          <p:nvPr/>
        </p:nvSpPr>
        <p:spPr>
          <a:xfrm xmlns:a="http://schemas.openxmlformats.org/drawingml/2006/main">
            <a:off x="685800" y="5715000"/>
            <a:ext cx="10820400" cy="342900"/>
          </a:xfrm>
          <a:prstGeom xmlns:a="http://schemas.openxmlformats.org/drawingml/2006/main" prst="roundRect">
            <a:avLst>
              <a:gd name="adj" fmla="val 22222"/>
            </a:avLst>
          </a:prstGeom>
          <a:solidFill xmlns:a="http://schemas.openxmlformats.org/drawingml/2006/main">
            <a:srgbClr val="E6F0EB"/>
          </a:solidFill>
          <a:ln xmlns:a="http://schemas.openxmlformats.org/drawingml/2006/main" w="9525" cmpd="sng">
            <a:solidFill>
              <a:srgbClr val="2F6F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63" name="Google Shape;2063;p31">
            <a:extLst xmlns:a="http://schemas.openxmlformats.org/drawingml/2006/main">
              <a:ext uri="{FF2B5EF4-FFF2-40B4-BE49-F238E27FC236}">
                <a16:creationId xmlns:a16="http://schemas.microsoft.com/office/drawing/2014/main" id="{C456790F-C706-4F6B-9CD6-7D5136B1C8CE}"/>
              </a:ext>
            </a:extLst>
          </p:cNvPr>
          <p:cNvSpPr>
            <a:spLocks xmlns:a="http://schemas.openxmlformats.org/drawingml/2006/main" noGrp="1"/>
          </p:cNvSpPr>
          <p:nvPr/>
        </p:nvSpPr>
        <p:spPr>
          <a:xfrm xmlns:a="http://schemas.openxmlformats.org/drawingml/2006/main">
            <a:off x="876300" y="5781675"/>
            <a:ext cx="104394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78" b="1">
                <a:solidFill>
                  <a:srgbClr val="2F6F57"/>
                </a:solidFill>
              </a:rPr>
              <a:t>Promotion is reversible because code, workflow IDs, run evidence, and the prior production checkpoint are preserved together.</a:t>
            </a:r>
            <a:endParaRPr/>
          </a:p>
        </p:txBody>
      </p:sp>
      <p:sp>
        <p:nvSpPr>
          <p:cNvPr id="2064" name="Google Shape;2064;p31">
            <a:extLst xmlns:a="http://schemas.openxmlformats.org/drawingml/2006/main">
              <a:ext uri="{FF2B5EF4-FFF2-40B4-BE49-F238E27FC236}">
                <a16:creationId xmlns:a16="http://schemas.microsoft.com/office/drawing/2014/main" id="{B6BAF95A-823A-4B98-9012-29B49D7C1EE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1A1A2E"/>
          </a:solidFill>
          <a:ln xmlns:a="http://schemas.openxmlformats.org/drawingml/2006/main" w="9525" cmpd="sng">
            <a:solidFill>
              <a:srgbClr val="1A1A2E"/>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65" name="Google Shape;2065;p31">
            <a:extLst xmlns:a="http://schemas.openxmlformats.org/drawingml/2006/main">
              <a:ext uri="{FF2B5EF4-FFF2-40B4-BE49-F238E27FC236}">
                <a16:creationId xmlns:a16="http://schemas.microsoft.com/office/drawing/2014/main" id="{B194F414-E402-41A8-A982-8D84E3ECF03F}"/>
              </a:ext>
            </a:extLst>
          </p:cNvPr>
          <p:cNvSpPr>
            <a:spLocks xmlns:a="http://schemas.openxmlformats.org/drawingml/2006/main" noGrp="1"/>
          </p:cNvSpPr>
          <p:nvPr/>
        </p:nvSpPr>
        <p:spPr>
          <a:xfrm xmlns:a="http://schemas.openxmlformats.org/drawingml/2006/main">
            <a:off x="781050" y="6391275"/>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825" b="1">
                <a:solidFill>
                  <a:srgbClr val="C9C6D8"/>
                </a:solidFill>
              </a:rPr>
              <a:t>APPENDIX A12</a:t>
            </a:r>
            <a:endParaRPr/>
          </a:p>
        </p:txBody>
      </p:sp>
      <p:sp>
        <p:nvSpPr>
          <p:cNvPr id="2066" name="Google Shape;2066;p31">
            <a:extLst xmlns:a="http://schemas.openxmlformats.org/drawingml/2006/main">
              <a:ext uri="{FF2B5EF4-FFF2-40B4-BE49-F238E27FC236}">
                <a16:creationId xmlns:a16="http://schemas.microsoft.com/office/drawing/2014/main" id="{0FD30A87-BC2D-4A21-821A-3C0A0EA4C5DF}"/>
              </a:ext>
            </a:extLst>
          </p:cNvPr>
          <p:cNvSpPr>
            <a:spLocks xmlns:a="http://schemas.openxmlformats.org/drawingml/2006/main" noGrp="1"/>
          </p:cNvSpPr>
          <p:nvPr/>
        </p:nvSpPr>
        <p:spPr>
          <a:xfrm xmlns:a="http://schemas.openxmlformats.org/drawingml/2006/main">
            <a:off x="2705100" y="6353175"/>
            <a:ext cx="8705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050" b="1">
                <a:solidFill>
                  <a:srgbClr val="FFFFFF"/>
                </a:solidFill>
              </a:rPr>
              <a:t>Controlled promotion keeps the accepted candidate current and the last proven production state immediately recoverable.</a:t>
            </a:r>
            <a:endParaRPr/>
          </a:p>
        </p:txBody>
      </p:sp>
    </p:spTree>
    <p:extLst>
      <p:ext uri="{BB962C8B-B14F-4D97-AF65-F5344CB8AC3E}">
        <p14:creationId xmlns:p14="http://schemas.microsoft.com/office/powerpoint/2010/main" val="20286592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2026-08-24T21:06:10.1190000Z</dcterms:created>
  <dcterms:modified xsi:type="dcterms:W3CDTF">2026-08-24T21:06:10.1190000Z</dcterms:modified>
</coreProperties>
</file>